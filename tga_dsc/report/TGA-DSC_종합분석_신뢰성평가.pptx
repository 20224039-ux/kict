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결론" id="{7aade811-9c46-1c26-4648-e2038f656052}">
          <p14:sldIdLst>
            <p14:sldId id="256"/>
            <p14:sldId id="257"/>
            <p14:sldId id="258"/>
          </p14:sldIdLst>
        </p14:section>
        <p14:section name="분석 결과" id="{f6613bbc-5796-2918-83d6-b8485248ff6f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신뢰성 평가" id="{237b6126-63be-d5e2-cbde-8e1d1d3a0553}">
          <p14:sldIdLst>
            <p14:sldId id="265"/>
            <p14:sldId id="266"/>
            <p14:sldId id="267"/>
            <p14:sldId id="268"/>
          </p14:sldIdLst>
        </p14:section>
        <p14:section name="판정과 추가 실험" id="{3f7fab09-bd8a-0f25-af68-f1e669891aab}">
          <p14:sldIdLst>
            <p14:sldId id="269"/>
            <p14:sldId id="270"/>
          </p14:sldIdLst>
        </p14:section>
        <p14:section name="부록" id="{6aa6ed82-c8a6-2c1e-f770-08948989caf7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EPS 가연성  (세로축 다름)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6"/>
          <c:w val="0.84"/>
          <c:h val="0.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100.5</c:v>
                </c:pt>
                <c:pt idx="1">
                  <c:v>100.54</c:v>
                </c:pt>
                <c:pt idx="2">
                  <c:v>100.58</c:v>
                </c:pt>
                <c:pt idx="3">
                  <c:v>100.73</c:v>
                </c:pt>
                <c:pt idx="4">
                  <c:v>100.57</c:v>
                </c:pt>
                <c:pt idx="5">
                  <c:v>100.59</c:v>
                </c:pt>
                <c:pt idx="6">
                  <c:v>100.54</c:v>
                </c:pt>
                <c:pt idx="7">
                  <c:v>100.39</c:v>
                </c:pt>
                <c:pt idx="8">
                  <c:v>100.28</c:v>
                </c:pt>
                <c:pt idx="9">
                  <c:v>100.1</c:v>
                </c:pt>
                <c:pt idx="10">
                  <c:v>99.92</c:v>
                </c:pt>
                <c:pt idx="11">
                  <c:v>99.78</c:v>
                </c:pt>
                <c:pt idx="12">
                  <c:v>99.53</c:v>
                </c:pt>
                <c:pt idx="13">
                  <c:v>99.26</c:v>
                </c:pt>
                <c:pt idx="14">
                  <c:v>98.95</c:v>
                </c:pt>
                <c:pt idx="15">
                  <c:v>98.76</c:v>
                </c:pt>
                <c:pt idx="16">
                  <c:v>98.45</c:v>
                </c:pt>
                <c:pt idx="17">
                  <c:v>98.2</c:v>
                </c:pt>
                <c:pt idx="18">
                  <c:v>97.91</c:v>
                </c:pt>
                <c:pt idx="19">
                  <c:v>97.55</c:v>
                </c:pt>
                <c:pt idx="20">
                  <c:v>97.32</c:v>
                </c:pt>
                <c:pt idx="21">
                  <c:v>96.91</c:v>
                </c:pt>
                <c:pt idx="22">
                  <c:v>96.71</c:v>
                </c:pt>
                <c:pt idx="23">
                  <c:v>96.49</c:v>
                </c:pt>
                <c:pt idx="24">
                  <c:v>96.19</c:v>
                </c:pt>
                <c:pt idx="25">
                  <c:v>95.96</c:v>
                </c:pt>
                <c:pt idx="26">
                  <c:v>95.63</c:v>
                </c:pt>
                <c:pt idx="27">
                  <c:v>95.34</c:v>
                </c:pt>
                <c:pt idx="28">
                  <c:v>95.24</c:v>
                </c:pt>
                <c:pt idx="29">
                  <c:v>94.93</c:v>
                </c:pt>
                <c:pt idx="30">
                  <c:v>94.63</c:v>
                </c:pt>
                <c:pt idx="31">
                  <c:v>94.5</c:v>
                </c:pt>
                <c:pt idx="32">
                  <c:v>94.23</c:v>
                </c:pt>
                <c:pt idx="33">
                  <c:v>94.12</c:v>
                </c:pt>
                <c:pt idx="34">
                  <c:v>93.83</c:v>
                </c:pt>
                <c:pt idx="35">
                  <c:v>93.65</c:v>
                </c:pt>
                <c:pt idx="36">
                  <c:v>93.42</c:v>
                </c:pt>
                <c:pt idx="37">
                  <c:v>93.19</c:v>
                </c:pt>
                <c:pt idx="38">
                  <c:v>93</c:v>
                </c:pt>
                <c:pt idx="39">
                  <c:v>92.72</c:v>
                </c:pt>
                <c:pt idx="40">
                  <c:v>92.47</c:v>
                </c:pt>
                <c:pt idx="41">
                  <c:v>92.37</c:v>
                </c:pt>
                <c:pt idx="42">
                  <c:v>92.24</c:v>
                </c:pt>
                <c:pt idx="43">
                  <c:v>92.02</c:v>
                </c:pt>
                <c:pt idx="44">
                  <c:v>91.82</c:v>
                </c:pt>
                <c:pt idx="45">
                  <c:v>91.66</c:v>
                </c:pt>
                <c:pt idx="46">
                  <c:v>91.38</c:v>
                </c:pt>
                <c:pt idx="47">
                  <c:v>91.16</c:v>
                </c:pt>
                <c:pt idx="48">
                  <c:v>90.87</c:v>
                </c:pt>
                <c:pt idx="49">
                  <c:v>90.66</c:v>
                </c:pt>
                <c:pt idx="50">
                  <c:v>90.32</c:v>
                </c:pt>
                <c:pt idx="51">
                  <c:v>90</c:v>
                </c:pt>
                <c:pt idx="52">
                  <c:v>89.74</c:v>
                </c:pt>
                <c:pt idx="53">
                  <c:v>89.45</c:v>
                </c:pt>
                <c:pt idx="54">
                  <c:v>89.12</c:v>
                </c:pt>
                <c:pt idx="55">
                  <c:v>88.64</c:v>
                </c:pt>
                <c:pt idx="56">
                  <c:v>88.2</c:v>
                </c:pt>
                <c:pt idx="57">
                  <c:v>87.8</c:v>
                </c:pt>
                <c:pt idx="58">
                  <c:v>87.17</c:v>
                </c:pt>
                <c:pt idx="59">
                  <c:v>86.48</c:v>
                </c:pt>
                <c:pt idx="60">
                  <c:v>85.48</c:v>
                </c:pt>
                <c:pt idx="61">
                  <c:v>84.23</c:v>
                </c:pt>
                <c:pt idx="62">
                  <c:v>82.6</c:v>
                </c:pt>
                <c:pt idx="63">
                  <c:v>80.47</c:v>
                </c:pt>
                <c:pt idx="64">
                  <c:v>77.35</c:v>
                </c:pt>
                <c:pt idx="65">
                  <c:v>73.28</c:v>
                </c:pt>
                <c:pt idx="66">
                  <c:v>67.55</c:v>
                </c:pt>
                <c:pt idx="67">
                  <c:v>59.95</c:v>
                </c:pt>
                <c:pt idx="68">
                  <c:v>50.14</c:v>
                </c:pt>
                <c:pt idx="69">
                  <c:v>38.41</c:v>
                </c:pt>
                <c:pt idx="70">
                  <c:v>26.2</c:v>
                </c:pt>
                <c:pt idx="71">
                  <c:v>15.58</c:v>
                </c:pt>
                <c:pt idx="72">
                  <c:v>8.71</c:v>
                </c:pt>
                <c:pt idx="73">
                  <c:v>5.65</c:v>
                </c:pt>
                <c:pt idx="74">
                  <c:v>4.51</c:v>
                </c:pt>
                <c:pt idx="75">
                  <c:v>4.02</c:v>
                </c:pt>
                <c:pt idx="76">
                  <c:v>3.88</c:v>
                </c:pt>
                <c:pt idx="77">
                  <c:v>3.66</c:v>
                </c:pt>
                <c:pt idx="78">
                  <c:v>3.59</c:v>
                </c:pt>
                <c:pt idx="79">
                  <c:v>3.44</c:v>
                </c:pt>
                <c:pt idx="80">
                  <c:v>3.43</c:v>
                </c:pt>
                <c:pt idx="81">
                  <c:v>3.28</c:v>
                </c:pt>
                <c:pt idx="82">
                  <c:v>3.17</c:v>
                </c:pt>
                <c:pt idx="83">
                  <c:v>3.1</c:v>
                </c:pt>
                <c:pt idx="84">
                  <c:v>3</c:v>
                </c:pt>
                <c:pt idx="85">
                  <c:v>2.98</c:v>
                </c:pt>
                <c:pt idx="86">
                  <c:v>2.86</c:v>
                </c:pt>
                <c:pt idx="87">
                  <c:v>2.74</c:v>
                </c:pt>
                <c:pt idx="88">
                  <c:v>2.73</c:v>
                </c:pt>
                <c:pt idx="89">
                  <c:v>2.62</c:v>
                </c:pt>
                <c:pt idx="90">
                  <c:v>2.57</c:v>
                </c:pt>
                <c:pt idx="91">
                  <c:v>2.47</c:v>
                </c:pt>
                <c:pt idx="92">
                  <c:v>2.31</c:v>
                </c:pt>
                <c:pt idx="93">
                  <c:v>2.25</c:v>
                </c:pt>
                <c:pt idx="94">
                  <c:v>2.12</c:v>
                </c:pt>
                <c:pt idx="95">
                  <c:v>2.02</c:v>
                </c:pt>
                <c:pt idx="96">
                  <c:v>2.05</c:v>
                </c:pt>
                <c:pt idx="97">
                  <c:v>1.87</c:v>
                </c:pt>
                <c:pt idx="98">
                  <c:v>1.78</c:v>
                </c:pt>
                <c:pt idx="99">
                  <c:v>1.88</c:v>
                </c:pt>
                <c:pt idx="100">
                  <c:v>1.69</c:v>
                </c:pt>
                <c:pt idx="101">
                  <c:v>1.69</c:v>
                </c:pt>
                <c:pt idx="102">
                  <c:v>1.59</c:v>
                </c:pt>
                <c:pt idx="103">
                  <c:v>1.58</c:v>
                </c:pt>
                <c:pt idx="104">
                  <c:v>1.52</c:v>
                </c:pt>
                <c:pt idx="105">
                  <c:v>1.46</c:v>
                </c:pt>
                <c:pt idx="106">
                  <c:v>1.38</c:v>
                </c:pt>
                <c:pt idx="107">
                  <c:v>1.34</c:v>
                </c:pt>
                <c:pt idx="108">
                  <c:v>1.22</c:v>
                </c:pt>
                <c:pt idx="109">
                  <c:v>1.16</c:v>
                </c:pt>
                <c:pt idx="110">
                  <c:v>1.06</c:v>
                </c:pt>
                <c:pt idx="111">
                  <c:v>1.1</c:v>
                </c:pt>
                <c:pt idx="112">
                  <c:v>1.03</c:v>
                </c:pt>
                <c:pt idx="113">
                  <c:v>1.03</c:v>
                </c:pt>
                <c:pt idx="114">
                  <c:v>0.95</c:v>
                </c:pt>
                <c:pt idx="115">
                  <c:v>0.92</c:v>
                </c:pt>
                <c:pt idx="116">
                  <c:v>0.83</c:v>
                </c:pt>
                <c:pt idx="117">
                  <c:v>0.78</c:v>
                </c:pt>
                <c:pt idx="118">
                  <c:v>0.76</c:v>
                </c:pt>
                <c:pt idx="119">
                  <c:v>0.74</c:v>
                </c:pt>
                <c:pt idx="120">
                  <c:v>0.71</c:v>
                </c:pt>
                <c:pt idx="121">
                  <c:v>0.66</c:v>
                </c:pt>
                <c:pt idx="122">
                  <c:v>0.54</c:v>
                </c:pt>
                <c:pt idx="123">
                  <c:v>0.55</c:v>
                </c:pt>
                <c:pt idx="124">
                  <c:v>0.56</c:v>
                </c:pt>
                <c:pt idx="125">
                  <c:v>0.48</c:v>
                </c:pt>
                <c:pt idx="126">
                  <c:v>0.46</c:v>
                </c:pt>
                <c:pt idx="127">
                  <c:v>0.44</c:v>
                </c:pt>
                <c:pt idx="128">
                  <c:v>0.29</c:v>
                </c:pt>
                <c:pt idx="129">
                  <c:v>0.29</c:v>
                </c:pt>
                <c:pt idx="130">
                  <c:v>0.17</c:v>
                </c:pt>
                <c:pt idx="131">
                  <c:v>0.21</c:v>
                </c:pt>
                <c:pt idx="132">
                  <c:v>0.28</c:v>
                </c:pt>
                <c:pt idx="133">
                  <c:v>0.21</c:v>
                </c:pt>
                <c:pt idx="134">
                  <c:v>0.14</c:v>
                </c:pt>
                <c:pt idx="135">
                  <c:v>0.14</c:v>
                </c:pt>
                <c:pt idx="136">
                  <c:v>0.13</c:v>
                </c:pt>
                <c:pt idx="137">
                  <c:v>0.08</c:v>
                </c:pt>
                <c:pt idx="138">
                  <c:v>0.06</c:v>
                </c:pt>
                <c:pt idx="139">
                  <c:v>0.09</c:v>
                </c:pt>
                <c:pt idx="140">
                  <c:v>0.05</c:v>
                </c:pt>
                <c:pt idx="141">
                  <c:v>-0.08</c:v>
                </c:pt>
                <c:pt idx="142">
                  <c:v>0.07</c:v>
                </c:pt>
                <c:pt idx="143">
                  <c:v>0.01</c:v>
                </c:pt>
                <c:pt idx="144">
                  <c:v>-0.02</c:v>
                </c:pt>
                <c:pt idx="145">
                  <c:v>-0.01</c:v>
                </c:pt>
                <c:pt idx="146">
                  <c:v>0.02</c:v>
                </c:pt>
                <c:pt idx="147">
                  <c:v>0.02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100.4</c:v>
                </c:pt>
                <c:pt idx="1">
                  <c:v>100.57</c:v>
                </c:pt>
                <c:pt idx="2">
                  <c:v>100.64</c:v>
                </c:pt>
                <c:pt idx="3">
                  <c:v>100.65</c:v>
                </c:pt>
                <c:pt idx="4">
                  <c:v>100.63</c:v>
                </c:pt>
                <c:pt idx="5">
                  <c:v>100.66</c:v>
                </c:pt>
                <c:pt idx="6">
                  <c:v>100.61</c:v>
                </c:pt>
                <c:pt idx="7">
                  <c:v>100.57</c:v>
                </c:pt>
                <c:pt idx="8">
                  <c:v>100.58</c:v>
                </c:pt>
                <c:pt idx="9">
                  <c:v>100.48</c:v>
                </c:pt>
                <c:pt idx="10">
                  <c:v>100.39</c:v>
                </c:pt>
                <c:pt idx="11">
                  <c:v>100.37</c:v>
                </c:pt>
                <c:pt idx="12">
                  <c:v>100.28</c:v>
                </c:pt>
                <c:pt idx="13">
                  <c:v>100.12</c:v>
                </c:pt>
                <c:pt idx="14">
                  <c:v>99.95</c:v>
                </c:pt>
                <c:pt idx="15">
                  <c:v>99.85</c:v>
                </c:pt>
                <c:pt idx="16">
                  <c:v>99.7</c:v>
                </c:pt>
                <c:pt idx="17">
                  <c:v>99.49</c:v>
                </c:pt>
                <c:pt idx="18">
                  <c:v>99.38</c:v>
                </c:pt>
                <c:pt idx="19">
                  <c:v>99.23</c:v>
                </c:pt>
                <c:pt idx="20">
                  <c:v>99.13</c:v>
                </c:pt>
                <c:pt idx="21">
                  <c:v>99.04</c:v>
                </c:pt>
                <c:pt idx="22">
                  <c:v>98.84</c:v>
                </c:pt>
                <c:pt idx="23">
                  <c:v>98.74</c:v>
                </c:pt>
                <c:pt idx="24">
                  <c:v>98.65</c:v>
                </c:pt>
                <c:pt idx="25">
                  <c:v>98.43</c:v>
                </c:pt>
                <c:pt idx="26">
                  <c:v>98.31</c:v>
                </c:pt>
                <c:pt idx="27">
                  <c:v>98.18</c:v>
                </c:pt>
                <c:pt idx="28">
                  <c:v>98.04</c:v>
                </c:pt>
                <c:pt idx="29">
                  <c:v>98</c:v>
                </c:pt>
                <c:pt idx="30">
                  <c:v>97.84</c:v>
                </c:pt>
                <c:pt idx="31">
                  <c:v>97.77</c:v>
                </c:pt>
                <c:pt idx="32">
                  <c:v>97.62</c:v>
                </c:pt>
                <c:pt idx="33">
                  <c:v>97.51</c:v>
                </c:pt>
                <c:pt idx="34">
                  <c:v>97.24</c:v>
                </c:pt>
                <c:pt idx="35">
                  <c:v>97.26</c:v>
                </c:pt>
                <c:pt idx="36">
                  <c:v>97.1</c:v>
                </c:pt>
                <c:pt idx="37">
                  <c:v>96.98</c:v>
                </c:pt>
                <c:pt idx="38">
                  <c:v>96.88</c:v>
                </c:pt>
                <c:pt idx="39">
                  <c:v>96.81</c:v>
                </c:pt>
                <c:pt idx="40">
                  <c:v>96.62</c:v>
                </c:pt>
                <c:pt idx="41">
                  <c:v>96.51</c:v>
                </c:pt>
                <c:pt idx="42">
                  <c:v>98.5</c:v>
                </c:pt>
                <c:pt idx="43">
                  <c:v>98.44</c:v>
                </c:pt>
                <c:pt idx="44">
                  <c:v>98.32</c:v>
                </c:pt>
                <c:pt idx="45">
                  <c:v>98.22</c:v>
                </c:pt>
                <c:pt idx="46">
                  <c:v>98.14</c:v>
                </c:pt>
                <c:pt idx="47">
                  <c:v>97.84</c:v>
                </c:pt>
                <c:pt idx="48">
                  <c:v>97.8</c:v>
                </c:pt>
                <c:pt idx="49">
                  <c:v>97.58</c:v>
                </c:pt>
                <c:pt idx="50">
                  <c:v>97.39</c:v>
                </c:pt>
                <c:pt idx="51">
                  <c:v>97.2</c:v>
                </c:pt>
                <c:pt idx="52">
                  <c:v>96.92</c:v>
                </c:pt>
                <c:pt idx="53">
                  <c:v>96.62</c:v>
                </c:pt>
                <c:pt idx="54">
                  <c:v>96.44</c:v>
                </c:pt>
                <c:pt idx="55">
                  <c:v>96.02</c:v>
                </c:pt>
                <c:pt idx="56">
                  <c:v>95.59</c:v>
                </c:pt>
                <c:pt idx="57">
                  <c:v>95.1</c:v>
                </c:pt>
                <c:pt idx="58">
                  <c:v>94.61</c:v>
                </c:pt>
                <c:pt idx="59">
                  <c:v>93.91</c:v>
                </c:pt>
                <c:pt idx="60">
                  <c:v>92.97</c:v>
                </c:pt>
                <c:pt idx="61">
                  <c:v>91.83</c:v>
                </c:pt>
                <c:pt idx="62">
                  <c:v>90.18</c:v>
                </c:pt>
                <c:pt idx="63">
                  <c:v>88.07</c:v>
                </c:pt>
                <c:pt idx="64">
                  <c:v>84.97</c:v>
                </c:pt>
                <c:pt idx="65">
                  <c:v>80.8</c:v>
                </c:pt>
                <c:pt idx="66">
                  <c:v>74.93</c:v>
                </c:pt>
                <c:pt idx="67">
                  <c:v>67</c:v>
                </c:pt>
                <c:pt idx="68">
                  <c:v>56.54</c:v>
                </c:pt>
                <c:pt idx="69">
                  <c:v>43.63</c:v>
                </c:pt>
                <c:pt idx="70">
                  <c:v>29.6</c:v>
                </c:pt>
                <c:pt idx="71">
                  <c:v>17.1</c:v>
                </c:pt>
                <c:pt idx="72">
                  <c:v>8.74</c:v>
                </c:pt>
                <c:pt idx="73">
                  <c:v>4.75</c:v>
                </c:pt>
                <c:pt idx="74">
                  <c:v>3.3</c:v>
                </c:pt>
                <c:pt idx="75">
                  <c:v>2.57</c:v>
                </c:pt>
                <c:pt idx="76">
                  <c:v>2.29</c:v>
                </c:pt>
                <c:pt idx="77">
                  <c:v>2.06</c:v>
                </c:pt>
                <c:pt idx="78">
                  <c:v>1.98</c:v>
                </c:pt>
                <c:pt idx="79">
                  <c:v>2</c:v>
                </c:pt>
                <c:pt idx="80">
                  <c:v>1.9</c:v>
                </c:pt>
                <c:pt idx="81">
                  <c:v>1.85</c:v>
                </c:pt>
                <c:pt idx="82">
                  <c:v>1.7</c:v>
                </c:pt>
                <c:pt idx="83">
                  <c:v>1.71</c:v>
                </c:pt>
                <c:pt idx="84">
                  <c:v>1.57</c:v>
                </c:pt>
                <c:pt idx="85">
                  <c:v>1.56</c:v>
                </c:pt>
                <c:pt idx="86">
                  <c:v>1.44</c:v>
                </c:pt>
                <c:pt idx="87">
                  <c:v>1.5</c:v>
                </c:pt>
                <c:pt idx="88">
                  <c:v>1.45</c:v>
                </c:pt>
                <c:pt idx="89">
                  <c:v>1.38</c:v>
                </c:pt>
                <c:pt idx="90">
                  <c:v>1.31</c:v>
                </c:pt>
                <c:pt idx="91">
                  <c:v>1.22</c:v>
                </c:pt>
                <c:pt idx="92">
                  <c:v>1.21</c:v>
                </c:pt>
                <c:pt idx="93">
                  <c:v>1.15</c:v>
                </c:pt>
                <c:pt idx="94">
                  <c:v>1.1</c:v>
                </c:pt>
                <c:pt idx="95">
                  <c:v>1</c:v>
                </c:pt>
                <c:pt idx="96">
                  <c:v>0.99</c:v>
                </c:pt>
                <c:pt idx="97">
                  <c:v>0.92</c:v>
                </c:pt>
                <c:pt idx="98">
                  <c:v>0.92</c:v>
                </c:pt>
                <c:pt idx="99">
                  <c:v>0.78</c:v>
                </c:pt>
                <c:pt idx="100">
                  <c:v>0.72</c:v>
                </c:pt>
                <c:pt idx="101">
                  <c:v>0.79</c:v>
                </c:pt>
                <c:pt idx="102">
                  <c:v>0.69</c:v>
                </c:pt>
                <c:pt idx="103">
                  <c:v>0.71</c:v>
                </c:pt>
                <c:pt idx="104">
                  <c:v>0.77</c:v>
                </c:pt>
                <c:pt idx="105">
                  <c:v>0.62</c:v>
                </c:pt>
                <c:pt idx="106">
                  <c:v>0.62</c:v>
                </c:pt>
                <c:pt idx="107">
                  <c:v>0.51</c:v>
                </c:pt>
                <c:pt idx="108">
                  <c:v>0.51</c:v>
                </c:pt>
                <c:pt idx="109">
                  <c:v>0.42</c:v>
                </c:pt>
                <c:pt idx="110">
                  <c:v>0.44</c:v>
                </c:pt>
                <c:pt idx="111">
                  <c:v>0.41</c:v>
                </c:pt>
                <c:pt idx="112">
                  <c:v>0.4</c:v>
                </c:pt>
                <c:pt idx="113">
                  <c:v>0.42</c:v>
                </c:pt>
                <c:pt idx="114">
                  <c:v>0.41</c:v>
                </c:pt>
                <c:pt idx="115">
                  <c:v>0.34</c:v>
                </c:pt>
                <c:pt idx="116">
                  <c:v>0.32</c:v>
                </c:pt>
                <c:pt idx="117">
                  <c:v>0.28</c:v>
                </c:pt>
                <c:pt idx="118">
                  <c:v>0.3</c:v>
                </c:pt>
                <c:pt idx="119">
                  <c:v>0.21</c:v>
                </c:pt>
                <c:pt idx="120">
                  <c:v>0.29</c:v>
                </c:pt>
                <c:pt idx="121">
                  <c:v>0.28</c:v>
                </c:pt>
                <c:pt idx="122">
                  <c:v>0.2</c:v>
                </c:pt>
                <c:pt idx="123">
                  <c:v>0.1</c:v>
                </c:pt>
                <c:pt idx="124">
                  <c:v>0.07</c:v>
                </c:pt>
                <c:pt idx="125">
                  <c:v>0.09</c:v>
                </c:pt>
                <c:pt idx="126">
                  <c:v>0.1</c:v>
                </c:pt>
                <c:pt idx="127">
                  <c:v>0.03</c:v>
                </c:pt>
                <c:pt idx="128">
                  <c:v>0.07</c:v>
                </c:pt>
                <c:pt idx="129">
                  <c:v>0.01</c:v>
                </c:pt>
                <c:pt idx="130">
                  <c:v>0.06</c:v>
                </c:pt>
                <c:pt idx="131">
                  <c:v>0</c:v>
                </c:pt>
                <c:pt idx="132">
                  <c:v>-0.03</c:v>
                </c:pt>
                <c:pt idx="133">
                  <c:v>-0.01</c:v>
                </c:pt>
                <c:pt idx="134">
                  <c:v>-0.07</c:v>
                </c:pt>
                <c:pt idx="135">
                  <c:v>-0.03</c:v>
                </c:pt>
                <c:pt idx="136">
                  <c:v>-0.12</c:v>
                </c:pt>
                <c:pt idx="137">
                  <c:v>-0.08</c:v>
                </c:pt>
                <c:pt idx="138">
                  <c:v>-0.12</c:v>
                </c:pt>
                <c:pt idx="139">
                  <c:v>-0.12</c:v>
                </c:pt>
                <c:pt idx="140">
                  <c:v>-0.11</c:v>
                </c:pt>
                <c:pt idx="141">
                  <c:v>-0.09</c:v>
                </c:pt>
                <c:pt idx="142">
                  <c:v>-0.02</c:v>
                </c:pt>
                <c:pt idx="143">
                  <c:v>-0.1</c:v>
                </c:pt>
                <c:pt idx="144">
                  <c:v>-0.14</c:v>
                </c:pt>
                <c:pt idx="145">
                  <c:v>-0.13</c:v>
                </c:pt>
                <c:pt idx="146">
                  <c:v>-0.04</c:v>
                </c:pt>
                <c:pt idx="147">
                  <c:v>-0.01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101.15</c:v>
                </c:pt>
                <c:pt idx="1">
                  <c:v>101.93</c:v>
                </c:pt>
                <c:pt idx="2">
                  <c:v>102.2</c:v>
                </c:pt>
                <c:pt idx="3">
                  <c:v>103.12</c:v>
                </c:pt>
                <c:pt idx="4">
                  <c:v>103.45</c:v>
                </c:pt>
                <c:pt idx="5">
                  <c:v>103.99</c:v>
                </c:pt>
                <c:pt idx="6">
                  <c:v>104.41</c:v>
                </c:pt>
                <c:pt idx="7">
                  <c:v>104.82</c:v>
                </c:pt>
                <c:pt idx="8">
                  <c:v>105.17</c:v>
                </c:pt>
                <c:pt idx="9">
                  <c:v>105.6</c:v>
                </c:pt>
                <c:pt idx="10">
                  <c:v>105.59</c:v>
                </c:pt>
                <c:pt idx="11">
                  <c:v>106.27</c:v>
                </c:pt>
                <c:pt idx="12">
                  <c:v>106.47</c:v>
                </c:pt>
                <c:pt idx="13">
                  <c:v>106.3</c:v>
                </c:pt>
                <c:pt idx="14">
                  <c:v>106.26</c:v>
                </c:pt>
                <c:pt idx="15">
                  <c:v>105.69</c:v>
                </c:pt>
                <c:pt idx="16">
                  <c:v>105.53</c:v>
                </c:pt>
                <c:pt idx="17">
                  <c:v>105.49</c:v>
                </c:pt>
                <c:pt idx="18">
                  <c:v>105.64</c:v>
                </c:pt>
                <c:pt idx="19">
                  <c:v>105.74</c:v>
                </c:pt>
                <c:pt idx="20">
                  <c:v>105.59</c:v>
                </c:pt>
                <c:pt idx="21">
                  <c:v>105.83</c:v>
                </c:pt>
                <c:pt idx="22">
                  <c:v>105.5</c:v>
                </c:pt>
                <c:pt idx="23">
                  <c:v>105.57</c:v>
                </c:pt>
                <c:pt idx="24">
                  <c:v>105.59</c:v>
                </c:pt>
                <c:pt idx="25">
                  <c:v>105.31</c:v>
                </c:pt>
                <c:pt idx="26">
                  <c:v>105.22</c:v>
                </c:pt>
                <c:pt idx="27">
                  <c:v>105.36</c:v>
                </c:pt>
                <c:pt idx="28">
                  <c:v>105.09</c:v>
                </c:pt>
                <c:pt idx="29">
                  <c:v>105.19</c:v>
                </c:pt>
                <c:pt idx="30">
                  <c:v>104.72</c:v>
                </c:pt>
                <c:pt idx="31">
                  <c:v>104.88</c:v>
                </c:pt>
                <c:pt idx="32">
                  <c:v>104.81</c:v>
                </c:pt>
                <c:pt idx="33">
                  <c:v>104.6</c:v>
                </c:pt>
                <c:pt idx="34">
                  <c:v>104.43</c:v>
                </c:pt>
                <c:pt idx="35">
                  <c:v>104.27</c:v>
                </c:pt>
                <c:pt idx="36">
                  <c:v>104.14</c:v>
                </c:pt>
                <c:pt idx="37">
                  <c:v>103.79</c:v>
                </c:pt>
                <c:pt idx="38">
                  <c:v>103.69</c:v>
                </c:pt>
                <c:pt idx="39">
                  <c:v>103.19</c:v>
                </c:pt>
                <c:pt idx="40">
                  <c:v>102.42</c:v>
                </c:pt>
                <c:pt idx="41">
                  <c:v>101.45</c:v>
                </c:pt>
                <c:pt idx="42">
                  <c:v>100.08</c:v>
                </c:pt>
                <c:pt idx="43">
                  <c:v>97.67</c:v>
                </c:pt>
                <c:pt idx="44">
                  <c:v>94.78</c:v>
                </c:pt>
                <c:pt idx="45">
                  <c:v>90.26</c:v>
                </c:pt>
                <c:pt idx="46">
                  <c:v>83.85</c:v>
                </c:pt>
                <c:pt idx="47">
                  <c:v>76.48</c:v>
                </c:pt>
                <c:pt idx="48">
                  <c:v>67.27</c:v>
                </c:pt>
                <c:pt idx="49">
                  <c:v>57.62</c:v>
                </c:pt>
                <c:pt idx="50">
                  <c:v>47.47</c:v>
                </c:pt>
                <c:pt idx="51">
                  <c:v>38.2</c:v>
                </c:pt>
                <c:pt idx="52">
                  <c:v>30.3</c:v>
                </c:pt>
                <c:pt idx="53">
                  <c:v>23.79</c:v>
                </c:pt>
                <c:pt idx="54">
                  <c:v>18.36</c:v>
                </c:pt>
                <c:pt idx="55">
                  <c:v>13.9</c:v>
                </c:pt>
                <c:pt idx="56">
                  <c:v>11.05</c:v>
                </c:pt>
                <c:pt idx="57">
                  <c:v>8.53</c:v>
                </c:pt>
                <c:pt idx="58">
                  <c:v>6.71</c:v>
                </c:pt>
                <c:pt idx="59">
                  <c:v>5.44</c:v>
                </c:pt>
                <c:pt idx="60">
                  <c:v>4.92</c:v>
                </c:pt>
                <c:pt idx="61">
                  <c:v>4.44</c:v>
                </c:pt>
                <c:pt idx="62">
                  <c:v>4.05</c:v>
                </c:pt>
                <c:pt idx="63">
                  <c:v>3.79</c:v>
                </c:pt>
                <c:pt idx="64">
                  <c:v>3.73</c:v>
                </c:pt>
                <c:pt idx="65">
                  <c:v>3.66</c:v>
                </c:pt>
                <c:pt idx="66">
                  <c:v>3.59</c:v>
                </c:pt>
                <c:pt idx="67">
                  <c:v>3.5</c:v>
                </c:pt>
                <c:pt idx="68">
                  <c:v>3.11</c:v>
                </c:pt>
                <c:pt idx="69">
                  <c:v>2.95</c:v>
                </c:pt>
                <c:pt idx="70">
                  <c:v>3.15</c:v>
                </c:pt>
                <c:pt idx="71">
                  <c:v>2.75</c:v>
                </c:pt>
                <c:pt idx="72">
                  <c:v>2.78</c:v>
                </c:pt>
                <c:pt idx="73">
                  <c:v>2.49</c:v>
                </c:pt>
                <c:pt idx="74">
                  <c:v>2.53</c:v>
                </c:pt>
                <c:pt idx="75">
                  <c:v>2.23</c:v>
                </c:pt>
                <c:pt idx="76">
                  <c:v>2.53</c:v>
                </c:pt>
                <c:pt idx="77">
                  <c:v>2.13</c:v>
                </c:pt>
                <c:pt idx="78">
                  <c:v>1.78</c:v>
                </c:pt>
                <c:pt idx="79">
                  <c:v>1.95</c:v>
                </c:pt>
                <c:pt idx="80">
                  <c:v>1.81</c:v>
                </c:pt>
                <c:pt idx="81">
                  <c:v>1.67</c:v>
                </c:pt>
                <c:pt idx="82">
                  <c:v>1.47</c:v>
                </c:pt>
                <c:pt idx="83">
                  <c:v>1.13</c:v>
                </c:pt>
                <c:pt idx="84">
                  <c:v>1.15</c:v>
                </c:pt>
                <c:pt idx="85">
                  <c:v>0.61</c:v>
                </c:pt>
                <c:pt idx="86">
                  <c:v>0.37</c:v>
                </c:pt>
                <c:pt idx="87">
                  <c:v>0.07</c:v>
                </c:pt>
                <c:pt idx="88">
                  <c:v>-0.25</c:v>
                </c:pt>
                <c:pt idx="89">
                  <c:v>-0.7</c:v>
                </c:pt>
                <c:pt idx="90">
                  <c:v>-1.06</c:v>
                </c:pt>
                <c:pt idx="91">
                  <c:v>-1.8</c:v>
                </c:pt>
                <c:pt idx="92">
                  <c:v>-2.3</c:v>
                </c:pt>
                <c:pt idx="93">
                  <c:v>-2.79</c:v>
                </c:pt>
                <c:pt idx="94">
                  <c:v>-3.41</c:v>
                </c:pt>
                <c:pt idx="95">
                  <c:v>-3.7</c:v>
                </c:pt>
                <c:pt idx="96">
                  <c:v>-4.11</c:v>
                </c:pt>
                <c:pt idx="97">
                  <c:v>-3.91</c:v>
                </c:pt>
                <c:pt idx="98">
                  <c:v>-3.99</c:v>
                </c:pt>
                <c:pt idx="99">
                  <c:v>-4.23</c:v>
                </c:pt>
                <c:pt idx="100">
                  <c:v>-4.05</c:v>
                </c:pt>
                <c:pt idx="101">
                  <c:v>-4.2</c:v>
                </c:pt>
                <c:pt idx="102">
                  <c:v>-4.05</c:v>
                </c:pt>
                <c:pt idx="103">
                  <c:v>-4.1</c:v>
                </c:pt>
                <c:pt idx="104">
                  <c:v>-4.07</c:v>
                </c:pt>
                <c:pt idx="105">
                  <c:v>-3.89</c:v>
                </c:pt>
                <c:pt idx="106">
                  <c:v>-4.16</c:v>
                </c:pt>
                <c:pt idx="107">
                  <c:v>-3.98</c:v>
                </c:pt>
                <c:pt idx="108">
                  <c:v>-4.09</c:v>
                </c:pt>
                <c:pt idx="109">
                  <c:v>-3.93</c:v>
                </c:pt>
                <c:pt idx="110">
                  <c:v>-3.79</c:v>
                </c:pt>
                <c:pt idx="111">
                  <c:v>-3.96</c:v>
                </c:pt>
                <c:pt idx="112">
                  <c:v>-3.92</c:v>
                </c:pt>
                <c:pt idx="113">
                  <c:v>-3.73</c:v>
                </c:pt>
                <c:pt idx="114">
                  <c:v>-3.67</c:v>
                </c:pt>
                <c:pt idx="115">
                  <c:v>-3.47</c:v>
                </c:pt>
                <c:pt idx="116">
                  <c:v>-3.49</c:v>
                </c:pt>
                <c:pt idx="117">
                  <c:v>-3.46</c:v>
                </c:pt>
                <c:pt idx="118">
                  <c:v>-3.1</c:v>
                </c:pt>
                <c:pt idx="119">
                  <c:v>-3.22</c:v>
                </c:pt>
                <c:pt idx="120">
                  <c:v>-3.21</c:v>
                </c:pt>
                <c:pt idx="121">
                  <c:v>-3.34</c:v>
                </c:pt>
                <c:pt idx="122">
                  <c:v>-3.31</c:v>
                </c:pt>
                <c:pt idx="123">
                  <c:v>-2.81</c:v>
                </c:pt>
                <c:pt idx="124">
                  <c:v>-2.7</c:v>
                </c:pt>
                <c:pt idx="125">
                  <c:v>-2.81</c:v>
                </c:pt>
                <c:pt idx="126">
                  <c:v>-2.58</c:v>
                </c:pt>
                <c:pt idx="127">
                  <c:v>-2.39</c:v>
                </c:pt>
                <c:pt idx="128">
                  <c:v>-2.26</c:v>
                </c:pt>
                <c:pt idx="129">
                  <c:v>-2.21</c:v>
                </c:pt>
                <c:pt idx="130">
                  <c:v>-1.96</c:v>
                </c:pt>
                <c:pt idx="131">
                  <c:v>-2</c:v>
                </c:pt>
                <c:pt idx="132">
                  <c:v>-1.66</c:v>
                </c:pt>
                <c:pt idx="133">
                  <c:v>-1.9</c:v>
                </c:pt>
                <c:pt idx="134">
                  <c:v>-1.47</c:v>
                </c:pt>
                <c:pt idx="135">
                  <c:v>-1.6</c:v>
                </c:pt>
                <c:pt idx="136">
                  <c:v>-1.19</c:v>
                </c:pt>
                <c:pt idx="137">
                  <c:v>-1.34</c:v>
                </c:pt>
                <c:pt idx="138">
                  <c:v>-1.17</c:v>
                </c:pt>
                <c:pt idx="139">
                  <c:v>-1.04</c:v>
                </c:pt>
                <c:pt idx="140">
                  <c:v>-0.84</c:v>
                </c:pt>
                <c:pt idx="141">
                  <c:v>-0.75</c:v>
                </c:pt>
                <c:pt idx="142">
                  <c:v>-0.93</c:v>
                </c:pt>
                <c:pt idx="143">
                  <c:v>-0.42</c:v>
                </c:pt>
                <c:pt idx="144">
                  <c:v>-0.32</c:v>
                </c:pt>
                <c:pt idx="145">
                  <c:v>-0.47</c:v>
                </c:pt>
                <c:pt idx="146">
                  <c:v>-0.16</c:v>
                </c:pt>
                <c:pt idx="147">
                  <c:v>-0.1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101.78</c:v>
                </c:pt>
                <c:pt idx="1">
                  <c:v>103.03</c:v>
                </c:pt>
                <c:pt idx="2">
                  <c:v>104.49</c:v>
                </c:pt>
                <c:pt idx="3">
                  <c:v>105.25</c:v>
                </c:pt>
                <c:pt idx="4">
                  <c:v>106.57</c:v>
                </c:pt>
                <c:pt idx="5">
                  <c:v>106.67</c:v>
                </c:pt>
                <c:pt idx="6">
                  <c:v>107.71</c:v>
                </c:pt>
                <c:pt idx="7">
                  <c:v>108.53</c:v>
                </c:pt>
                <c:pt idx="8">
                  <c:v>108.87</c:v>
                </c:pt>
                <c:pt idx="9">
                  <c:v>109.15</c:v>
                </c:pt>
                <c:pt idx="10">
                  <c:v>110.08</c:v>
                </c:pt>
                <c:pt idx="11">
                  <c:v>110.96</c:v>
                </c:pt>
                <c:pt idx="12">
                  <c:v>110.65</c:v>
                </c:pt>
                <c:pt idx="13">
                  <c:v>110.99</c:v>
                </c:pt>
                <c:pt idx="14">
                  <c:v>111.01</c:v>
                </c:pt>
                <c:pt idx="15">
                  <c:v>111.06</c:v>
                </c:pt>
                <c:pt idx="16">
                  <c:v>110.71</c:v>
                </c:pt>
                <c:pt idx="17">
                  <c:v>110.31</c:v>
                </c:pt>
                <c:pt idx="18">
                  <c:v>110.44</c:v>
                </c:pt>
                <c:pt idx="19">
                  <c:v>110.36</c:v>
                </c:pt>
                <c:pt idx="20">
                  <c:v>110.6</c:v>
                </c:pt>
                <c:pt idx="21">
                  <c:v>110.68</c:v>
                </c:pt>
                <c:pt idx="22">
                  <c:v>110.45</c:v>
                </c:pt>
                <c:pt idx="23">
                  <c:v>110.5</c:v>
                </c:pt>
                <c:pt idx="24">
                  <c:v>109.65</c:v>
                </c:pt>
                <c:pt idx="25">
                  <c:v>110.07</c:v>
                </c:pt>
                <c:pt idx="26">
                  <c:v>109.8</c:v>
                </c:pt>
                <c:pt idx="27">
                  <c:v>109.9</c:v>
                </c:pt>
                <c:pt idx="28">
                  <c:v>109.86</c:v>
                </c:pt>
                <c:pt idx="29">
                  <c:v>108.96</c:v>
                </c:pt>
                <c:pt idx="30">
                  <c:v>109.55</c:v>
                </c:pt>
                <c:pt idx="31">
                  <c:v>109.03</c:v>
                </c:pt>
                <c:pt idx="32">
                  <c:v>109.07</c:v>
                </c:pt>
                <c:pt idx="33">
                  <c:v>108.55</c:v>
                </c:pt>
                <c:pt idx="34">
                  <c:v>108.23</c:v>
                </c:pt>
                <c:pt idx="35">
                  <c:v>108.29</c:v>
                </c:pt>
                <c:pt idx="36">
                  <c:v>107.92</c:v>
                </c:pt>
                <c:pt idx="37">
                  <c:v>107.81</c:v>
                </c:pt>
                <c:pt idx="38">
                  <c:v>106.91</c:v>
                </c:pt>
                <c:pt idx="39">
                  <c:v>106.67</c:v>
                </c:pt>
                <c:pt idx="40">
                  <c:v>106.07</c:v>
                </c:pt>
                <c:pt idx="41">
                  <c:v>105.7</c:v>
                </c:pt>
                <c:pt idx="42">
                  <c:v>104.44</c:v>
                </c:pt>
                <c:pt idx="43">
                  <c:v>103.19</c:v>
                </c:pt>
                <c:pt idx="44">
                  <c:v>100.81</c:v>
                </c:pt>
                <c:pt idx="45">
                  <c:v>97.61</c:v>
                </c:pt>
                <c:pt idx="46">
                  <c:v>93.43</c:v>
                </c:pt>
                <c:pt idx="47">
                  <c:v>85.09</c:v>
                </c:pt>
                <c:pt idx="48">
                  <c:v>73.01</c:v>
                </c:pt>
                <c:pt idx="49">
                  <c:v>58.85</c:v>
                </c:pt>
                <c:pt idx="50">
                  <c:v>45.95</c:v>
                </c:pt>
                <c:pt idx="51">
                  <c:v>35.29</c:v>
                </c:pt>
                <c:pt idx="52">
                  <c:v>27.24</c:v>
                </c:pt>
                <c:pt idx="53">
                  <c:v>21.95</c:v>
                </c:pt>
                <c:pt idx="54">
                  <c:v>17.06</c:v>
                </c:pt>
                <c:pt idx="55">
                  <c:v>13.65</c:v>
                </c:pt>
                <c:pt idx="56">
                  <c:v>11.34</c:v>
                </c:pt>
                <c:pt idx="57">
                  <c:v>10.11</c:v>
                </c:pt>
                <c:pt idx="58">
                  <c:v>8.34</c:v>
                </c:pt>
                <c:pt idx="59">
                  <c:v>7.03</c:v>
                </c:pt>
                <c:pt idx="60">
                  <c:v>6.23</c:v>
                </c:pt>
                <c:pt idx="61">
                  <c:v>6.05</c:v>
                </c:pt>
                <c:pt idx="62">
                  <c:v>5.26</c:v>
                </c:pt>
                <c:pt idx="63">
                  <c:v>5.13</c:v>
                </c:pt>
                <c:pt idx="64">
                  <c:v>5.23</c:v>
                </c:pt>
                <c:pt idx="65">
                  <c:v>4.15</c:v>
                </c:pt>
                <c:pt idx="66">
                  <c:v>3.88</c:v>
                </c:pt>
                <c:pt idx="67">
                  <c:v>3.66</c:v>
                </c:pt>
                <c:pt idx="68">
                  <c:v>3</c:v>
                </c:pt>
                <c:pt idx="69">
                  <c:v>3.26</c:v>
                </c:pt>
                <c:pt idx="70">
                  <c:v>2.04</c:v>
                </c:pt>
                <c:pt idx="71">
                  <c:v>2.58</c:v>
                </c:pt>
                <c:pt idx="72">
                  <c:v>2.47</c:v>
                </c:pt>
                <c:pt idx="73">
                  <c:v>1.84</c:v>
                </c:pt>
                <c:pt idx="74">
                  <c:v>1.5</c:v>
                </c:pt>
                <c:pt idx="75">
                  <c:v>1.14</c:v>
                </c:pt>
                <c:pt idx="76">
                  <c:v>1.32</c:v>
                </c:pt>
                <c:pt idx="77">
                  <c:v>0.82</c:v>
                </c:pt>
                <c:pt idx="78">
                  <c:v>0.83</c:v>
                </c:pt>
                <c:pt idx="79">
                  <c:v>0.14</c:v>
                </c:pt>
                <c:pt idx="80">
                  <c:v>-0.43</c:v>
                </c:pt>
                <c:pt idx="81">
                  <c:v>-0.65</c:v>
                </c:pt>
                <c:pt idx="82">
                  <c:v>-1.34</c:v>
                </c:pt>
                <c:pt idx="83">
                  <c:v>-1.71</c:v>
                </c:pt>
                <c:pt idx="84">
                  <c:v>-1.75</c:v>
                </c:pt>
                <c:pt idx="85">
                  <c:v>-2.9</c:v>
                </c:pt>
                <c:pt idx="86">
                  <c:v>-3.28</c:v>
                </c:pt>
                <c:pt idx="87">
                  <c:v>-2.99</c:v>
                </c:pt>
                <c:pt idx="88">
                  <c:v>-3.39</c:v>
                </c:pt>
                <c:pt idx="89">
                  <c:v>-4.11</c:v>
                </c:pt>
                <c:pt idx="90">
                  <c:v>-4.41</c:v>
                </c:pt>
                <c:pt idx="91">
                  <c:v>-4.8</c:v>
                </c:pt>
                <c:pt idx="92">
                  <c:v>-4.89</c:v>
                </c:pt>
                <c:pt idx="93">
                  <c:v>-4.95</c:v>
                </c:pt>
                <c:pt idx="94">
                  <c:v>-4.8</c:v>
                </c:pt>
                <c:pt idx="95">
                  <c:v>-5.48</c:v>
                </c:pt>
                <c:pt idx="96">
                  <c:v>-5.53</c:v>
                </c:pt>
                <c:pt idx="97">
                  <c:v>-5.46</c:v>
                </c:pt>
                <c:pt idx="98">
                  <c:v>-5.75</c:v>
                </c:pt>
                <c:pt idx="99">
                  <c:v>-5.25</c:v>
                </c:pt>
                <c:pt idx="100">
                  <c:v>-5.52</c:v>
                </c:pt>
                <c:pt idx="101">
                  <c:v>-5.96</c:v>
                </c:pt>
                <c:pt idx="102">
                  <c:v>-5.82</c:v>
                </c:pt>
                <c:pt idx="103">
                  <c:v>-5.63</c:v>
                </c:pt>
                <c:pt idx="104">
                  <c:v>-5.57</c:v>
                </c:pt>
                <c:pt idx="105">
                  <c:v>-6.3</c:v>
                </c:pt>
                <c:pt idx="106">
                  <c:v>-5.88</c:v>
                </c:pt>
                <c:pt idx="107">
                  <c:v>-5.62</c:v>
                </c:pt>
                <c:pt idx="108">
                  <c:v>-5.64</c:v>
                </c:pt>
                <c:pt idx="109">
                  <c:v>-5.96</c:v>
                </c:pt>
                <c:pt idx="110">
                  <c:v>-5.08</c:v>
                </c:pt>
                <c:pt idx="111">
                  <c:v>-5.61</c:v>
                </c:pt>
                <c:pt idx="112">
                  <c:v>-5.87</c:v>
                </c:pt>
                <c:pt idx="113">
                  <c:v>-6.4</c:v>
                </c:pt>
                <c:pt idx="114">
                  <c:v>-5.95</c:v>
                </c:pt>
                <c:pt idx="115">
                  <c:v>-5.69</c:v>
                </c:pt>
                <c:pt idx="116">
                  <c:v>-5.85</c:v>
                </c:pt>
                <c:pt idx="117">
                  <c:v>-5.44</c:v>
                </c:pt>
                <c:pt idx="118">
                  <c:v>-4.88</c:v>
                </c:pt>
                <c:pt idx="119">
                  <c:v>-5.03</c:v>
                </c:pt>
                <c:pt idx="120">
                  <c:v>-4.72</c:v>
                </c:pt>
                <c:pt idx="121">
                  <c:v>-4.57</c:v>
                </c:pt>
                <c:pt idx="122">
                  <c:v>-5.04</c:v>
                </c:pt>
                <c:pt idx="123">
                  <c:v>-4.49</c:v>
                </c:pt>
                <c:pt idx="124">
                  <c:v>-4.53</c:v>
                </c:pt>
                <c:pt idx="125">
                  <c:v>-3.98</c:v>
                </c:pt>
                <c:pt idx="126">
                  <c:v>-4.41</c:v>
                </c:pt>
                <c:pt idx="127">
                  <c:v>-3.72</c:v>
                </c:pt>
                <c:pt idx="128">
                  <c:v>-4.14</c:v>
                </c:pt>
                <c:pt idx="129">
                  <c:v>-3.98</c:v>
                </c:pt>
                <c:pt idx="130">
                  <c:v>-3.83</c:v>
                </c:pt>
                <c:pt idx="131">
                  <c:v>-3.52</c:v>
                </c:pt>
                <c:pt idx="132">
                  <c:v>-3.86</c:v>
                </c:pt>
                <c:pt idx="133">
                  <c:v>-3.53</c:v>
                </c:pt>
                <c:pt idx="134">
                  <c:v>-3.31</c:v>
                </c:pt>
                <c:pt idx="135">
                  <c:v>-3.57</c:v>
                </c:pt>
                <c:pt idx="136">
                  <c:v>-2.6</c:v>
                </c:pt>
                <c:pt idx="137">
                  <c:v>-2.8</c:v>
                </c:pt>
                <c:pt idx="138">
                  <c:v>-2.13</c:v>
                </c:pt>
                <c:pt idx="139">
                  <c:v>-2.3</c:v>
                </c:pt>
                <c:pt idx="140">
                  <c:v>-2.33</c:v>
                </c:pt>
                <c:pt idx="141">
                  <c:v>-2.19</c:v>
                </c:pt>
                <c:pt idx="142">
                  <c:v>-2.06</c:v>
                </c:pt>
                <c:pt idx="143">
                  <c:v>-1.02</c:v>
                </c:pt>
                <c:pt idx="144">
                  <c:v>-1.32</c:v>
                </c:pt>
                <c:pt idx="145">
                  <c:v>-0.76</c:v>
                </c:pt>
                <c:pt idx="146">
                  <c:v>-0.09</c:v>
                </c:pt>
                <c:pt idx="147">
                  <c:v>0.04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20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20"/>
          <c:min val="-2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EPS 준불연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6"/>
          <c:w val="0.84"/>
          <c:h val="0.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100.2</c:v>
                </c:pt>
                <c:pt idx="1">
                  <c:v>100.23</c:v>
                </c:pt>
                <c:pt idx="2">
                  <c:v>100.26</c:v>
                </c:pt>
                <c:pt idx="3">
                  <c:v>100.32</c:v>
                </c:pt>
                <c:pt idx="4">
                  <c:v>100.3</c:v>
                </c:pt>
                <c:pt idx="5">
                  <c:v>100.26</c:v>
                </c:pt>
                <c:pt idx="6">
                  <c:v>100.23</c:v>
                </c:pt>
                <c:pt idx="7">
                  <c:v>100.19</c:v>
                </c:pt>
                <c:pt idx="8">
                  <c:v>100.19</c:v>
                </c:pt>
                <c:pt idx="9">
                  <c:v>100.05</c:v>
                </c:pt>
                <c:pt idx="10">
                  <c:v>99.91</c:v>
                </c:pt>
                <c:pt idx="11">
                  <c:v>99.64</c:v>
                </c:pt>
                <c:pt idx="12">
                  <c:v>99.38</c:v>
                </c:pt>
                <c:pt idx="13">
                  <c:v>99.25</c:v>
                </c:pt>
                <c:pt idx="14">
                  <c:v>99.15</c:v>
                </c:pt>
                <c:pt idx="15">
                  <c:v>99.06</c:v>
                </c:pt>
                <c:pt idx="16">
                  <c:v>98.98</c:v>
                </c:pt>
                <c:pt idx="17">
                  <c:v>98.89</c:v>
                </c:pt>
                <c:pt idx="18">
                  <c:v>98.8</c:v>
                </c:pt>
                <c:pt idx="19">
                  <c:v>98.73</c:v>
                </c:pt>
                <c:pt idx="20">
                  <c:v>98.67</c:v>
                </c:pt>
                <c:pt idx="21">
                  <c:v>98.55</c:v>
                </c:pt>
                <c:pt idx="22">
                  <c:v>98.48</c:v>
                </c:pt>
                <c:pt idx="23">
                  <c:v>98.37</c:v>
                </c:pt>
                <c:pt idx="24">
                  <c:v>98.26</c:v>
                </c:pt>
                <c:pt idx="25">
                  <c:v>98.14</c:v>
                </c:pt>
                <c:pt idx="26">
                  <c:v>98.07</c:v>
                </c:pt>
                <c:pt idx="27">
                  <c:v>97.96</c:v>
                </c:pt>
                <c:pt idx="28">
                  <c:v>97.83</c:v>
                </c:pt>
                <c:pt idx="29">
                  <c:v>97.74</c:v>
                </c:pt>
                <c:pt idx="30">
                  <c:v>97.66</c:v>
                </c:pt>
                <c:pt idx="31">
                  <c:v>97.59</c:v>
                </c:pt>
                <c:pt idx="32">
                  <c:v>97.5</c:v>
                </c:pt>
                <c:pt idx="33">
                  <c:v>97.35</c:v>
                </c:pt>
                <c:pt idx="34">
                  <c:v>97.16</c:v>
                </c:pt>
                <c:pt idx="35">
                  <c:v>96.87</c:v>
                </c:pt>
                <c:pt idx="36">
                  <c:v>96.54</c:v>
                </c:pt>
                <c:pt idx="37">
                  <c:v>96.14</c:v>
                </c:pt>
                <c:pt idx="38">
                  <c:v>95.64</c:v>
                </c:pt>
                <c:pt idx="39">
                  <c:v>95.09</c:v>
                </c:pt>
                <c:pt idx="40">
                  <c:v>94.47</c:v>
                </c:pt>
                <c:pt idx="41">
                  <c:v>93.91</c:v>
                </c:pt>
                <c:pt idx="42">
                  <c:v>93.26</c:v>
                </c:pt>
                <c:pt idx="43">
                  <c:v>92.72</c:v>
                </c:pt>
                <c:pt idx="44">
                  <c:v>92.12</c:v>
                </c:pt>
                <c:pt idx="45">
                  <c:v>91.54</c:v>
                </c:pt>
                <c:pt idx="46">
                  <c:v>91</c:v>
                </c:pt>
                <c:pt idx="47">
                  <c:v>90.5</c:v>
                </c:pt>
                <c:pt idx="48">
                  <c:v>90</c:v>
                </c:pt>
                <c:pt idx="49">
                  <c:v>89.51</c:v>
                </c:pt>
                <c:pt idx="50">
                  <c:v>89.03</c:v>
                </c:pt>
                <c:pt idx="51">
                  <c:v>88.49</c:v>
                </c:pt>
                <c:pt idx="52">
                  <c:v>87.94</c:v>
                </c:pt>
                <c:pt idx="53">
                  <c:v>87.33</c:v>
                </c:pt>
                <c:pt idx="54">
                  <c:v>86.69</c:v>
                </c:pt>
                <c:pt idx="55">
                  <c:v>86</c:v>
                </c:pt>
                <c:pt idx="56">
                  <c:v>85.23</c:v>
                </c:pt>
                <c:pt idx="57">
                  <c:v>84.41</c:v>
                </c:pt>
                <c:pt idx="58">
                  <c:v>83.44</c:v>
                </c:pt>
                <c:pt idx="59">
                  <c:v>82.41</c:v>
                </c:pt>
                <c:pt idx="60">
                  <c:v>81.18</c:v>
                </c:pt>
                <c:pt idx="61">
                  <c:v>79.77</c:v>
                </c:pt>
                <c:pt idx="62">
                  <c:v>78.16</c:v>
                </c:pt>
                <c:pt idx="63">
                  <c:v>76.33</c:v>
                </c:pt>
                <c:pt idx="64">
                  <c:v>74.19</c:v>
                </c:pt>
                <c:pt idx="65">
                  <c:v>71.69</c:v>
                </c:pt>
                <c:pt idx="66">
                  <c:v>68.84</c:v>
                </c:pt>
                <c:pt idx="67">
                  <c:v>65.59</c:v>
                </c:pt>
                <c:pt idx="68">
                  <c:v>61.8</c:v>
                </c:pt>
                <c:pt idx="69">
                  <c:v>57.57</c:v>
                </c:pt>
                <c:pt idx="70">
                  <c:v>52.92</c:v>
                </c:pt>
                <c:pt idx="71">
                  <c:v>47.94</c:v>
                </c:pt>
                <c:pt idx="72">
                  <c:v>42.76</c:v>
                </c:pt>
                <c:pt idx="73">
                  <c:v>37.35</c:v>
                </c:pt>
                <c:pt idx="74">
                  <c:v>31.78</c:v>
                </c:pt>
                <c:pt idx="75">
                  <c:v>26.1</c:v>
                </c:pt>
                <c:pt idx="76">
                  <c:v>20.52</c:v>
                </c:pt>
                <c:pt idx="77">
                  <c:v>15.36</c:v>
                </c:pt>
                <c:pt idx="78">
                  <c:v>11.34</c:v>
                </c:pt>
                <c:pt idx="79">
                  <c:v>9.31</c:v>
                </c:pt>
                <c:pt idx="80">
                  <c:v>8.66</c:v>
                </c:pt>
                <c:pt idx="81">
                  <c:v>8.51</c:v>
                </c:pt>
                <c:pt idx="82">
                  <c:v>8.35</c:v>
                </c:pt>
                <c:pt idx="83">
                  <c:v>8.19</c:v>
                </c:pt>
                <c:pt idx="84">
                  <c:v>8.07</c:v>
                </c:pt>
                <c:pt idx="85">
                  <c:v>7.85</c:v>
                </c:pt>
                <c:pt idx="86">
                  <c:v>7.72</c:v>
                </c:pt>
                <c:pt idx="87">
                  <c:v>7.59</c:v>
                </c:pt>
                <c:pt idx="88">
                  <c:v>7.4</c:v>
                </c:pt>
                <c:pt idx="89">
                  <c:v>7.32</c:v>
                </c:pt>
                <c:pt idx="90">
                  <c:v>7.15</c:v>
                </c:pt>
                <c:pt idx="91">
                  <c:v>7.04</c:v>
                </c:pt>
                <c:pt idx="92">
                  <c:v>6.87</c:v>
                </c:pt>
                <c:pt idx="93">
                  <c:v>6.78</c:v>
                </c:pt>
                <c:pt idx="94">
                  <c:v>6.68</c:v>
                </c:pt>
                <c:pt idx="95">
                  <c:v>6.58</c:v>
                </c:pt>
                <c:pt idx="96">
                  <c:v>6.46</c:v>
                </c:pt>
                <c:pt idx="97">
                  <c:v>6.38</c:v>
                </c:pt>
                <c:pt idx="98">
                  <c:v>6.24</c:v>
                </c:pt>
                <c:pt idx="99">
                  <c:v>6.1</c:v>
                </c:pt>
                <c:pt idx="100">
                  <c:v>5.99</c:v>
                </c:pt>
                <c:pt idx="101">
                  <c:v>5.86</c:v>
                </c:pt>
                <c:pt idx="102">
                  <c:v>5.74</c:v>
                </c:pt>
                <c:pt idx="103">
                  <c:v>5.62</c:v>
                </c:pt>
                <c:pt idx="104">
                  <c:v>5.48</c:v>
                </c:pt>
                <c:pt idx="105">
                  <c:v>5.36</c:v>
                </c:pt>
                <c:pt idx="106">
                  <c:v>5.22</c:v>
                </c:pt>
                <c:pt idx="107">
                  <c:v>5.03</c:v>
                </c:pt>
                <c:pt idx="108">
                  <c:v>4.89</c:v>
                </c:pt>
                <c:pt idx="109">
                  <c:v>4.75</c:v>
                </c:pt>
                <c:pt idx="110">
                  <c:v>4.57</c:v>
                </c:pt>
                <c:pt idx="111">
                  <c:v>4.39</c:v>
                </c:pt>
                <c:pt idx="112">
                  <c:v>4.2</c:v>
                </c:pt>
                <c:pt idx="113">
                  <c:v>4.02</c:v>
                </c:pt>
                <c:pt idx="114">
                  <c:v>3.79</c:v>
                </c:pt>
                <c:pt idx="115">
                  <c:v>3.6</c:v>
                </c:pt>
                <c:pt idx="116">
                  <c:v>3.4</c:v>
                </c:pt>
                <c:pt idx="117">
                  <c:v>3.19</c:v>
                </c:pt>
                <c:pt idx="118">
                  <c:v>3.04</c:v>
                </c:pt>
                <c:pt idx="119">
                  <c:v>2.83</c:v>
                </c:pt>
                <c:pt idx="120">
                  <c:v>2.63</c:v>
                </c:pt>
                <c:pt idx="121">
                  <c:v>2.49</c:v>
                </c:pt>
                <c:pt idx="122">
                  <c:v>2.29</c:v>
                </c:pt>
                <c:pt idx="123">
                  <c:v>2.15</c:v>
                </c:pt>
                <c:pt idx="124">
                  <c:v>1.97</c:v>
                </c:pt>
                <c:pt idx="125">
                  <c:v>1.83</c:v>
                </c:pt>
                <c:pt idx="126">
                  <c:v>1.68</c:v>
                </c:pt>
                <c:pt idx="127">
                  <c:v>1.57</c:v>
                </c:pt>
                <c:pt idx="128">
                  <c:v>1.41</c:v>
                </c:pt>
                <c:pt idx="129">
                  <c:v>1.29</c:v>
                </c:pt>
                <c:pt idx="130">
                  <c:v>1.18</c:v>
                </c:pt>
                <c:pt idx="131">
                  <c:v>1.11</c:v>
                </c:pt>
                <c:pt idx="132">
                  <c:v>1.05</c:v>
                </c:pt>
                <c:pt idx="133">
                  <c:v>0.92</c:v>
                </c:pt>
                <c:pt idx="134">
                  <c:v>0.83</c:v>
                </c:pt>
                <c:pt idx="135">
                  <c:v>0.78</c:v>
                </c:pt>
                <c:pt idx="136">
                  <c:v>0.7</c:v>
                </c:pt>
                <c:pt idx="137">
                  <c:v>0.62</c:v>
                </c:pt>
                <c:pt idx="138">
                  <c:v>0.58</c:v>
                </c:pt>
                <c:pt idx="139">
                  <c:v>0.49</c:v>
                </c:pt>
                <c:pt idx="140">
                  <c:v>0.45</c:v>
                </c:pt>
                <c:pt idx="141">
                  <c:v>0.35</c:v>
                </c:pt>
                <c:pt idx="142">
                  <c:v>0.32</c:v>
                </c:pt>
                <c:pt idx="143">
                  <c:v>0.3</c:v>
                </c:pt>
                <c:pt idx="144">
                  <c:v>0.21</c:v>
                </c:pt>
                <c:pt idx="145">
                  <c:v>0.16</c:v>
                </c:pt>
                <c:pt idx="146">
                  <c:v>0.09</c:v>
                </c:pt>
                <c:pt idx="147">
                  <c:v>0.03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101.04</c:v>
                </c:pt>
                <c:pt idx="1">
                  <c:v>101.24</c:v>
                </c:pt>
                <c:pt idx="2">
                  <c:v>101.33</c:v>
                </c:pt>
                <c:pt idx="3">
                  <c:v>101.54</c:v>
                </c:pt>
                <c:pt idx="4">
                  <c:v>101.52</c:v>
                </c:pt>
                <c:pt idx="5">
                  <c:v>101.68</c:v>
                </c:pt>
                <c:pt idx="6">
                  <c:v>101.78</c:v>
                </c:pt>
                <c:pt idx="7">
                  <c:v>101.74</c:v>
                </c:pt>
                <c:pt idx="8">
                  <c:v>101.63</c:v>
                </c:pt>
                <c:pt idx="9">
                  <c:v>101.51</c:v>
                </c:pt>
                <c:pt idx="10">
                  <c:v>101.3</c:v>
                </c:pt>
                <c:pt idx="11">
                  <c:v>101.29</c:v>
                </c:pt>
                <c:pt idx="12">
                  <c:v>101.13</c:v>
                </c:pt>
                <c:pt idx="13">
                  <c:v>100.87</c:v>
                </c:pt>
                <c:pt idx="14">
                  <c:v>100.61</c:v>
                </c:pt>
                <c:pt idx="15">
                  <c:v>100.41</c:v>
                </c:pt>
                <c:pt idx="16">
                  <c:v>100.14</c:v>
                </c:pt>
                <c:pt idx="17">
                  <c:v>100</c:v>
                </c:pt>
                <c:pt idx="18">
                  <c:v>99.72</c:v>
                </c:pt>
                <c:pt idx="19">
                  <c:v>99.67</c:v>
                </c:pt>
                <c:pt idx="20">
                  <c:v>99.48</c:v>
                </c:pt>
                <c:pt idx="21">
                  <c:v>99.06</c:v>
                </c:pt>
                <c:pt idx="22">
                  <c:v>99.01</c:v>
                </c:pt>
                <c:pt idx="23">
                  <c:v>98.77</c:v>
                </c:pt>
                <c:pt idx="24">
                  <c:v>98.71</c:v>
                </c:pt>
                <c:pt idx="25">
                  <c:v>98.42</c:v>
                </c:pt>
                <c:pt idx="26">
                  <c:v>98.36</c:v>
                </c:pt>
                <c:pt idx="27">
                  <c:v>98.2</c:v>
                </c:pt>
                <c:pt idx="28">
                  <c:v>97.97</c:v>
                </c:pt>
                <c:pt idx="29">
                  <c:v>97.69</c:v>
                </c:pt>
                <c:pt idx="30">
                  <c:v>97.6</c:v>
                </c:pt>
                <c:pt idx="31">
                  <c:v>97.46</c:v>
                </c:pt>
                <c:pt idx="32">
                  <c:v>97.2</c:v>
                </c:pt>
                <c:pt idx="33">
                  <c:v>96.97</c:v>
                </c:pt>
                <c:pt idx="34">
                  <c:v>96.74</c:v>
                </c:pt>
                <c:pt idx="35">
                  <c:v>96.29</c:v>
                </c:pt>
                <c:pt idx="36">
                  <c:v>95.8</c:v>
                </c:pt>
                <c:pt idx="37">
                  <c:v>95.42</c:v>
                </c:pt>
                <c:pt idx="38">
                  <c:v>94.79</c:v>
                </c:pt>
                <c:pt idx="39">
                  <c:v>94.16</c:v>
                </c:pt>
                <c:pt idx="40">
                  <c:v>93.22</c:v>
                </c:pt>
                <c:pt idx="41">
                  <c:v>92.59</c:v>
                </c:pt>
                <c:pt idx="42">
                  <c:v>92.02</c:v>
                </c:pt>
                <c:pt idx="43">
                  <c:v>91.41</c:v>
                </c:pt>
                <c:pt idx="44">
                  <c:v>90.7</c:v>
                </c:pt>
                <c:pt idx="45">
                  <c:v>90.07</c:v>
                </c:pt>
                <c:pt idx="46">
                  <c:v>89.44</c:v>
                </c:pt>
                <c:pt idx="47">
                  <c:v>88.83</c:v>
                </c:pt>
                <c:pt idx="48">
                  <c:v>88.35</c:v>
                </c:pt>
                <c:pt idx="49">
                  <c:v>87.84</c:v>
                </c:pt>
                <c:pt idx="50">
                  <c:v>87.31</c:v>
                </c:pt>
                <c:pt idx="51">
                  <c:v>86.73</c:v>
                </c:pt>
                <c:pt idx="52">
                  <c:v>86.05</c:v>
                </c:pt>
                <c:pt idx="53">
                  <c:v>85.47</c:v>
                </c:pt>
                <c:pt idx="54">
                  <c:v>84.86</c:v>
                </c:pt>
                <c:pt idx="55">
                  <c:v>84.18</c:v>
                </c:pt>
                <c:pt idx="56">
                  <c:v>83.24</c:v>
                </c:pt>
                <c:pt idx="57">
                  <c:v>82.47</c:v>
                </c:pt>
                <c:pt idx="58">
                  <c:v>81.53</c:v>
                </c:pt>
                <c:pt idx="59">
                  <c:v>80.57</c:v>
                </c:pt>
                <c:pt idx="60">
                  <c:v>79.58</c:v>
                </c:pt>
                <c:pt idx="61">
                  <c:v>78.48</c:v>
                </c:pt>
                <c:pt idx="62">
                  <c:v>77.15</c:v>
                </c:pt>
                <c:pt idx="63">
                  <c:v>75.56</c:v>
                </c:pt>
                <c:pt idx="64">
                  <c:v>73.77</c:v>
                </c:pt>
                <c:pt idx="65">
                  <c:v>71.67</c:v>
                </c:pt>
                <c:pt idx="66">
                  <c:v>69.17</c:v>
                </c:pt>
                <c:pt idx="67">
                  <c:v>66.12</c:v>
                </c:pt>
                <c:pt idx="68">
                  <c:v>62.71</c:v>
                </c:pt>
                <c:pt idx="69">
                  <c:v>58.96</c:v>
                </c:pt>
                <c:pt idx="70">
                  <c:v>54.63</c:v>
                </c:pt>
                <c:pt idx="71">
                  <c:v>49.89</c:v>
                </c:pt>
                <c:pt idx="72">
                  <c:v>44.86</c:v>
                </c:pt>
                <c:pt idx="73">
                  <c:v>39.67</c:v>
                </c:pt>
                <c:pt idx="74">
                  <c:v>34.27</c:v>
                </c:pt>
                <c:pt idx="75">
                  <c:v>28.66</c:v>
                </c:pt>
                <c:pt idx="76">
                  <c:v>22.75</c:v>
                </c:pt>
                <c:pt idx="77">
                  <c:v>17.39</c:v>
                </c:pt>
                <c:pt idx="78">
                  <c:v>12.48</c:v>
                </c:pt>
                <c:pt idx="79">
                  <c:v>9.69</c:v>
                </c:pt>
                <c:pt idx="80">
                  <c:v>9.05</c:v>
                </c:pt>
                <c:pt idx="81">
                  <c:v>8.92</c:v>
                </c:pt>
                <c:pt idx="82">
                  <c:v>8.84</c:v>
                </c:pt>
                <c:pt idx="83">
                  <c:v>8.56</c:v>
                </c:pt>
                <c:pt idx="84">
                  <c:v>8.26</c:v>
                </c:pt>
                <c:pt idx="85">
                  <c:v>8</c:v>
                </c:pt>
                <c:pt idx="86">
                  <c:v>7.81</c:v>
                </c:pt>
                <c:pt idx="87">
                  <c:v>7.67</c:v>
                </c:pt>
                <c:pt idx="88">
                  <c:v>7.5</c:v>
                </c:pt>
                <c:pt idx="89">
                  <c:v>7.22</c:v>
                </c:pt>
                <c:pt idx="90">
                  <c:v>7.05</c:v>
                </c:pt>
                <c:pt idx="91">
                  <c:v>6.89</c:v>
                </c:pt>
                <c:pt idx="92">
                  <c:v>6.86</c:v>
                </c:pt>
                <c:pt idx="93">
                  <c:v>6.65</c:v>
                </c:pt>
                <c:pt idx="94">
                  <c:v>6.5</c:v>
                </c:pt>
                <c:pt idx="95">
                  <c:v>6.38</c:v>
                </c:pt>
                <c:pt idx="96">
                  <c:v>6.11</c:v>
                </c:pt>
                <c:pt idx="97">
                  <c:v>5.96</c:v>
                </c:pt>
                <c:pt idx="98">
                  <c:v>5.72</c:v>
                </c:pt>
                <c:pt idx="99">
                  <c:v>5.7</c:v>
                </c:pt>
                <c:pt idx="100">
                  <c:v>5.49</c:v>
                </c:pt>
                <c:pt idx="101">
                  <c:v>5.36</c:v>
                </c:pt>
                <c:pt idx="102">
                  <c:v>5.23</c:v>
                </c:pt>
                <c:pt idx="103">
                  <c:v>5.09</c:v>
                </c:pt>
                <c:pt idx="104">
                  <c:v>5</c:v>
                </c:pt>
                <c:pt idx="105">
                  <c:v>4.79</c:v>
                </c:pt>
                <c:pt idx="106">
                  <c:v>4.65</c:v>
                </c:pt>
                <c:pt idx="107">
                  <c:v>4.45</c:v>
                </c:pt>
                <c:pt idx="108">
                  <c:v>4.33</c:v>
                </c:pt>
                <c:pt idx="109">
                  <c:v>4.19</c:v>
                </c:pt>
                <c:pt idx="110">
                  <c:v>3.9</c:v>
                </c:pt>
                <c:pt idx="111">
                  <c:v>3.82</c:v>
                </c:pt>
                <c:pt idx="112">
                  <c:v>3.63</c:v>
                </c:pt>
                <c:pt idx="113">
                  <c:v>3.33</c:v>
                </c:pt>
                <c:pt idx="114">
                  <c:v>3.2</c:v>
                </c:pt>
                <c:pt idx="115">
                  <c:v>2.92</c:v>
                </c:pt>
                <c:pt idx="116">
                  <c:v>2.85</c:v>
                </c:pt>
                <c:pt idx="117">
                  <c:v>2.51</c:v>
                </c:pt>
                <c:pt idx="118">
                  <c:v>2.52</c:v>
                </c:pt>
                <c:pt idx="119">
                  <c:v>2.21</c:v>
                </c:pt>
                <c:pt idx="120">
                  <c:v>2.02</c:v>
                </c:pt>
                <c:pt idx="121">
                  <c:v>1.86</c:v>
                </c:pt>
                <c:pt idx="122">
                  <c:v>1.73</c:v>
                </c:pt>
                <c:pt idx="123">
                  <c:v>1.66</c:v>
                </c:pt>
                <c:pt idx="124">
                  <c:v>1.42</c:v>
                </c:pt>
                <c:pt idx="125">
                  <c:v>1.25</c:v>
                </c:pt>
                <c:pt idx="126">
                  <c:v>1.15</c:v>
                </c:pt>
                <c:pt idx="127">
                  <c:v>1.03</c:v>
                </c:pt>
                <c:pt idx="128">
                  <c:v>0.93</c:v>
                </c:pt>
                <c:pt idx="129">
                  <c:v>0.82</c:v>
                </c:pt>
                <c:pt idx="130">
                  <c:v>0.74</c:v>
                </c:pt>
                <c:pt idx="131">
                  <c:v>0.65</c:v>
                </c:pt>
                <c:pt idx="132">
                  <c:v>0.62</c:v>
                </c:pt>
                <c:pt idx="133">
                  <c:v>0.54</c:v>
                </c:pt>
                <c:pt idx="134">
                  <c:v>0.51</c:v>
                </c:pt>
                <c:pt idx="135">
                  <c:v>0.44</c:v>
                </c:pt>
                <c:pt idx="136">
                  <c:v>0.44</c:v>
                </c:pt>
                <c:pt idx="137">
                  <c:v>0.53</c:v>
                </c:pt>
                <c:pt idx="138">
                  <c:v>0.36</c:v>
                </c:pt>
                <c:pt idx="139">
                  <c:v>0.26</c:v>
                </c:pt>
                <c:pt idx="140">
                  <c:v>0.3</c:v>
                </c:pt>
                <c:pt idx="141">
                  <c:v>0.22</c:v>
                </c:pt>
                <c:pt idx="142">
                  <c:v>0.3</c:v>
                </c:pt>
                <c:pt idx="143">
                  <c:v>0.11</c:v>
                </c:pt>
                <c:pt idx="144">
                  <c:v>0.14</c:v>
                </c:pt>
                <c:pt idx="145">
                  <c:v>0.11</c:v>
                </c:pt>
                <c:pt idx="146">
                  <c:v>0.02</c:v>
                </c:pt>
                <c:pt idx="147">
                  <c:v>0.05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100.29</c:v>
                </c:pt>
                <c:pt idx="1">
                  <c:v>100.5</c:v>
                </c:pt>
                <c:pt idx="2">
                  <c:v>100.7</c:v>
                </c:pt>
                <c:pt idx="3">
                  <c:v>100.9</c:v>
                </c:pt>
                <c:pt idx="4">
                  <c:v>101.03</c:v>
                </c:pt>
                <c:pt idx="5">
                  <c:v>101.06</c:v>
                </c:pt>
                <c:pt idx="6">
                  <c:v>101.17</c:v>
                </c:pt>
                <c:pt idx="7">
                  <c:v>101.2</c:v>
                </c:pt>
                <c:pt idx="8">
                  <c:v>101.22</c:v>
                </c:pt>
                <c:pt idx="9">
                  <c:v>101.27</c:v>
                </c:pt>
                <c:pt idx="10">
                  <c:v>101.34</c:v>
                </c:pt>
                <c:pt idx="11">
                  <c:v>101.56</c:v>
                </c:pt>
                <c:pt idx="12">
                  <c:v>101.5</c:v>
                </c:pt>
                <c:pt idx="13">
                  <c:v>101.3</c:v>
                </c:pt>
                <c:pt idx="14">
                  <c:v>101.18</c:v>
                </c:pt>
                <c:pt idx="15">
                  <c:v>100.9</c:v>
                </c:pt>
                <c:pt idx="16">
                  <c:v>100.74</c:v>
                </c:pt>
                <c:pt idx="17">
                  <c:v>100.66</c:v>
                </c:pt>
                <c:pt idx="18">
                  <c:v>100.55</c:v>
                </c:pt>
                <c:pt idx="19">
                  <c:v>100.54</c:v>
                </c:pt>
                <c:pt idx="20">
                  <c:v>100.5</c:v>
                </c:pt>
                <c:pt idx="21">
                  <c:v>100.34</c:v>
                </c:pt>
                <c:pt idx="22">
                  <c:v>100.36</c:v>
                </c:pt>
                <c:pt idx="23">
                  <c:v>100.28</c:v>
                </c:pt>
                <c:pt idx="24">
                  <c:v>100.29</c:v>
                </c:pt>
                <c:pt idx="25">
                  <c:v>100.09</c:v>
                </c:pt>
                <c:pt idx="26">
                  <c:v>100.03</c:v>
                </c:pt>
                <c:pt idx="27">
                  <c:v>99.98</c:v>
                </c:pt>
                <c:pt idx="28">
                  <c:v>99.9</c:v>
                </c:pt>
                <c:pt idx="29">
                  <c:v>99.84</c:v>
                </c:pt>
                <c:pt idx="30">
                  <c:v>99.39</c:v>
                </c:pt>
                <c:pt idx="31">
                  <c:v>99.16</c:v>
                </c:pt>
                <c:pt idx="32">
                  <c:v>99.03</c:v>
                </c:pt>
                <c:pt idx="33">
                  <c:v>98.69</c:v>
                </c:pt>
                <c:pt idx="34">
                  <c:v>98.17</c:v>
                </c:pt>
                <c:pt idx="35">
                  <c:v>97.61</c:v>
                </c:pt>
                <c:pt idx="36">
                  <c:v>97.01</c:v>
                </c:pt>
                <c:pt idx="37">
                  <c:v>96.34</c:v>
                </c:pt>
                <c:pt idx="38">
                  <c:v>95.6</c:v>
                </c:pt>
                <c:pt idx="39">
                  <c:v>94.72</c:v>
                </c:pt>
                <c:pt idx="40">
                  <c:v>94.03</c:v>
                </c:pt>
                <c:pt idx="41">
                  <c:v>93.44</c:v>
                </c:pt>
                <c:pt idx="42">
                  <c:v>92.8</c:v>
                </c:pt>
                <c:pt idx="43">
                  <c:v>92.21</c:v>
                </c:pt>
                <c:pt idx="44">
                  <c:v>91.59</c:v>
                </c:pt>
                <c:pt idx="45">
                  <c:v>90.98</c:v>
                </c:pt>
                <c:pt idx="46">
                  <c:v>90.3</c:v>
                </c:pt>
                <c:pt idx="47">
                  <c:v>89.54</c:v>
                </c:pt>
                <c:pt idx="48">
                  <c:v>88.67</c:v>
                </c:pt>
                <c:pt idx="49">
                  <c:v>87.77</c:v>
                </c:pt>
                <c:pt idx="50">
                  <c:v>86.53</c:v>
                </c:pt>
                <c:pt idx="51">
                  <c:v>84.95</c:v>
                </c:pt>
                <c:pt idx="52">
                  <c:v>82.96</c:v>
                </c:pt>
                <c:pt idx="53">
                  <c:v>80.43</c:v>
                </c:pt>
                <c:pt idx="54">
                  <c:v>77.33</c:v>
                </c:pt>
                <c:pt idx="55">
                  <c:v>73.68</c:v>
                </c:pt>
                <c:pt idx="56">
                  <c:v>69.39</c:v>
                </c:pt>
                <c:pt idx="57">
                  <c:v>64.59</c:v>
                </c:pt>
                <c:pt idx="58">
                  <c:v>59.55</c:v>
                </c:pt>
                <c:pt idx="59">
                  <c:v>54.31</c:v>
                </c:pt>
                <c:pt idx="60">
                  <c:v>49.27</c:v>
                </c:pt>
                <c:pt idx="61">
                  <c:v>44.47</c:v>
                </c:pt>
                <c:pt idx="62">
                  <c:v>40.43</c:v>
                </c:pt>
                <c:pt idx="63">
                  <c:v>37.21</c:v>
                </c:pt>
                <c:pt idx="64">
                  <c:v>35.05</c:v>
                </c:pt>
                <c:pt idx="65">
                  <c:v>33.85</c:v>
                </c:pt>
                <c:pt idx="66">
                  <c:v>33.1</c:v>
                </c:pt>
                <c:pt idx="67">
                  <c:v>32.62</c:v>
                </c:pt>
                <c:pt idx="68">
                  <c:v>32.27</c:v>
                </c:pt>
                <c:pt idx="69">
                  <c:v>31.93</c:v>
                </c:pt>
                <c:pt idx="70">
                  <c:v>31.62</c:v>
                </c:pt>
                <c:pt idx="71">
                  <c:v>31.32</c:v>
                </c:pt>
                <c:pt idx="72">
                  <c:v>31.07</c:v>
                </c:pt>
                <c:pt idx="73">
                  <c:v>30.84</c:v>
                </c:pt>
                <c:pt idx="74">
                  <c:v>30.62</c:v>
                </c:pt>
                <c:pt idx="75">
                  <c:v>30.38</c:v>
                </c:pt>
                <c:pt idx="76">
                  <c:v>30.05</c:v>
                </c:pt>
                <c:pt idx="77">
                  <c:v>29.79</c:v>
                </c:pt>
                <c:pt idx="78">
                  <c:v>29.62</c:v>
                </c:pt>
                <c:pt idx="79">
                  <c:v>29.24</c:v>
                </c:pt>
                <c:pt idx="80">
                  <c:v>28.91</c:v>
                </c:pt>
                <c:pt idx="81">
                  <c:v>28.63</c:v>
                </c:pt>
                <c:pt idx="82">
                  <c:v>28.34</c:v>
                </c:pt>
                <c:pt idx="83">
                  <c:v>27.93</c:v>
                </c:pt>
                <c:pt idx="84">
                  <c:v>27.55</c:v>
                </c:pt>
                <c:pt idx="85">
                  <c:v>27.12</c:v>
                </c:pt>
                <c:pt idx="86">
                  <c:v>26.67</c:v>
                </c:pt>
                <c:pt idx="87">
                  <c:v>26.19</c:v>
                </c:pt>
                <c:pt idx="88">
                  <c:v>25.64</c:v>
                </c:pt>
                <c:pt idx="89">
                  <c:v>25.13</c:v>
                </c:pt>
                <c:pt idx="90">
                  <c:v>24.48</c:v>
                </c:pt>
                <c:pt idx="91">
                  <c:v>23.91</c:v>
                </c:pt>
                <c:pt idx="92">
                  <c:v>23.21</c:v>
                </c:pt>
                <c:pt idx="93">
                  <c:v>22.63</c:v>
                </c:pt>
                <c:pt idx="94">
                  <c:v>22</c:v>
                </c:pt>
                <c:pt idx="95">
                  <c:v>21.44</c:v>
                </c:pt>
                <c:pt idx="96">
                  <c:v>20.88</c:v>
                </c:pt>
                <c:pt idx="97">
                  <c:v>20.51</c:v>
                </c:pt>
                <c:pt idx="98">
                  <c:v>20.09</c:v>
                </c:pt>
                <c:pt idx="99">
                  <c:v>19.91</c:v>
                </c:pt>
                <c:pt idx="100">
                  <c:v>19.68</c:v>
                </c:pt>
                <c:pt idx="101">
                  <c:v>19.53</c:v>
                </c:pt>
                <c:pt idx="102">
                  <c:v>19.3</c:v>
                </c:pt>
                <c:pt idx="103">
                  <c:v>19.22</c:v>
                </c:pt>
                <c:pt idx="104">
                  <c:v>19.14</c:v>
                </c:pt>
                <c:pt idx="105">
                  <c:v>19</c:v>
                </c:pt>
                <c:pt idx="106">
                  <c:v>18.95</c:v>
                </c:pt>
                <c:pt idx="107">
                  <c:v>18.79</c:v>
                </c:pt>
                <c:pt idx="108">
                  <c:v>18.75</c:v>
                </c:pt>
                <c:pt idx="109">
                  <c:v>18.67</c:v>
                </c:pt>
                <c:pt idx="110">
                  <c:v>18.5</c:v>
                </c:pt>
                <c:pt idx="111">
                  <c:v>18.5</c:v>
                </c:pt>
                <c:pt idx="112">
                  <c:v>18.34</c:v>
                </c:pt>
                <c:pt idx="113">
                  <c:v>18.22</c:v>
                </c:pt>
                <c:pt idx="114">
                  <c:v>18.05</c:v>
                </c:pt>
                <c:pt idx="115">
                  <c:v>17.94</c:v>
                </c:pt>
                <c:pt idx="116">
                  <c:v>17.84</c:v>
                </c:pt>
                <c:pt idx="117">
                  <c:v>17.78</c:v>
                </c:pt>
                <c:pt idx="118">
                  <c:v>17.58</c:v>
                </c:pt>
                <c:pt idx="119">
                  <c:v>17.51</c:v>
                </c:pt>
                <c:pt idx="120">
                  <c:v>17.37</c:v>
                </c:pt>
                <c:pt idx="121">
                  <c:v>17.26</c:v>
                </c:pt>
                <c:pt idx="122">
                  <c:v>17.12</c:v>
                </c:pt>
                <c:pt idx="123">
                  <c:v>16.95</c:v>
                </c:pt>
                <c:pt idx="124">
                  <c:v>16.84</c:v>
                </c:pt>
                <c:pt idx="125">
                  <c:v>16.68</c:v>
                </c:pt>
                <c:pt idx="126">
                  <c:v>16.61</c:v>
                </c:pt>
                <c:pt idx="127">
                  <c:v>16.42</c:v>
                </c:pt>
                <c:pt idx="128">
                  <c:v>16.37</c:v>
                </c:pt>
                <c:pt idx="129">
                  <c:v>16.08</c:v>
                </c:pt>
                <c:pt idx="130">
                  <c:v>15.88</c:v>
                </c:pt>
                <c:pt idx="131">
                  <c:v>15.61</c:v>
                </c:pt>
                <c:pt idx="132">
                  <c:v>15.29</c:v>
                </c:pt>
                <c:pt idx="133">
                  <c:v>15</c:v>
                </c:pt>
                <c:pt idx="134">
                  <c:v>14.56</c:v>
                </c:pt>
                <c:pt idx="135">
                  <c:v>14.12</c:v>
                </c:pt>
                <c:pt idx="136">
                  <c:v>13.51</c:v>
                </c:pt>
                <c:pt idx="137">
                  <c:v>12.92</c:v>
                </c:pt>
                <c:pt idx="138">
                  <c:v>12.16</c:v>
                </c:pt>
                <c:pt idx="139">
                  <c:v>11.36</c:v>
                </c:pt>
                <c:pt idx="140">
                  <c:v>10.31</c:v>
                </c:pt>
                <c:pt idx="141">
                  <c:v>9.2</c:v>
                </c:pt>
                <c:pt idx="142">
                  <c:v>7.97</c:v>
                </c:pt>
                <c:pt idx="143">
                  <c:v>6.6</c:v>
                </c:pt>
                <c:pt idx="144">
                  <c:v>5.07</c:v>
                </c:pt>
                <c:pt idx="145">
                  <c:v>3.41</c:v>
                </c:pt>
                <c:pt idx="146">
                  <c:v>1.8</c:v>
                </c:pt>
                <c:pt idx="147">
                  <c:v>0.08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100.15</c:v>
                </c:pt>
                <c:pt idx="1">
                  <c:v>100.24</c:v>
                </c:pt>
                <c:pt idx="2">
                  <c:v>100.34</c:v>
                </c:pt>
                <c:pt idx="3">
                  <c:v>100.43</c:v>
                </c:pt>
                <c:pt idx="4">
                  <c:v>100.46</c:v>
                </c:pt>
                <c:pt idx="5">
                  <c:v>100.5</c:v>
                </c:pt>
                <c:pt idx="6">
                  <c:v>100.52</c:v>
                </c:pt>
                <c:pt idx="7">
                  <c:v>100.51</c:v>
                </c:pt>
                <c:pt idx="8">
                  <c:v>100.53</c:v>
                </c:pt>
                <c:pt idx="9">
                  <c:v>100.54</c:v>
                </c:pt>
                <c:pt idx="10">
                  <c:v>100.47</c:v>
                </c:pt>
                <c:pt idx="11">
                  <c:v>100.56</c:v>
                </c:pt>
                <c:pt idx="12">
                  <c:v>100.52</c:v>
                </c:pt>
                <c:pt idx="13">
                  <c:v>100.41</c:v>
                </c:pt>
                <c:pt idx="14">
                  <c:v>100.25</c:v>
                </c:pt>
                <c:pt idx="15">
                  <c:v>100.16</c:v>
                </c:pt>
                <c:pt idx="16">
                  <c:v>100.05</c:v>
                </c:pt>
                <c:pt idx="17">
                  <c:v>99.97</c:v>
                </c:pt>
                <c:pt idx="18">
                  <c:v>99.99</c:v>
                </c:pt>
                <c:pt idx="19">
                  <c:v>99.87</c:v>
                </c:pt>
                <c:pt idx="20">
                  <c:v>99.83</c:v>
                </c:pt>
                <c:pt idx="21">
                  <c:v>99.77</c:v>
                </c:pt>
                <c:pt idx="22">
                  <c:v>99.69</c:v>
                </c:pt>
                <c:pt idx="23">
                  <c:v>99.63</c:v>
                </c:pt>
                <c:pt idx="24">
                  <c:v>99.51</c:v>
                </c:pt>
                <c:pt idx="25">
                  <c:v>99.47</c:v>
                </c:pt>
                <c:pt idx="26">
                  <c:v>99.37</c:v>
                </c:pt>
                <c:pt idx="27">
                  <c:v>99.31</c:v>
                </c:pt>
                <c:pt idx="28">
                  <c:v>99.23</c:v>
                </c:pt>
                <c:pt idx="29">
                  <c:v>99.17</c:v>
                </c:pt>
                <c:pt idx="30">
                  <c:v>99.07</c:v>
                </c:pt>
                <c:pt idx="31">
                  <c:v>98.95</c:v>
                </c:pt>
                <c:pt idx="32">
                  <c:v>98.74</c:v>
                </c:pt>
                <c:pt idx="33">
                  <c:v>98.55</c:v>
                </c:pt>
                <c:pt idx="34">
                  <c:v>98.18</c:v>
                </c:pt>
                <c:pt idx="35">
                  <c:v>97.73</c:v>
                </c:pt>
                <c:pt idx="36">
                  <c:v>97.27</c:v>
                </c:pt>
                <c:pt idx="37">
                  <c:v>96.65</c:v>
                </c:pt>
                <c:pt idx="38">
                  <c:v>96.08</c:v>
                </c:pt>
                <c:pt idx="39">
                  <c:v>95.42</c:v>
                </c:pt>
                <c:pt idx="40">
                  <c:v>94.64</c:v>
                </c:pt>
                <c:pt idx="41">
                  <c:v>93.99</c:v>
                </c:pt>
                <c:pt idx="42">
                  <c:v>93.26</c:v>
                </c:pt>
                <c:pt idx="43">
                  <c:v>92.6</c:v>
                </c:pt>
                <c:pt idx="44">
                  <c:v>91.97</c:v>
                </c:pt>
                <c:pt idx="45">
                  <c:v>91.31</c:v>
                </c:pt>
                <c:pt idx="46">
                  <c:v>90.61</c:v>
                </c:pt>
                <c:pt idx="47">
                  <c:v>89.89</c:v>
                </c:pt>
                <c:pt idx="48">
                  <c:v>89.08</c:v>
                </c:pt>
                <c:pt idx="49">
                  <c:v>88.06</c:v>
                </c:pt>
                <c:pt idx="50">
                  <c:v>86.85</c:v>
                </c:pt>
                <c:pt idx="51">
                  <c:v>85.32</c:v>
                </c:pt>
                <c:pt idx="52">
                  <c:v>83.34</c:v>
                </c:pt>
                <c:pt idx="53">
                  <c:v>80.9</c:v>
                </c:pt>
                <c:pt idx="54">
                  <c:v>77.9</c:v>
                </c:pt>
                <c:pt idx="55">
                  <c:v>74.41</c:v>
                </c:pt>
                <c:pt idx="56">
                  <c:v>70.42</c:v>
                </c:pt>
                <c:pt idx="57">
                  <c:v>66.02</c:v>
                </c:pt>
                <c:pt idx="58">
                  <c:v>61.32</c:v>
                </c:pt>
                <c:pt idx="59">
                  <c:v>56.44</c:v>
                </c:pt>
                <c:pt idx="60">
                  <c:v>51.61</c:v>
                </c:pt>
                <c:pt idx="61">
                  <c:v>47.13</c:v>
                </c:pt>
                <c:pt idx="62">
                  <c:v>43.23</c:v>
                </c:pt>
                <c:pt idx="63">
                  <c:v>40.2</c:v>
                </c:pt>
                <c:pt idx="64">
                  <c:v>38.2</c:v>
                </c:pt>
                <c:pt idx="65">
                  <c:v>37.06</c:v>
                </c:pt>
                <c:pt idx="66">
                  <c:v>36.37</c:v>
                </c:pt>
                <c:pt idx="67">
                  <c:v>35.98</c:v>
                </c:pt>
                <c:pt idx="68">
                  <c:v>35.64</c:v>
                </c:pt>
                <c:pt idx="69">
                  <c:v>35.31</c:v>
                </c:pt>
                <c:pt idx="70">
                  <c:v>35.04</c:v>
                </c:pt>
                <c:pt idx="71">
                  <c:v>34.76</c:v>
                </c:pt>
                <c:pt idx="72">
                  <c:v>34.51</c:v>
                </c:pt>
                <c:pt idx="73">
                  <c:v>34.21</c:v>
                </c:pt>
                <c:pt idx="74">
                  <c:v>34.04</c:v>
                </c:pt>
                <c:pt idx="75">
                  <c:v>33.77</c:v>
                </c:pt>
                <c:pt idx="76">
                  <c:v>33.48</c:v>
                </c:pt>
                <c:pt idx="77">
                  <c:v>33.18</c:v>
                </c:pt>
                <c:pt idx="78">
                  <c:v>32.9</c:v>
                </c:pt>
                <c:pt idx="79">
                  <c:v>32.61</c:v>
                </c:pt>
                <c:pt idx="80">
                  <c:v>32.28</c:v>
                </c:pt>
                <c:pt idx="81">
                  <c:v>31.87</c:v>
                </c:pt>
                <c:pt idx="82">
                  <c:v>31.54</c:v>
                </c:pt>
                <c:pt idx="83">
                  <c:v>31.16</c:v>
                </c:pt>
                <c:pt idx="84">
                  <c:v>30.7</c:v>
                </c:pt>
                <c:pt idx="85">
                  <c:v>30.2</c:v>
                </c:pt>
                <c:pt idx="86">
                  <c:v>29.71</c:v>
                </c:pt>
                <c:pt idx="87">
                  <c:v>29.14</c:v>
                </c:pt>
                <c:pt idx="88">
                  <c:v>28.63</c:v>
                </c:pt>
                <c:pt idx="89">
                  <c:v>27.99</c:v>
                </c:pt>
                <c:pt idx="90">
                  <c:v>27.39</c:v>
                </c:pt>
                <c:pt idx="91">
                  <c:v>26.73</c:v>
                </c:pt>
                <c:pt idx="92">
                  <c:v>26.08</c:v>
                </c:pt>
                <c:pt idx="93">
                  <c:v>25.41</c:v>
                </c:pt>
                <c:pt idx="94">
                  <c:v>24.81</c:v>
                </c:pt>
                <c:pt idx="95">
                  <c:v>24.26</c:v>
                </c:pt>
                <c:pt idx="96">
                  <c:v>23.77</c:v>
                </c:pt>
                <c:pt idx="97">
                  <c:v>23.4</c:v>
                </c:pt>
                <c:pt idx="98">
                  <c:v>23.11</c:v>
                </c:pt>
                <c:pt idx="99">
                  <c:v>22.83</c:v>
                </c:pt>
                <c:pt idx="100">
                  <c:v>22.61</c:v>
                </c:pt>
                <c:pt idx="101">
                  <c:v>22.44</c:v>
                </c:pt>
                <c:pt idx="102">
                  <c:v>22.32</c:v>
                </c:pt>
                <c:pt idx="103">
                  <c:v>22.21</c:v>
                </c:pt>
                <c:pt idx="104">
                  <c:v>22.12</c:v>
                </c:pt>
                <c:pt idx="105">
                  <c:v>22.02</c:v>
                </c:pt>
                <c:pt idx="106">
                  <c:v>21.91</c:v>
                </c:pt>
                <c:pt idx="107">
                  <c:v>21.78</c:v>
                </c:pt>
                <c:pt idx="108">
                  <c:v>21.71</c:v>
                </c:pt>
                <c:pt idx="109">
                  <c:v>21.61</c:v>
                </c:pt>
                <c:pt idx="110">
                  <c:v>21.5</c:v>
                </c:pt>
                <c:pt idx="111">
                  <c:v>21.43</c:v>
                </c:pt>
                <c:pt idx="112">
                  <c:v>21.29</c:v>
                </c:pt>
                <c:pt idx="113">
                  <c:v>21.17</c:v>
                </c:pt>
                <c:pt idx="114">
                  <c:v>21.08</c:v>
                </c:pt>
                <c:pt idx="115">
                  <c:v>20.94</c:v>
                </c:pt>
                <c:pt idx="116">
                  <c:v>20.81</c:v>
                </c:pt>
                <c:pt idx="117">
                  <c:v>20.7</c:v>
                </c:pt>
                <c:pt idx="118">
                  <c:v>20.56</c:v>
                </c:pt>
                <c:pt idx="119">
                  <c:v>20.44</c:v>
                </c:pt>
                <c:pt idx="120">
                  <c:v>20.3</c:v>
                </c:pt>
                <c:pt idx="121">
                  <c:v>20.19</c:v>
                </c:pt>
                <c:pt idx="122">
                  <c:v>20.07</c:v>
                </c:pt>
                <c:pt idx="123">
                  <c:v>19.98</c:v>
                </c:pt>
                <c:pt idx="124">
                  <c:v>19.86</c:v>
                </c:pt>
                <c:pt idx="125">
                  <c:v>19.68</c:v>
                </c:pt>
                <c:pt idx="126">
                  <c:v>19.56</c:v>
                </c:pt>
                <c:pt idx="127">
                  <c:v>19.45</c:v>
                </c:pt>
                <c:pt idx="128">
                  <c:v>19.22</c:v>
                </c:pt>
                <c:pt idx="129">
                  <c:v>19.04</c:v>
                </c:pt>
                <c:pt idx="130">
                  <c:v>18.84</c:v>
                </c:pt>
                <c:pt idx="131">
                  <c:v>18.56</c:v>
                </c:pt>
                <c:pt idx="132">
                  <c:v>18.29</c:v>
                </c:pt>
                <c:pt idx="133">
                  <c:v>17.91</c:v>
                </c:pt>
                <c:pt idx="134">
                  <c:v>17.48</c:v>
                </c:pt>
                <c:pt idx="135">
                  <c:v>16.95</c:v>
                </c:pt>
                <c:pt idx="136">
                  <c:v>16.38</c:v>
                </c:pt>
                <c:pt idx="137">
                  <c:v>15.66</c:v>
                </c:pt>
                <c:pt idx="138">
                  <c:v>14.82</c:v>
                </c:pt>
                <c:pt idx="139">
                  <c:v>13.83</c:v>
                </c:pt>
                <c:pt idx="140">
                  <c:v>12.66</c:v>
                </c:pt>
                <c:pt idx="141">
                  <c:v>11.29</c:v>
                </c:pt>
                <c:pt idx="142">
                  <c:v>9.72</c:v>
                </c:pt>
                <c:pt idx="143">
                  <c:v>7.99</c:v>
                </c:pt>
                <c:pt idx="144">
                  <c:v>6.06</c:v>
                </c:pt>
                <c:pt idx="145">
                  <c:v>4.1</c:v>
                </c:pt>
                <c:pt idx="146">
                  <c:v>2.07</c:v>
                </c:pt>
                <c:pt idx="147">
                  <c:v>0.11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PIR(PUR) 가연성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6"/>
          <c:w val="0.84"/>
          <c:h val="0.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100</c:v>
                </c:pt>
                <c:pt idx="1">
                  <c:v>100</c:v>
                </c:pt>
                <c:pt idx="2">
                  <c:v>100.05</c:v>
                </c:pt>
                <c:pt idx="3">
                  <c:v>100.09</c:v>
                </c:pt>
                <c:pt idx="4">
                  <c:v>100.06</c:v>
                </c:pt>
                <c:pt idx="5">
                  <c:v>100.09</c:v>
                </c:pt>
                <c:pt idx="6">
                  <c:v>100.1</c:v>
                </c:pt>
                <c:pt idx="7">
                  <c:v>100.09</c:v>
                </c:pt>
                <c:pt idx="8">
                  <c:v>99.98</c:v>
                </c:pt>
                <c:pt idx="9">
                  <c:v>99.96</c:v>
                </c:pt>
                <c:pt idx="10">
                  <c:v>99.95</c:v>
                </c:pt>
                <c:pt idx="11">
                  <c:v>99.86</c:v>
                </c:pt>
                <c:pt idx="12">
                  <c:v>99.72</c:v>
                </c:pt>
                <c:pt idx="13">
                  <c:v>99.65</c:v>
                </c:pt>
                <c:pt idx="14">
                  <c:v>99.52</c:v>
                </c:pt>
                <c:pt idx="15">
                  <c:v>99.41</c:v>
                </c:pt>
                <c:pt idx="16">
                  <c:v>99.27</c:v>
                </c:pt>
                <c:pt idx="17">
                  <c:v>98.6</c:v>
                </c:pt>
                <c:pt idx="18">
                  <c:v>98.48</c:v>
                </c:pt>
                <c:pt idx="19">
                  <c:v>98.35</c:v>
                </c:pt>
                <c:pt idx="20">
                  <c:v>98.22</c:v>
                </c:pt>
                <c:pt idx="21">
                  <c:v>98.09</c:v>
                </c:pt>
                <c:pt idx="22">
                  <c:v>97.91</c:v>
                </c:pt>
                <c:pt idx="23">
                  <c:v>97.83</c:v>
                </c:pt>
                <c:pt idx="24">
                  <c:v>97.74</c:v>
                </c:pt>
                <c:pt idx="25">
                  <c:v>97.53</c:v>
                </c:pt>
                <c:pt idx="26">
                  <c:v>97.43</c:v>
                </c:pt>
                <c:pt idx="27">
                  <c:v>97.26</c:v>
                </c:pt>
                <c:pt idx="28">
                  <c:v>97.13</c:v>
                </c:pt>
                <c:pt idx="29">
                  <c:v>96.98</c:v>
                </c:pt>
                <c:pt idx="30">
                  <c:v>96.79</c:v>
                </c:pt>
                <c:pt idx="31">
                  <c:v>96.64</c:v>
                </c:pt>
                <c:pt idx="32">
                  <c:v>96.45</c:v>
                </c:pt>
                <c:pt idx="33">
                  <c:v>96.29</c:v>
                </c:pt>
                <c:pt idx="34">
                  <c:v>96.03</c:v>
                </c:pt>
                <c:pt idx="35">
                  <c:v>95.82</c:v>
                </c:pt>
                <c:pt idx="36">
                  <c:v>95.49</c:v>
                </c:pt>
                <c:pt idx="37">
                  <c:v>95.17</c:v>
                </c:pt>
                <c:pt idx="38">
                  <c:v>94.84</c:v>
                </c:pt>
                <c:pt idx="39">
                  <c:v>94.4</c:v>
                </c:pt>
                <c:pt idx="40">
                  <c:v>93.94</c:v>
                </c:pt>
                <c:pt idx="41">
                  <c:v>93.51</c:v>
                </c:pt>
                <c:pt idx="42">
                  <c:v>92.92</c:v>
                </c:pt>
                <c:pt idx="43">
                  <c:v>92.38</c:v>
                </c:pt>
                <c:pt idx="44">
                  <c:v>91.65</c:v>
                </c:pt>
                <c:pt idx="45">
                  <c:v>90.83</c:v>
                </c:pt>
                <c:pt idx="46">
                  <c:v>89.81</c:v>
                </c:pt>
                <c:pt idx="47">
                  <c:v>88.47</c:v>
                </c:pt>
                <c:pt idx="48">
                  <c:v>86.81</c:v>
                </c:pt>
                <c:pt idx="49">
                  <c:v>84.72</c:v>
                </c:pt>
                <c:pt idx="50">
                  <c:v>82.28</c:v>
                </c:pt>
                <c:pt idx="51">
                  <c:v>79.51</c:v>
                </c:pt>
                <c:pt idx="52">
                  <c:v>76.42</c:v>
                </c:pt>
                <c:pt idx="53">
                  <c:v>72.98</c:v>
                </c:pt>
                <c:pt idx="54">
                  <c:v>69.51</c:v>
                </c:pt>
                <c:pt idx="55">
                  <c:v>66.06</c:v>
                </c:pt>
                <c:pt idx="56">
                  <c:v>63.04</c:v>
                </c:pt>
                <c:pt idx="57">
                  <c:v>60.43</c:v>
                </c:pt>
                <c:pt idx="58">
                  <c:v>58.42</c:v>
                </c:pt>
                <c:pt idx="59">
                  <c:v>56.72</c:v>
                </c:pt>
                <c:pt idx="60">
                  <c:v>55.42</c:v>
                </c:pt>
                <c:pt idx="61">
                  <c:v>54.18</c:v>
                </c:pt>
                <c:pt idx="62">
                  <c:v>53.1</c:v>
                </c:pt>
                <c:pt idx="63">
                  <c:v>52.12</c:v>
                </c:pt>
                <c:pt idx="64">
                  <c:v>51.22</c:v>
                </c:pt>
                <c:pt idx="65">
                  <c:v>50.36</c:v>
                </c:pt>
                <c:pt idx="66">
                  <c:v>49.53</c:v>
                </c:pt>
                <c:pt idx="67">
                  <c:v>48.79</c:v>
                </c:pt>
                <c:pt idx="68">
                  <c:v>48.02</c:v>
                </c:pt>
                <c:pt idx="69">
                  <c:v>47.34</c:v>
                </c:pt>
                <c:pt idx="70">
                  <c:v>46.69</c:v>
                </c:pt>
                <c:pt idx="71">
                  <c:v>46.05</c:v>
                </c:pt>
                <c:pt idx="72">
                  <c:v>45.42</c:v>
                </c:pt>
                <c:pt idx="73">
                  <c:v>44.8</c:v>
                </c:pt>
                <c:pt idx="74">
                  <c:v>44.21</c:v>
                </c:pt>
                <c:pt idx="75">
                  <c:v>43.65</c:v>
                </c:pt>
                <c:pt idx="76">
                  <c:v>43.04</c:v>
                </c:pt>
                <c:pt idx="77">
                  <c:v>42.46</c:v>
                </c:pt>
                <c:pt idx="78">
                  <c:v>41.9</c:v>
                </c:pt>
                <c:pt idx="79">
                  <c:v>41.38</c:v>
                </c:pt>
                <c:pt idx="80">
                  <c:v>40.92</c:v>
                </c:pt>
                <c:pt idx="81">
                  <c:v>40.47</c:v>
                </c:pt>
                <c:pt idx="82">
                  <c:v>40.03</c:v>
                </c:pt>
                <c:pt idx="83">
                  <c:v>39.62</c:v>
                </c:pt>
                <c:pt idx="84">
                  <c:v>39.21</c:v>
                </c:pt>
                <c:pt idx="85">
                  <c:v>38.83</c:v>
                </c:pt>
                <c:pt idx="86">
                  <c:v>38.48</c:v>
                </c:pt>
                <c:pt idx="87">
                  <c:v>38.13</c:v>
                </c:pt>
                <c:pt idx="88">
                  <c:v>37.74</c:v>
                </c:pt>
                <c:pt idx="89">
                  <c:v>37.36</c:v>
                </c:pt>
                <c:pt idx="90">
                  <c:v>37.03</c:v>
                </c:pt>
                <c:pt idx="91">
                  <c:v>36.73</c:v>
                </c:pt>
                <c:pt idx="92">
                  <c:v>36.36</c:v>
                </c:pt>
                <c:pt idx="93">
                  <c:v>36.05</c:v>
                </c:pt>
                <c:pt idx="94">
                  <c:v>35.69</c:v>
                </c:pt>
                <c:pt idx="95">
                  <c:v>35.34</c:v>
                </c:pt>
                <c:pt idx="96">
                  <c:v>35.03</c:v>
                </c:pt>
                <c:pt idx="97">
                  <c:v>34.67</c:v>
                </c:pt>
                <c:pt idx="98">
                  <c:v>34.34</c:v>
                </c:pt>
                <c:pt idx="99">
                  <c:v>33.97</c:v>
                </c:pt>
                <c:pt idx="100">
                  <c:v>33.63</c:v>
                </c:pt>
                <c:pt idx="101">
                  <c:v>33.28</c:v>
                </c:pt>
                <c:pt idx="102">
                  <c:v>32.97</c:v>
                </c:pt>
                <c:pt idx="103">
                  <c:v>32.56</c:v>
                </c:pt>
                <c:pt idx="104">
                  <c:v>32.22</c:v>
                </c:pt>
                <c:pt idx="105">
                  <c:v>31.84</c:v>
                </c:pt>
                <c:pt idx="106">
                  <c:v>31.38</c:v>
                </c:pt>
                <c:pt idx="107">
                  <c:v>31.01</c:v>
                </c:pt>
                <c:pt idx="108">
                  <c:v>30.54</c:v>
                </c:pt>
                <c:pt idx="109">
                  <c:v>30.07</c:v>
                </c:pt>
                <c:pt idx="110">
                  <c:v>29.59</c:v>
                </c:pt>
                <c:pt idx="111">
                  <c:v>28.97</c:v>
                </c:pt>
                <c:pt idx="112">
                  <c:v>28.49</c:v>
                </c:pt>
                <c:pt idx="113">
                  <c:v>27.91</c:v>
                </c:pt>
                <c:pt idx="114">
                  <c:v>27.3</c:v>
                </c:pt>
                <c:pt idx="115">
                  <c:v>26.65</c:v>
                </c:pt>
                <c:pt idx="116">
                  <c:v>25.98</c:v>
                </c:pt>
                <c:pt idx="117">
                  <c:v>25.3</c:v>
                </c:pt>
                <c:pt idx="118">
                  <c:v>24.55</c:v>
                </c:pt>
                <c:pt idx="119">
                  <c:v>23.8</c:v>
                </c:pt>
                <c:pt idx="120">
                  <c:v>23.07</c:v>
                </c:pt>
                <c:pt idx="121">
                  <c:v>22.33</c:v>
                </c:pt>
                <c:pt idx="122">
                  <c:v>21.52</c:v>
                </c:pt>
                <c:pt idx="123">
                  <c:v>20.73</c:v>
                </c:pt>
                <c:pt idx="124">
                  <c:v>19.95</c:v>
                </c:pt>
                <c:pt idx="125">
                  <c:v>19.11</c:v>
                </c:pt>
                <c:pt idx="126">
                  <c:v>18.29</c:v>
                </c:pt>
                <c:pt idx="127">
                  <c:v>17.5</c:v>
                </c:pt>
                <c:pt idx="128">
                  <c:v>16.62</c:v>
                </c:pt>
                <c:pt idx="129">
                  <c:v>15.71</c:v>
                </c:pt>
                <c:pt idx="130">
                  <c:v>14.89</c:v>
                </c:pt>
                <c:pt idx="131">
                  <c:v>14.02</c:v>
                </c:pt>
                <c:pt idx="132">
                  <c:v>13.2</c:v>
                </c:pt>
                <c:pt idx="133">
                  <c:v>12.36</c:v>
                </c:pt>
                <c:pt idx="134">
                  <c:v>11.4</c:v>
                </c:pt>
                <c:pt idx="135">
                  <c:v>10.66</c:v>
                </c:pt>
                <c:pt idx="136">
                  <c:v>9.83</c:v>
                </c:pt>
                <c:pt idx="137">
                  <c:v>9</c:v>
                </c:pt>
                <c:pt idx="138">
                  <c:v>8.13</c:v>
                </c:pt>
                <c:pt idx="139">
                  <c:v>7.2</c:v>
                </c:pt>
                <c:pt idx="140">
                  <c:v>6.29</c:v>
                </c:pt>
                <c:pt idx="141">
                  <c:v>5.39</c:v>
                </c:pt>
                <c:pt idx="142">
                  <c:v>4.52</c:v>
                </c:pt>
                <c:pt idx="143">
                  <c:v>3.64</c:v>
                </c:pt>
                <c:pt idx="144">
                  <c:v>2.74</c:v>
                </c:pt>
                <c:pt idx="145">
                  <c:v>1.81</c:v>
                </c:pt>
                <c:pt idx="146">
                  <c:v>0.92</c:v>
                </c:pt>
                <c:pt idx="147">
                  <c:v>0.06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99.98</c:v>
                </c:pt>
                <c:pt idx="1">
                  <c:v>99.96</c:v>
                </c:pt>
                <c:pt idx="2">
                  <c:v>99.97</c:v>
                </c:pt>
                <c:pt idx="3">
                  <c:v>99.96</c:v>
                </c:pt>
                <c:pt idx="4">
                  <c:v>99.98</c:v>
                </c:pt>
                <c:pt idx="5">
                  <c:v>99.99</c:v>
                </c:pt>
                <c:pt idx="6">
                  <c:v>99.97</c:v>
                </c:pt>
                <c:pt idx="7">
                  <c:v>99.92</c:v>
                </c:pt>
                <c:pt idx="8">
                  <c:v>99.86</c:v>
                </c:pt>
                <c:pt idx="9">
                  <c:v>99.85</c:v>
                </c:pt>
                <c:pt idx="10">
                  <c:v>99.79</c:v>
                </c:pt>
                <c:pt idx="11">
                  <c:v>99.68</c:v>
                </c:pt>
                <c:pt idx="12">
                  <c:v>99.54</c:v>
                </c:pt>
                <c:pt idx="13">
                  <c:v>99.45</c:v>
                </c:pt>
                <c:pt idx="14">
                  <c:v>99.38</c:v>
                </c:pt>
                <c:pt idx="15">
                  <c:v>99.21</c:v>
                </c:pt>
                <c:pt idx="16">
                  <c:v>99.11</c:v>
                </c:pt>
                <c:pt idx="17">
                  <c:v>99.01</c:v>
                </c:pt>
                <c:pt idx="18">
                  <c:v>98.87</c:v>
                </c:pt>
                <c:pt idx="19">
                  <c:v>98.78</c:v>
                </c:pt>
                <c:pt idx="20">
                  <c:v>98.65</c:v>
                </c:pt>
                <c:pt idx="21">
                  <c:v>98.57</c:v>
                </c:pt>
                <c:pt idx="22">
                  <c:v>98.42</c:v>
                </c:pt>
                <c:pt idx="23">
                  <c:v>98.31</c:v>
                </c:pt>
                <c:pt idx="24">
                  <c:v>98.19</c:v>
                </c:pt>
                <c:pt idx="25">
                  <c:v>98.11</c:v>
                </c:pt>
                <c:pt idx="26">
                  <c:v>97.96</c:v>
                </c:pt>
                <c:pt idx="27">
                  <c:v>97.83</c:v>
                </c:pt>
                <c:pt idx="28">
                  <c:v>97.7</c:v>
                </c:pt>
                <c:pt idx="29">
                  <c:v>97.56</c:v>
                </c:pt>
                <c:pt idx="30">
                  <c:v>97.44</c:v>
                </c:pt>
                <c:pt idx="31">
                  <c:v>97.28</c:v>
                </c:pt>
                <c:pt idx="32">
                  <c:v>97.08</c:v>
                </c:pt>
                <c:pt idx="33">
                  <c:v>96.9</c:v>
                </c:pt>
                <c:pt idx="34">
                  <c:v>96.64</c:v>
                </c:pt>
                <c:pt idx="35">
                  <c:v>96.42</c:v>
                </c:pt>
                <c:pt idx="36">
                  <c:v>96.14</c:v>
                </c:pt>
                <c:pt idx="37">
                  <c:v>95.8</c:v>
                </c:pt>
                <c:pt idx="38">
                  <c:v>95.38</c:v>
                </c:pt>
                <c:pt idx="39">
                  <c:v>94.95</c:v>
                </c:pt>
                <c:pt idx="40">
                  <c:v>94.44</c:v>
                </c:pt>
                <c:pt idx="41">
                  <c:v>93.88</c:v>
                </c:pt>
                <c:pt idx="42">
                  <c:v>93.29</c:v>
                </c:pt>
                <c:pt idx="43">
                  <c:v>92.62</c:v>
                </c:pt>
                <c:pt idx="44">
                  <c:v>91.71</c:v>
                </c:pt>
                <c:pt idx="45">
                  <c:v>90.7</c:v>
                </c:pt>
                <c:pt idx="46">
                  <c:v>89.36</c:v>
                </c:pt>
                <c:pt idx="47">
                  <c:v>87.62</c:v>
                </c:pt>
                <c:pt idx="48">
                  <c:v>85.53</c:v>
                </c:pt>
                <c:pt idx="49">
                  <c:v>83.15</c:v>
                </c:pt>
                <c:pt idx="50">
                  <c:v>80.42</c:v>
                </c:pt>
                <c:pt idx="51">
                  <c:v>77.37</c:v>
                </c:pt>
                <c:pt idx="52">
                  <c:v>74.11</c:v>
                </c:pt>
                <c:pt idx="53">
                  <c:v>70.63</c:v>
                </c:pt>
                <c:pt idx="54">
                  <c:v>67.19</c:v>
                </c:pt>
                <c:pt idx="55">
                  <c:v>63.93</c:v>
                </c:pt>
                <c:pt idx="56">
                  <c:v>61.12</c:v>
                </c:pt>
                <c:pt idx="57">
                  <c:v>58.78</c:v>
                </c:pt>
                <c:pt idx="58">
                  <c:v>56.95</c:v>
                </c:pt>
                <c:pt idx="59">
                  <c:v>55.36</c:v>
                </c:pt>
                <c:pt idx="60">
                  <c:v>54.12</c:v>
                </c:pt>
                <c:pt idx="61">
                  <c:v>52.95</c:v>
                </c:pt>
                <c:pt idx="62">
                  <c:v>51.89</c:v>
                </c:pt>
                <c:pt idx="63">
                  <c:v>50.93</c:v>
                </c:pt>
                <c:pt idx="64">
                  <c:v>50.01</c:v>
                </c:pt>
                <c:pt idx="65">
                  <c:v>49.19</c:v>
                </c:pt>
                <c:pt idx="66">
                  <c:v>48.32</c:v>
                </c:pt>
                <c:pt idx="67">
                  <c:v>47.54</c:v>
                </c:pt>
                <c:pt idx="68">
                  <c:v>46.8</c:v>
                </c:pt>
                <c:pt idx="69">
                  <c:v>46.09</c:v>
                </c:pt>
                <c:pt idx="70">
                  <c:v>45.37</c:v>
                </c:pt>
                <c:pt idx="71">
                  <c:v>44.67</c:v>
                </c:pt>
                <c:pt idx="72">
                  <c:v>44</c:v>
                </c:pt>
                <c:pt idx="73">
                  <c:v>43.39</c:v>
                </c:pt>
                <c:pt idx="74">
                  <c:v>42.74</c:v>
                </c:pt>
                <c:pt idx="75">
                  <c:v>42.09</c:v>
                </c:pt>
                <c:pt idx="76">
                  <c:v>41.52</c:v>
                </c:pt>
                <c:pt idx="77">
                  <c:v>40.91</c:v>
                </c:pt>
                <c:pt idx="78">
                  <c:v>40.34</c:v>
                </c:pt>
                <c:pt idx="79">
                  <c:v>39.88</c:v>
                </c:pt>
                <c:pt idx="80">
                  <c:v>39.4</c:v>
                </c:pt>
                <c:pt idx="81">
                  <c:v>38.89</c:v>
                </c:pt>
                <c:pt idx="82">
                  <c:v>38.5</c:v>
                </c:pt>
                <c:pt idx="83">
                  <c:v>38.1</c:v>
                </c:pt>
                <c:pt idx="84">
                  <c:v>37.73</c:v>
                </c:pt>
                <c:pt idx="85">
                  <c:v>37.36</c:v>
                </c:pt>
                <c:pt idx="86">
                  <c:v>36.98</c:v>
                </c:pt>
                <c:pt idx="87">
                  <c:v>36.64</c:v>
                </c:pt>
                <c:pt idx="88">
                  <c:v>36.27</c:v>
                </c:pt>
                <c:pt idx="89">
                  <c:v>35.95</c:v>
                </c:pt>
                <c:pt idx="90">
                  <c:v>35.63</c:v>
                </c:pt>
                <c:pt idx="91">
                  <c:v>35.23</c:v>
                </c:pt>
                <c:pt idx="92">
                  <c:v>34.92</c:v>
                </c:pt>
                <c:pt idx="93">
                  <c:v>34.57</c:v>
                </c:pt>
                <c:pt idx="94">
                  <c:v>34.29</c:v>
                </c:pt>
                <c:pt idx="95">
                  <c:v>33.95</c:v>
                </c:pt>
                <c:pt idx="96">
                  <c:v>33.62</c:v>
                </c:pt>
                <c:pt idx="97">
                  <c:v>33.3</c:v>
                </c:pt>
                <c:pt idx="98">
                  <c:v>32.98</c:v>
                </c:pt>
                <c:pt idx="99">
                  <c:v>32.63</c:v>
                </c:pt>
                <c:pt idx="100">
                  <c:v>32.3</c:v>
                </c:pt>
                <c:pt idx="101">
                  <c:v>31.94</c:v>
                </c:pt>
                <c:pt idx="102">
                  <c:v>31.6</c:v>
                </c:pt>
                <c:pt idx="103">
                  <c:v>31.27</c:v>
                </c:pt>
                <c:pt idx="104">
                  <c:v>30.94</c:v>
                </c:pt>
                <c:pt idx="105">
                  <c:v>30.55</c:v>
                </c:pt>
                <c:pt idx="106">
                  <c:v>30.11</c:v>
                </c:pt>
                <c:pt idx="107">
                  <c:v>29.68</c:v>
                </c:pt>
                <c:pt idx="108">
                  <c:v>29.26</c:v>
                </c:pt>
                <c:pt idx="109">
                  <c:v>28.77</c:v>
                </c:pt>
                <c:pt idx="110">
                  <c:v>28.28</c:v>
                </c:pt>
                <c:pt idx="111">
                  <c:v>27.74</c:v>
                </c:pt>
                <c:pt idx="112">
                  <c:v>27.2</c:v>
                </c:pt>
                <c:pt idx="113">
                  <c:v>26.6</c:v>
                </c:pt>
                <c:pt idx="114">
                  <c:v>26.01</c:v>
                </c:pt>
                <c:pt idx="115">
                  <c:v>25.38</c:v>
                </c:pt>
                <c:pt idx="116">
                  <c:v>24.72</c:v>
                </c:pt>
                <c:pt idx="117">
                  <c:v>24.03</c:v>
                </c:pt>
                <c:pt idx="118">
                  <c:v>23.31</c:v>
                </c:pt>
                <c:pt idx="119">
                  <c:v>22.62</c:v>
                </c:pt>
                <c:pt idx="120">
                  <c:v>21.88</c:v>
                </c:pt>
                <c:pt idx="121">
                  <c:v>21.13</c:v>
                </c:pt>
                <c:pt idx="122">
                  <c:v>20.36</c:v>
                </c:pt>
                <c:pt idx="123">
                  <c:v>19.58</c:v>
                </c:pt>
                <c:pt idx="124">
                  <c:v>18.78</c:v>
                </c:pt>
                <c:pt idx="125">
                  <c:v>18.03</c:v>
                </c:pt>
                <c:pt idx="126">
                  <c:v>17.24</c:v>
                </c:pt>
                <c:pt idx="127">
                  <c:v>16.43</c:v>
                </c:pt>
                <c:pt idx="128">
                  <c:v>15.62</c:v>
                </c:pt>
                <c:pt idx="129">
                  <c:v>14.84</c:v>
                </c:pt>
                <c:pt idx="130">
                  <c:v>14.04</c:v>
                </c:pt>
                <c:pt idx="131">
                  <c:v>13.23</c:v>
                </c:pt>
                <c:pt idx="132">
                  <c:v>12.39</c:v>
                </c:pt>
                <c:pt idx="133">
                  <c:v>11.62</c:v>
                </c:pt>
                <c:pt idx="134">
                  <c:v>10.85</c:v>
                </c:pt>
                <c:pt idx="135">
                  <c:v>10.03</c:v>
                </c:pt>
                <c:pt idx="136">
                  <c:v>9.24</c:v>
                </c:pt>
                <c:pt idx="137">
                  <c:v>8.4</c:v>
                </c:pt>
                <c:pt idx="138">
                  <c:v>7.54</c:v>
                </c:pt>
                <c:pt idx="139">
                  <c:v>6.7</c:v>
                </c:pt>
                <c:pt idx="140">
                  <c:v>5.9</c:v>
                </c:pt>
                <c:pt idx="141">
                  <c:v>5.09</c:v>
                </c:pt>
                <c:pt idx="142">
                  <c:v>4.24</c:v>
                </c:pt>
                <c:pt idx="143">
                  <c:v>3.4</c:v>
                </c:pt>
                <c:pt idx="144">
                  <c:v>2.56</c:v>
                </c:pt>
                <c:pt idx="145">
                  <c:v>1.73</c:v>
                </c:pt>
                <c:pt idx="146">
                  <c:v>0.86</c:v>
                </c:pt>
                <c:pt idx="147">
                  <c:v>0.03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100.23</c:v>
                </c:pt>
                <c:pt idx="1">
                  <c:v>100.3</c:v>
                </c:pt>
                <c:pt idx="2">
                  <c:v>100.38</c:v>
                </c:pt>
                <c:pt idx="3">
                  <c:v>100.48</c:v>
                </c:pt>
                <c:pt idx="4">
                  <c:v>100.54</c:v>
                </c:pt>
                <c:pt idx="5">
                  <c:v>100.64</c:v>
                </c:pt>
                <c:pt idx="6">
                  <c:v>100.71</c:v>
                </c:pt>
                <c:pt idx="7">
                  <c:v>100.73</c:v>
                </c:pt>
                <c:pt idx="8">
                  <c:v>100.78</c:v>
                </c:pt>
                <c:pt idx="9">
                  <c:v>100.78</c:v>
                </c:pt>
                <c:pt idx="10">
                  <c:v>100.76</c:v>
                </c:pt>
                <c:pt idx="11">
                  <c:v>100.67</c:v>
                </c:pt>
                <c:pt idx="12">
                  <c:v>100.68</c:v>
                </c:pt>
                <c:pt idx="13">
                  <c:v>100.58</c:v>
                </c:pt>
                <c:pt idx="14">
                  <c:v>100.57</c:v>
                </c:pt>
                <c:pt idx="15">
                  <c:v>100.47</c:v>
                </c:pt>
                <c:pt idx="16">
                  <c:v>100.36</c:v>
                </c:pt>
                <c:pt idx="17">
                  <c:v>100.27</c:v>
                </c:pt>
                <c:pt idx="18">
                  <c:v>100.2</c:v>
                </c:pt>
                <c:pt idx="19">
                  <c:v>100.07</c:v>
                </c:pt>
                <c:pt idx="20">
                  <c:v>100.07</c:v>
                </c:pt>
                <c:pt idx="21">
                  <c:v>99.93</c:v>
                </c:pt>
                <c:pt idx="22">
                  <c:v>99.89</c:v>
                </c:pt>
                <c:pt idx="23">
                  <c:v>99.76</c:v>
                </c:pt>
                <c:pt idx="24">
                  <c:v>99.69</c:v>
                </c:pt>
                <c:pt idx="25">
                  <c:v>99.57</c:v>
                </c:pt>
                <c:pt idx="26">
                  <c:v>99.45</c:v>
                </c:pt>
                <c:pt idx="27">
                  <c:v>99.34</c:v>
                </c:pt>
                <c:pt idx="28">
                  <c:v>99.22</c:v>
                </c:pt>
                <c:pt idx="29">
                  <c:v>99.13</c:v>
                </c:pt>
                <c:pt idx="30">
                  <c:v>98.98</c:v>
                </c:pt>
                <c:pt idx="31">
                  <c:v>98.79</c:v>
                </c:pt>
                <c:pt idx="32">
                  <c:v>98.67</c:v>
                </c:pt>
                <c:pt idx="33">
                  <c:v>98.53</c:v>
                </c:pt>
                <c:pt idx="34">
                  <c:v>98.33</c:v>
                </c:pt>
                <c:pt idx="35">
                  <c:v>98.04</c:v>
                </c:pt>
                <c:pt idx="36">
                  <c:v>97.78</c:v>
                </c:pt>
                <c:pt idx="37">
                  <c:v>97.51</c:v>
                </c:pt>
                <c:pt idx="38">
                  <c:v>97.19</c:v>
                </c:pt>
                <c:pt idx="39">
                  <c:v>96.78</c:v>
                </c:pt>
                <c:pt idx="40">
                  <c:v>96.32</c:v>
                </c:pt>
                <c:pt idx="41">
                  <c:v>95.87</c:v>
                </c:pt>
                <c:pt idx="42">
                  <c:v>95.33</c:v>
                </c:pt>
                <c:pt idx="43">
                  <c:v>94.73</c:v>
                </c:pt>
                <c:pt idx="44">
                  <c:v>94.05</c:v>
                </c:pt>
                <c:pt idx="45">
                  <c:v>93.16</c:v>
                </c:pt>
                <c:pt idx="46">
                  <c:v>92.09</c:v>
                </c:pt>
                <c:pt idx="47">
                  <c:v>90.73</c:v>
                </c:pt>
                <c:pt idx="48">
                  <c:v>89.29</c:v>
                </c:pt>
                <c:pt idx="49">
                  <c:v>87.59</c:v>
                </c:pt>
                <c:pt idx="50">
                  <c:v>85.78</c:v>
                </c:pt>
                <c:pt idx="51">
                  <c:v>83.91</c:v>
                </c:pt>
                <c:pt idx="52">
                  <c:v>82.15</c:v>
                </c:pt>
                <c:pt idx="53">
                  <c:v>80.45</c:v>
                </c:pt>
                <c:pt idx="54">
                  <c:v>78.77</c:v>
                </c:pt>
                <c:pt idx="55">
                  <c:v>77.23</c:v>
                </c:pt>
                <c:pt idx="56">
                  <c:v>75.95</c:v>
                </c:pt>
                <c:pt idx="57">
                  <c:v>74.87</c:v>
                </c:pt>
                <c:pt idx="58">
                  <c:v>74.01</c:v>
                </c:pt>
                <c:pt idx="59">
                  <c:v>73.25</c:v>
                </c:pt>
                <c:pt idx="60">
                  <c:v>72.63</c:v>
                </c:pt>
                <c:pt idx="61">
                  <c:v>72.05</c:v>
                </c:pt>
                <c:pt idx="62">
                  <c:v>71.43</c:v>
                </c:pt>
                <c:pt idx="63">
                  <c:v>70.88</c:v>
                </c:pt>
                <c:pt idx="64">
                  <c:v>70.25</c:v>
                </c:pt>
                <c:pt idx="65">
                  <c:v>69.61</c:v>
                </c:pt>
                <c:pt idx="66">
                  <c:v>69.03</c:v>
                </c:pt>
                <c:pt idx="67">
                  <c:v>68.43</c:v>
                </c:pt>
                <c:pt idx="68">
                  <c:v>67.63</c:v>
                </c:pt>
                <c:pt idx="69">
                  <c:v>66.95</c:v>
                </c:pt>
                <c:pt idx="70">
                  <c:v>66.26</c:v>
                </c:pt>
                <c:pt idx="71">
                  <c:v>65.51</c:v>
                </c:pt>
                <c:pt idx="72">
                  <c:v>64.78</c:v>
                </c:pt>
                <c:pt idx="73">
                  <c:v>64.02</c:v>
                </c:pt>
                <c:pt idx="74">
                  <c:v>63.21</c:v>
                </c:pt>
                <c:pt idx="75">
                  <c:v>62.36</c:v>
                </c:pt>
                <c:pt idx="76">
                  <c:v>61.53</c:v>
                </c:pt>
                <c:pt idx="77">
                  <c:v>60.59</c:v>
                </c:pt>
                <c:pt idx="78">
                  <c:v>59.59</c:v>
                </c:pt>
                <c:pt idx="79">
                  <c:v>58.66</c:v>
                </c:pt>
                <c:pt idx="80">
                  <c:v>57.61</c:v>
                </c:pt>
                <c:pt idx="81">
                  <c:v>56.49</c:v>
                </c:pt>
                <c:pt idx="82">
                  <c:v>55.24</c:v>
                </c:pt>
                <c:pt idx="83">
                  <c:v>53.97</c:v>
                </c:pt>
                <c:pt idx="84">
                  <c:v>52.58</c:v>
                </c:pt>
                <c:pt idx="85">
                  <c:v>51.07</c:v>
                </c:pt>
                <c:pt idx="86">
                  <c:v>49.44</c:v>
                </c:pt>
                <c:pt idx="87">
                  <c:v>47.61</c:v>
                </c:pt>
                <c:pt idx="88">
                  <c:v>45.61</c:v>
                </c:pt>
                <c:pt idx="89">
                  <c:v>43.35</c:v>
                </c:pt>
                <c:pt idx="90">
                  <c:v>40.94</c:v>
                </c:pt>
                <c:pt idx="91">
                  <c:v>38.16</c:v>
                </c:pt>
                <c:pt idx="92">
                  <c:v>35.1</c:v>
                </c:pt>
                <c:pt idx="93">
                  <c:v>31.8</c:v>
                </c:pt>
                <c:pt idx="94">
                  <c:v>28.21</c:v>
                </c:pt>
                <c:pt idx="95">
                  <c:v>24.52</c:v>
                </c:pt>
                <c:pt idx="96">
                  <c:v>20.86</c:v>
                </c:pt>
                <c:pt idx="97">
                  <c:v>17.44</c:v>
                </c:pt>
                <c:pt idx="98">
                  <c:v>14.23</c:v>
                </c:pt>
                <c:pt idx="99">
                  <c:v>11.45</c:v>
                </c:pt>
                <c:pt idx="100">
                  <c:v>9.18</c:v>
                </c:pt>
                <c:pt idx="101">
                  <c:v>7.34</c:v>
                </c:pt>
                <c:pt idx="102">
                  <c:v>5.83</c:v>
                </c:pt>
                <c:pt idx="103">
                  <c:v>4.55</c:v>
                </c:pt>
                <c:pt idx="104">
                  <c:v>3.59</c:v>
                </c:pt>
                <c:pt idx="105">
                  <c:v>2.69</c:v>
                </c:pt>
                <c:pt idx="106">
                  <c:v>1.93</c:v>
                </c:pt>
                <c:pt idx="107">
                  <c:v>1.28</c:v>
                </c:pt>
                <c:pt idx="108">
                  <c:v>0.8</c:v>
                </c:pt>
                <c:pt idx="109">
                  <c:v>0.39</c:v>
                </c:pt>
                <c:pt idx="110">
                  <c:v>0.05</c:v>
                </c:pt>
                <c:pt idx="111">
                  <c:v>-0.17</c:v>
                </c:pt>
                <c:pt idx="112">
                  <c:v>-0.23</c:v>
                </c:pt>
                <c:pt idx="113">
                  <c:v>-0.29</c:v>
                </c:pt>
                <c:pt idx="114">
                  <c:v>-0.4</c:v>
                </c:pt>
                <c:pt idx="115">
                  <c:v>-0.42</c:v>
                </c:pt>
                <c:pt idx="116">
                  <c:v>-0.41</c:v>
                </c:pt>
                <c:pt idx="117">
                  <c:v>-0.41</c:v>
                </c:pt>
                <c:pt idx="118">
                  <c:v>-0.45</c:v>
                </c:pt>
                <c:pt idx="119">
                  <c:v>-0.4</c:v>
                </c:pt>
                <c:pt idx="120">
                  <c:v>-0.45</c:v>
                </c:pt>
                <c:pt idx="121">
                  <c:v>-0.41</c:v>
                </c:pt>
                <c:pt idx="122">
                  <c:v>-0.45</c:v>
                </c:pt>
                <c:pt idx="123">
                  <c:v>-0.45</c:v>
                </c:pt>
                <c:pt idx="124">
                  <c:v>-0.49</c:v>
                </c:pt>
                <c:pt idx="125">
                  <c:v>-0.45</c:v>
                </c:pt>
                <c:pt idx="126">
                  <c:v>-0.47</c:v>
                </c:pt>
                <c:pt idx="127">
                  <c:v>-0.45</c:v>
                </c:pt>
                <c:pt idx="128">
                  <c:v>-0.4</c:v>
                </c:pt>
                <c:pt idx="129">
                  <c:v>-0.46</c:v>
                </c:pt>
                <c:pt idx="130">
                  <c:v>-0.4</c:v>
                </c:pt>
                <c:pt idx="131">
                  <c:v>-0.42</c:v>
                </c:pt>
                <c:pt idx="132">
                  <c:v>-0.46</c:v>
                </c:pt>
                <c:pt idx="133">
                  <c:v>-0.43</c:v>
                </c:pt>
                <c:pt idx="134">
                  <c:v>-0.41</c:v>
                </c:pt>
                <c:pt idx="135">
                  <c:v>-0.38</c:v>
                </c:pt>
                <c:pt idx="136">
                  <c:v>-0.39</c:v>
                </c:pt>
                <c:pt idx="137">
                  <c:v>-0.35</c:v>
                </c:pt>
                <c:pt idx="138">
                  <c:v>-0.36</c:v>
                </c:pt>
                <c:pt idx="139">
                  <c:v>-0.31</c:v>
                </c:pt>
                <c:pt idx="140">
                  <c:v>-0.27</c:v>
                </c:pt>
                <c:pt idx="141">
                  <c:v>-0.28</c:v>
                </c:pt>
                <c:pt idx="142">
                  <c:v>-0.23</c:v>
                </c:pt>
                <c:pt idx="143">
                  <c:v>-0.2</c:v>
                </c:pt>
                <c:pt idx="144">
                  <c:v>-0.05</c:v>
                </c:pt>
                <c:pt idx="145">
                  <c:v>-0.09</c:v>
                </c:pt>
                <c:pt idx="146">
                  <c:v>-0.1</c:v>
                </c:pt>
                <c:pt idx="147">
                  <c:v>-0.01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100.13</c:v>
                </c:pt>
                <c:pt idx="1">
                  <c:v>100.22</c:v>
                </c:pt>
                <c:pt idx="2">
                  <c:v>100.29</c:v>
                </c:pt>
                <c:pt idx="3">
                  <c:v>100.39</c:v>
                </c:pt>
                <c:pt idx="4">
                  <c:v>100.5</c:v>
                </c:pt>
                <c:pt idx="5">
                  <c:v>100.57</c:v>
                </c:pt>
                <c:pt idx="6">
                  <c:v>100.63</c:v>
                </c:pt>
                <c:pt idx="7">
                  <c:v>100.66</c:v>
                </c:pt>
                <c:pt idx="8">
                  <c:v>100.63</c:v>
                </c:pt>
                <c:pt idx="9">
                  <c:v>100.59</c:v>
                </c:pt>
                <c:pt idx="10">
                  <c:v>100.54</c:v>
                </c:pt>
                <c:pt idx="11">
                  <c:v>100.54</c:v>
                </c:pt>
                <c:pt idx="12">
                  <c:v>100.53</c:v>
                </c:pt>
                <c:pt idx="13">
                  <c:v>100.38</c:v>
                </c:pt>
                <c:pt idx="14">
                  <c:v>100.39</c:v>
                </c:pt>
                <c:pt idx="15">
                  <c:v>100.29</c:v>
                </c:pt>
                <c:pt idx="16">
                  <c:v>100.18</c:v>
                </c:pt>
                <c:pt idx="17">
                  <c:v>100.1</c:v>
                </c:pt>
                <c:pt idx="18">
                  <c:v>100.02</c:v>
                </c:pt>
                <c:pt idx="19">
                  <c:v>99.95</c:v>
                </c:pt>
                <c:pt idx="20">
                  <c:v>99.84</c:v>
                </c:pt>
                <c:pt idx="21">
                  <c:v>99.76</c:v>
                </c:pt>
                <c:pt idx="22">
                  <c:v>99.69</c:v>
                </c:pt>
                <c:pt idx="23">
                  <c:v>99.65</c:v>
                </c:pt>
                <c:pt idx="24">
                  <c:v>99.55</c:v>
                </c:pt>
                <c:pt idx="25">
                  <c:v>99.41</c:v>
                </c:pt>
                <c:pt idx="26">
                  <c:v>99.29</c:v>
                </c:pt>
                <c:pt idx="27">
                  <c:v>99.14</c:v>
                </c:pt>
                <c:pt idx="28">
                  <c:v>99.08</c:v>
                </c:pt>
                <c:pt idx="29">
                  <c:v>98.99</c:v>
                </c:pt>
                <c:pt idx="30">
                  <c:v>98.85</c:v>
                </c:pt>
                <c:pt idx="31">
                  <c:v>98.7</c:v>
                </c:pt>
                <c:pt idx="32">
                  <c:v>98.54</c:v>
                </c:pt>
                <c:pt idx="33">
                  <c:v>98.36</c:v>
                </c:pt>
                <c:pt idx="34">
                  <c:v>98.17</c:v>
                </c:pt>
                <c:pt idx="35">
                  <c:v>97.94</c:v>
                </c:pt>
                <c:pt idx="36">
                  <c:v>97.76</c:v>
                </c:pt>
                <c:pt idx="37">
                  <c:v>97.43</c:v>
                </c:pt>
                <c:pt idx="38">
                  <c:v>97.18</c:v>
                </c:pt>
                <c:pt idx="39">
                  <c:v>96.75</c:v>
                </c:pt>
                <c:pt idx="40">
                  <c:v>96.36</c:v>
                </c:pt>
                <c:pt idx="41">
                  <c:v>95.9</c:v>
                </c:pt>
                <c:pt idx="42">
                  <c:v>95.43</c:v>
                </c:pt>
                <c:pt idx="43">
                  <c:v>94.83</c:v>
                </c:pt>
                <c:pt idx="44">
                  <c:v>94.2</c:v>
                </c:pt>
                <c:pt idx="45">
                  <c:v>93.41</c:v>
                </c:pt>
                <c:pt idx="46">
                  <c:v>92.42</c:v>
                </c:pt>
                <c:pt idx="47">
                  <c:v>91.18</c:v>
                </c:pt>
                <c:pt idx="48">
                  <c:v>89.77</c:v>
                </c:pt>
                <c:pt idx="49">
                  <c:v>88.08</c:v>
                </c:pt>
                <c:pt idx="50">
                  <c:v>86.31</c:v>
                </c:pt>
                <c:pt idx="51">
                  <c:v>84.52</c:v>
                </c:pt>
                <c:pt idx="52">
                  <c:v>82.75</c:v>
                </c:pt>
                <c:pt idx="53">
                  <c:v>80.98</c:v>
                </c:pt>
                <c:pt idx="54">
                  <c:v>79.26</c:v>
                </c:pt>
                <c:pt idx="55">
                  <c:v>77.76</c:v>
                </c:pt>
                <c:pt idx="56">
                  <c:v>76.41</c:v>
                </c:pt>
                <c:pt idx="57">
                  <c:v>75.33</c:v>
                </c:pt>
                <c:pt idx="58">
                  <c:v>74.45</c:v>
                </c:pt>
                <c:pt idx="59">
                  <c:v>73.72</c:v>
                </c:pt>
                <c:pt idx="60">
                  <c:v>73.06</c:v>
                </c:pt>
                <c:pt idx="61">
                  <c:v>72.5</c:v>
                </c:pt>
                <c:pt idx="62">
                  <c:v>71.91</c:v>
                </c:pt>
                <c:pt idx="63">
                  <c:v>71.31</c:v>
                </c:pt>
                <c:pt idx="64">
                  <c:v>70.76</c:v>
                </c:pt>
                <c:pt idx="65">
                  <c:v>70.12</c:v>
                </c:pt>
                <c:pt idx="66">
                  <c:v>69.53</c:v>
                </c:pt>
                <c:pt idx="67">
                  <c:v>68.89</c:v>
                </c:pt>
                <c:pt idx="68">
                  <c:v>68.19</c:v>
                </c:pt>
                <c:pt idx="69">
                  <c:v>67.52</c:v>
                </c:pt>
                <c:pt idx="70">
                  <c:v>66.85</c:v>
                </c:pt>
                <c:pt idx="71">
                  <c:v>66.11</c:v>
                </c:pt>
                <c:pt idx="72">
                  <c:v>65.33</c:v>
                </c:pt>
                <c:pt idx="73">
                  <c:v>64.57</c:v>
                </c:pt>
                <c:pt idx="74">
                  <c:v>63.78</c:v>
                </c:pt>
                <c:pt idx="75">
                  <c:v>62.96</c:v>
                </c:pt>
                <c:pt idx="76">
                  <c:v>62.1</c:v>
                </c:pt>
                <c:pt idx="77">
                  <c:v>61.27</c:v>
                </c:pt>
                <c:pt idx="78">
                  <c:v>60.31</c:v>
                </c:pt>
                <c:pt idx="79">
                  <c:v>59.33</c:v>
                </c:pt>
                <c:pt idx="80">
                  <c:v>58.3</c:v>
                </c:pt>
                <c:pt idx="81">
                  <c:v>57.16</c:v>
                </c:pt>
                <c:pt idx="82">
                  <c:v>56.01</c:v>
                </c:pt>
                <c:pt idx="83">
                  <c:v>54.73</c:v>
                </c:pt>
                <c:pt idx="84">
                  <c:v>53.4</c:v>
                </c:pt>
                <c:pt idx="85">
                  <c:v>51.87</c:v>
                </c:pt>
                <c:pt idx="86">
                  <c:v>50.26</c:v>
                </c:pt>
                <c:pt idx="87">
                  <c:v>48.52</c:v>
                </c:pt>
                <c:pt idx="88">
                  <c:v>46.53</c:v>
                </c:pt>
                <c:pt idx="89">
                  <c:v>44.39</c:v>
                </c:pt>
                <c:pt idx="90">
                  <c:v>41.91</c:v>
                </c:pt>
                <c:pt idx="91">
                  <c:v>39.24</c:v>
                </c:pt>
                <c:pt idx="92">
                  <c:v>36.2</c:v>
                </c:pt>
                <c:pt idx="93">
                  <c:v>32.9</c:v>
                </c:pt>
                <c:pt idx="94">
                  <c:v>29.35</c:v>
                </c:pt>
                <c:pt idx="95">
                  <c:v>25.66</c:v>
                </c:pt>
                <c:pt idx="96">
                  <c:v>21.92</c:v>
                </c:pt>
                <c:pt idx="97">
                  <c:v>18.26</c:v>
                </c:pt>
                <c:pt idx="98">
                  <c:v>15.01</c:v>
                </c:pt>
                <c:pt idx="99">
                  <c:v>12.14</c:v>
                </c:pt>
                <c:pt idx="100">
                  <c:v>9.84</c:v>
                </c:pt>
                <c:pt idx="101">
                  <c:v>7.86</c:v>
                </c:pt>
                <c:pt idx="102">
                  <c:v>6.31</c:v>
                </c:pt>
                <c:pt idx="103">
                  <c:v>4.99</c:v>
                </c:pt>
                <c:pt idx="104">
                  <c:v>3.91</c:v>
                </c:pt>
                <c:pt idx="105">
                  <c:v>3.06</c:v>
                </c:pt>
                <c:pt idx="106">
                  <c:v>2.31</c:v>
                </c:pt>
                <c:pt idx="107">
                  <c:v>1.64</c:v>
                </c:pt>
                <c:pt idx="108">
                  <c:v>1.08</c:v>
                </c:pt>
                <c:pt idx="109">
                  <c:v>0.63</c:v>
                </c:pt>
                <c:pt idx="110">
                  <c:v>0.15</c:v>
                </c:pt>
                <c:pt idx="111">
                  <c:v>-0.05</c:v>
                </c:pt>
                <c:pt idx="112">
                  <c:v>-0.18</c:v>
                </c:pt>
                <c:pt idx="113">
                  <c:v>-0.3</c:v>
                </c:pt>
                <c:pt idx="114">
                  <c:v>-0.32</c:v>
                </c:pt>
                <c:pt idx="115">
                  <c:v>-0.31</c:v>
                </c:pt>
                <c:pt idx="116">
                  <c:v>-0.36</c:v>
                </c:pt>
                <c:pt idx="117">
                  <c:v>-0.34</c:v>
                </c:pt>
                <c:pt idx="118">
                  <c:v>-0.34</c:v>
                </c:pt>
                <c:pt idx="119">
                  <c:v>-0.38</c:v>
                </c:pt>
                <c:pt idx="120">
                  <c:v>-0.35</c:v>
                </c:pt>
                <c:pt idx="121">
                  <c:v>-0.36</c:v>
                </c:pt>
                <c:pt idx="122">
                  <c:v>-0.38</c:v>
                </c:pt>
                <c:pt idx="123">
                  <c:v>-0.38</c:v>
                </c:pt>
                <c:pt idx="124">
                  <c:v>-0.39</c:v>
                </c:pt>
                <c:pt idx="125">
                  <c:v>-0.38</c:v>
                </c:pt>
                <c:pt idx="126">
                  <c:v>-0.38</c:v>
                </c:pt>
                <c:pt idx="127">
                  <c:v>-0.37</c:v>
                </c:pt>
                <c:pt idx="128">
                  <c:v>-0.4</c:v>
                </c:pt>
                <c:pt idx="129">
                  <c:v>-0.4</c:v>
                </c:pt>
                <c:pt idx="130">
                  <c:v>-0.31</c:v>
                </c:pt>
                <c:pt idx="131">
                  <c:v>-0.28</c:v>
                </c:pt>
                <c:pt idx="132">
                  <c:v>-0.3</c:v>
                </c:pt>
                <c:pt idx="133">
                  <c:v>-0.27</c:v>
                </c:pt>
                <c:pt idx="134">
                  <c:v>-0.22</c:v>
                </c:pt>
                <c:pt idx="135">
                  <c:v>-0.23</c:v>
                </c:pt>
                <c:pt idx="136">
                  <c:v>-0.22</c:v>
                </c:pt>
                <c:pt idx="137">
                  <c:v>-0.21</c:v>
                </c:pt>
                <c:pt idx="138">
                  <c:v>-0.18</c:v>
                </c:pt>
                <c:pt idx="139">
                  <c:v>-0.2</c:v>
                </c:pt>
                <c:pt idx="140">
                  <c:v>-0.18</c:v>
                </c:pt>
                <c:pt idx="141">
                  <c:v>-0.11</c:v>
                </c:pt>
                <c:pt idx="142">
                  <c:v>-0.13</c:v>
                </c:pt>
                <c:pt idx="143">
                  <c:v>-0.1</c:v>
                </c:pt>
                <c:pt idx="144">
                  <c:v>-0.05</c:v>
                </c:pt>
                <c:pt idx="145">
                  <c:v>-0.06</c:v>
                </c:pt>
                <c:pt idx="146">
                  <c:v>-0.02</c:v>
                </c:pt>
                <c:pt idx="147">
                  <c:v>-0.01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PIR(PUR) 준불연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6"/>
          <c:w val="0.84"/>
          <c:h val="0.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99.98</c:v>
                </c:pt>
                <c:pt idx="1">
                  <c:v>99.95</c:v>
                </c:pt>
                <c:pt idx="2">
                  <c:v>99.91</c:v>
                </c:pt>
                <c:pt idx="3">
                  <c:v>99.74</c:v>
                </c:pt>
                <c:pt idx="4">
                  <c:v>99.69</c:v>
                </c:pt>
                <c:pt idx="5">
                  <c:v>99.64</c:v>
                </c:pt>
                <c:pt idx="6">
                  <c:v>99.44</c:v>
                </c:pt>
                <c:pt idx="7">
                  <c:v>99.17</c:v>
                </c:pt>
                <c:pt idx="8">
                  <c:v>98.93</c:v>
                </c:pt>
                <c:pt idx="9">
                  <c:v>98.7</c:v>
                </c:pt>
                <c:pt idx="10">
                  <c:v>98.38</c:v>
                </c:pt>
                <c:pt idx="11">
                  <c:v>98.06</c:v>
                </c:pt>
                <c:pt idx="12">
                  <c:v>97.76</c:v>
                </c:pt>
                <c:pt idx="13">
                  <c:v>97.47</c:v>
                </c:pt>
                <c:pt idx="14">
                  <c:v>97.13</c:v>
                </c:pt>
                <c:pt idx="15">
                  <c:v>96.78</c:v>
                </c:pt>
                <c:pt idx="16">
                  <c:v>96.32</c:v>
                </c:pt>
                <c:pt idx="17">
                  <c:v>96</c:v>
                </c:pt>
                <c:pt idx="18">
                  <c:v>95.63</c:v>
                </c:pt>
                <c:pt idx="19">
                  <c:v>95.18</c:v>
                </c:pt>
                <c:pt idx="20">
                  <c:v>94.72</c:v>
                </c:pt>
                <c:pt idx="21">
                  <c:v>94.4</c:v>
                </c:pt>
                <c:pt idx="22">
                  <c:v>94.05</c:v>
                </c:pt>
                <c:pt idx="23">
                  <c:v>93.64</c:v>
                </c:pt>
                <c:pt idx="24">
                  <c:v>93.76</c:v>
                </c:pt>
                <c:pt idx="25">
                  <c:v>92.92</c:v>
                </c:pt>
                <c:pt idx="26">
                  <c:v>92.17</c:v>
                </c:pt>
                <c:pt idx="27">
                  <c:v>91.39</c:v>
                </c:pt>
                <c:pt idx="28">
                  <c:v>90.77</c:v>
                </c:pt>
                <c:pt idx="29">
                  <c:v>90.19</c:v>
                </c:pt>
                <c:pt idx="30">
                  <c:v>89.55</c:v>
                </c:pt>
                <c:pt idx="31">
                  <c:v>88.89</c:v>
                </c:pt>
                <c:pt idx="32">
                  <c:v>88.27</c:v>
                </c:pt>
                <c:pt idx="33">
                  <c:v>87.6</c:v>
                </c:pt>
                <c:pt idx="34">
                  <c:v>86.99</c:v>
                </c:pt>
                <c:pt idx="35">
                  <c:v>86.34</c:v>
                </c:pt>
                <c:pt idx="36">
                  <c:v>85.74</c:v>
                </c:pt>
                <c:pt idx="37">
                  <c:v>85.16</c:v>
                </c:pt>
                <c:pt idx="38">
                  <c:v>84.55</c:v>
                </c:pt>
                <c:pt idx="39">
                  <c:v>84.18</c:v>
                </c:pt>
                <c:pt idx="40">
                  <c:v>83.61</c:v>
                </c:pt>
                <c:pt idx="41">
                  <c:v>83.15</c:v>
                </c:pt>
                <c:pt idx="42">
                  <c:v>82.6</c:v>
                </c:pt>
                <c:pt idx="43">
                  <c:v>82.03</c:v>
                </c:pt>
                <c:pt idx="44">
                  <c:v>81.4</c:v>
                </c:pt>
                <c:pt idx="45">
                  <c:v>80.39</c:v>
                </c:pt>
                <c:pt idx="46">
                  <c:v>79.31</c:v>
                </c:pt>
                <c:pt idx="47">
                  <c:v>78.07</c:v>
                </c:pt>
                <c:pt idx="48">
                  <c:v>76.55</c:v>
                </c:pt>
                <c:pt idx="49">
                  <c:v>74.95</c:v>
                </c:pt>
                <c:pt idx="50">
                  <c:v>73.33</c:v>
                </c:pt>
                <c:pt idx="51">
                  <c:v>71.68</c:v>
                </c:pt>
                <c:pt idx="52">
                  <c:v>70.01</c:v>
                </c:pt>
                <c:pt idx="53">
                  <c:v>68.27</c:v>
                </c:pt>
                <c:pt idx="54">
                  <c:v>66.36</c:v>
                </c:pt>
                <c:pt idx="55">
                  <c:v>64.36</c:v>
                </c:pt>
                <c:pt idx="56">
                  <c:v>62.14</c:v>
                </c:pt>
                <c:pt idx="57">
                  <c:v>59.7</c:v>
                </c:pt>
                <c:pt idx="58">
                  <c:v>57.31</c:v>
                </c:pt>
                <c:pt idx="59">
                  <c:v>54.91</c:v>
                </c:pt>
                <c:pt idx="60">
                  <c:v>52.74</c:v>
                </c:pt>
                <c:pt idx="61">
                  <c:v>50.98</c:v>
                </c:pt>
                <c:pt idx="62">
                  <c:v>49.42</c:v>
                </c:pt>
                <c:pt idx="63">
                  <c:v>48.22</c:v>
                </c:pt>
                <c:pt idx="64">
                  <c:v>47.23</c:v>
                </c:pt>
                <c:pt idx="65">
                  <c:v>46.28</c:v>
                </c:pt>
                <c:pt idx="66">
                  <c:v>45.4</c:v>
                </c:pt>
                <c:pt idx="67">
                  <c:v>44.54</c:v>
                </c:pt>
                <c:pt idx="68">
                  <c:v>43.66</c:v>
                </c:pt>
                <c:pt idx="69">
                  <c:v>42.98</c:v>
                </c:pt>
                <c:pt idx="70">
                  <c:v>42.18</c:v>
                </c:pt>
                <c:pt idx="71">
                  <c:v>41.54</c:v>
                </c:pt>
                <c:pt idx="72">
                  <c:v>40.92</c:v>
                </c:pt>
                <c:pt idx="73">
                  <c:v>40.3</c:v>
                </c:pt>
                <c:pt idx="74">
                  <c:v>39.83</c:v>
                </c:pt>
                <c:pt idx="75">
                  <c:v>39.3</c:v>
                </c:pt>
                <c:pt idx="76">
                  <c:v>38.94</c:v>
                </c:pt>
                <c:pt idx="77">
                  <c:v>38.48</c:v>
                </c:pt>
                <c:pt idx="78">
                  <c:v>38.07</c:v>
                </c:pt>
                <c:pt idx="79">
                  <c:v>37.72</c:v>
                </c:pt>
                <c:pt idx="80">
                  <c:v>37.39</c:v>
                </c:pt>
                <c:pt idx="81">
                  <c:v>37.03</c:v>
                </c:pt>
                <c:pt idx="82">
                  <c:v>36.62</c:v>
                </c:pt>
                <c:pt idx="83">
                  <c:v>36.27</c:v>
                </c:pt>
                <c:pt idx="84">
                  <c:v>36</c:v>
                </c:pt>
                <c:pt idx="85">
                  <c:v>35.72</c:v>
                </c:pt>
                <c:pt idx="86">
                  <c:v>35.44</c:v>
                </c:pt>
                <c:pt idx="87">
                  <c:v>35.21</c:v>
                </c:pt>
                <c:pt idx="88">
                  <c:v>35.02</c:v>
                </c:pt>
                <c:pt idx="89">
                  <c:v>34.85</c:v>
                </c:pt>
                <c:pt idx="90">
                  <c:v>34.62</c:v>
                </c:pt>
                <c:pt idx="91">
                  <c:v>34.48</c:v>
                </c:pt>
                <c:pt idx="92">
                  <c:v>34.31</c:v>
                </c:pt>
                <c:pt idx="93">
                  <c:v>34.14</c:v>
                </c:pt>
                <c:pt idx="94">
                  <c:v>33.78</c:v>
                </c:pt>
                <c:pt idx="95">
                  <c:v>33.51</c:v>
                </c:pt>
                <c:pt idx="96">
                  <c:v>33.16</c:v>
                </c:pt>
                <c:pt idx="97">
                  <c:v>32.88</c:v>
                </c:pt>
                <c:pt idx="98">
                  <c:v>32.54</c:v>
                </c:pt>
                <c:pt idx="99">
                  <c:v>32.24</c:v>
                </c:pt>
                <c:pt idx="100">
                  <c:v>31.96</c:v>
                </c:pt>
                <c:pt idx="101">
                  <c:v>31.68</c:v>
                </c:pt>
                <c:pt idx="102">
                  <c:v>31.29</c:v>
                </c:pt>
                <c:pt idx="103">
                  <c:v>31.13</c:v>
                </c:pt>
                <c:pt idx="104">
                  <c:v>30.82</c:v>
                </c:pt>
                <c:pt idx="105">
                  <c:v>30.57</c:v>
                </c:pt>
                <c:pt idx="106">
                  <c:v>30.26</c:v>
                </c:pt>
                <c:pt idx="107">
                  <c:v>30</c:v>
                </c:pt>
                <c:pt idx="108">
                  <c:v>29.68</c:v>
                </c:pt>
                <c:pt idx="109">
                  <c:v>29.41</c:v>
                </c:pt>
                <c:pt idx="110">
                  <c:v>29.1</c:v>
                </c:pt>
                <c:pt idx="111">
                  <c:v>28.83</c:v>
                </c:pt>
                <c:pt idx="112">
                  <c:v>28.48</c:v>
                </c:pt>
                <c:pt idx="113">
                  <c:v>28.13</c:v>
                </c:pt>
                <c:pt idx="114">
                  <c:v>27.73</c:v>
                </c:pt>
                <c:pt idx="115">
                  <c:v>27.31</c:v>
                </c:pt>
                <c:pt idx="116">
                  <c:v>26.8</c:v>
                </c:pt>
                <c:pt idx="117">
                  <c:v>26.41</c:v>
                </c:pt>
                <c:pt idx="118">
                  <c:v>25.72</c:v>
                </c:pt>
                <c:pt idx="119">
                  <c:v>25.26</c:v>
                </c:pt>
                <c:pt idx="120">
                  <c:v>24.59</c:v>
                </c:pt>
                <c:pt idx="121">
                  <c:v>23.99</c:v>
                </c:pt>
                <c:pt idx="122">
                  <c:v>23.24</c:v>
                </c:pt>
                <c:pt idx="123">
                  <c:v>22.5</c:v>
                </c:pt>
                <c:pt idx="124">
                  <c:v>21.68</c:v>
                </c:pt>
                <c:pt idx="125">
                  <c:v>20.93</c:v>
                </c:pt>
                <c:pt idx="126">
                  <c:v>20.06</c:v>
                </c:pt>
                <c:pt idx="127">
                  <c:v>19.18</c:v>
                </c:pt>
                <c:pt idx="128">
                  <c:v>18.29</c:v>
                </c:pt>
                <c:pt idx="129">
                  <c:v>17.44</c:v>
                </c:pt>
                <c:pt idx="130">
                  <c:v>16.52</c:v>
                </c:pt>
                <c:pt idx="131">
                  <c:v>15.53</c:v>
                </c:pt>
                <c:pt idx="132">
                  <c:v>14.58</c:v>
                </c:pt>
                <c:pt idx="133">
                  <c:v>13.59</c:v>
                </c:pt>
                <c:pt idx="134">
                  <c:v>12.61</c:v>
                </c:pt>
                <c:pt idx="135">
                  <c:v>11.6</c:v>
                </c:pt>
                <c:pt idx="136">
                  <c:v>10.55</c:v>
                </c:pt>
                <c:pt idx="137">
                  <c:v>9.52</c:v>
                </c:pt>
                <c:pt idx="138">
                  <c:v>8.49</c:v>
                </c:pt>
                <c:pt idx="139">
                  <c:v>7.46</c:v>
                </c:pt>
                <c:pt idx="140">
                  <c:v>6.41</c:v>
                </c:pt>
                <c:pt idx="141">
                  <c:v>5.39</c:v>
                </c:pt>
                <c:pt idx="142">
                  <c:v>4.4</c:v>
                </c:pt>
                <c:pt idx="143">
                  <c:v>3.3</c:v>
                </c:pt>
                <c:pt idx="144">
                  <c:v>2.25</c:v>
                </c:pt>
                <c:pt idx="145">
                  <c:v>1.28</c:v>
                </c:pt>
                <c:pt idx="146">
                  <c:v>0.27</c:v>
                </c:pt>
                <c:pt idx="147">
                  <c:v>-0.48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100.23</c:v>
                </c:pt>
                <c:pt idx="1">
                  <c:v>100.29</c:v>
                </c:pt>
                <c:pt idx="2">
                  <c:v>100.39</c:v>
                </c:pt>
                <c:pt idx="3">
                  <c:v>100.42</c:v>
                </c:pt>
                <c:pt idx="4">
                  <c:v>100.43</c:v>
                </c:pt>
                <c:pt idx="5">
                  <c:v>100.46</c:v>
                </c:pt>
                <c:pt idx="6">
                  <c:v>100.43</c:v>
                </c:pt>
                <c:pt idx="7">
                  <c:v>100.35</c:v>
                </c:pt>
                <c:pt idx="8">
                  <c:v>100.34</c:v>
                </c:pt>
                <c:pt idx="9">
                  <c:v>100.26</c:v>
                </c:pt>
                <c:pt idx="10">
                  <c:v>100.19</c:v>
                </c:pt>
                <c:pt idx="11">
                  <c:v>100.11</c:v>
                </c:pt>
                <c:pt idx="12">
                  <c:v>99.97</c:v>
                </c:pt>
                <c:pt idx="13">
                  <c:v>99.73</c:v>
                </c:pt>
                <c:pt idx="14">
                  <c:v>99.57</c:v>
                </c:pt>
                <c:pt idx="15">
                  <c:v>99.32</c:v>
                </c:pt>
                <c:pt idx="16">
                  <c:v>99.1</c:v>
                </c:pt>
                <c:pt idx="17">
                  <c:v>98.86</c:v>
                </c:pt>
                <c:pt idx="18">
                  <c:v>98.58</c:v>
                </c:pt>
                <c:pt idx="19">
                  <c:v>98.3</c:v>
                </c:pt>
                <c:pt idx="20">
                  <c:v>98.04</c:v>
                </c:pt>
                <c:pt idx="21">
                  <c:v>97.83</c:v>
                </c:pt>
                <c:pt idx="22">
                  <c:v>97.53</c:v>
                </c:pt>
                <c:pt idx="23">
                  <c:v>97.23</c:v>
                </c:pt>
                <c:pt idx="24">
                  <c:v>96.97</c:v>
                </c:pt>
                <c:pt idx="25">
                  <c:v>96.68</c:v>
                </c:pt>
                <c:pt idx="26">
                  <c:v>96.39</c:v>
                </c:pt>
                <c:pt idx="27">
                  <c:v>96.01</c:v>
                </c:pt>
                <c:pt idx="28">
                  <c:v>95.67</c:v>
                </c:pt>
                <c:pt idx="29">
                  <c:v>95.3</c:v>
                </c:pt>
                <c:pt idx="30">
                  <c:v>94.88</c:v>
                </c:pt>
                <c:pt idx="31">
                  <c:v>94.38</c:v>
                </c:pt>
                <c:pt idx="32">
                  <c:v>93.85</c:v>
                </c:pt>
                <c:pt idx="33">
                  <c:v>93.3</c:v>
                </c:pt>
                <c:pt idx="34">
                  <c:v>92.65</c:v>
                </c:pt>
                <c:pt idx="35">
                  <c:v>91.99</c:v>
                </c:pt>
                <c:pt idx="36">
                  <c:v>91.34</c:v>
                </c:pt>
                <c:pt idx="37">
                  <c:v>90.66</c:v>
                </c:pt>
                <c:pt idx="38">
                  <c:v>90.09</c:v>
                </c:pt>
                <c:pt idx="39">
                  <c:v>89.63</c:v>
                </c:pt>
                <c:pt idx="40">
                  <c:v>89.23</c:v>
                </c:pt>
                <c:pt idx="41">
                  <c:v>88.81</c:v>
                </c:pt>
                <c:pt idx="42">
                  <c:v>88.32</c:v>
                </c:pt>
                <c:pt idx="43">
                  <c:v>87.74</c:v>
                </c:pt>
                <c:pt idx="44">
                  <c:v>87.05</c:v>
                </c:pt>
                <c:pt idx="45">
                  <c:v>86.1</c:v>
                </c:pt>
                <c:pt idx="46">
                  <c:v>84.95</c:v>
                </c:pt>
                <c:pt idx="47">
                  <c:v>83.51</c:v>
                </c:pt>
                <c:pt idx="48">
                  <c:v>81.91</c:v>
                </c:pt>
                <c:pt idx="49">
                  <c:v>80.12</c:v>
                </c:pt>
                <c:pt idx="50">
                  <c:v>78.24</c:v>
                </c:pt>
                <c:pt idx="51">
                  <c:v>76.26</c:v>
                </c:pt>
                <c:pt idx="52">
                  <c:v>74.2</c:v>
                </c:pt>
                <c:pt idx="53">
                  <c:v>71.91</c:v>
                </c:pt>
                <c:pt idx="54">
                  <c:v>69.45</c:v>
                </c:pt>
                <c:pt idx="55">
                  <c:v>66.73</c:v>
                </c:pt>
                <c:pt idx="56">
                  <c:v>64.09</c:v>
                </c:pt>
                <c:pt idx="57">
                  <c:v>61.32</c:v>
                </c:pt>
                <c:pt idx="58">
                  <c:v>58.83</c:v>
                </c:pt>
                <c:pt idx="59">
                  <c:v>56.66</c:v>
                </c:pt>
                <c:pt idx="60">
                  <c:v>54.57</c:v>
                </c:pt>
                <c:pt idx="61">
                  <c:v>52.89</c:v>
                </c:pt>
                <c:pt idx="62">
                  <c:v>51.49</c:v>
                </c:pt>
                <c:pt idx="63">
                  <c:v>50.26</c:v>
                </c:pt>
                <c:pt idx="64">
                  <c:v>49.18</c:v>
                </c:pt>
                <c:pt idx="65">
                  <c:v>48.16</c:v>
                </c:pt>
                <c:pt idx="66">
                  <c:v>47.26</c:v>
                </c:pt>
                <c:pt idx="67">
                  <c:v>46.25</c:v>
                </c:pt>
                <c:pt idx="68">
                  <c:v>45.37</c:v>
                </c:pt>
                <c:pt idx="69">
                  <c:v>44.57</c:v>
                </c:pt>
                <c:pt idx="70">
                  <c:v>43.78</c:v>
                </c:pt>
                <c:pt idx="71">
                  <c:v>43.05</c:v>
                </c:pt>
                <c:pt idx="72">
                  <c:v>42.37</c:v>
                </c:pt>
                <c:pt idx="73">
                  <c:v>41.74</c:v>
                </c:pt>
                <c:pt idx="74">
                  <c:v>41.11</c:v>
                </c:pt>
                <c:pt idx="75">
                  <c:v>40.47</c:v>
                </c:pt>
                <c:pt idx="76">
                  <c:v>40</c:v>
                </c:pt>
                <c:pt idx="77">
                  <c:v>39.4</c:v>
                </c:pt>
                <c:pt idx="78">
                  <c:v>38.97</c:v>
                </c:pt>
                <c:pt idx="79">
                  <c:v>38.55</c:v>
                </c:pt>
                <c:pt idx="80">
                  <c:v>38.12</c:v>
                </c:pt>
                <c:pt idx="81">
                  <c:v>37.68</c:v>
                </c:pt>
                <c:pt idx="82">
                  <c:v>37.33</c:v>
                </c:pt>
                <c:pt idx="83">
                  <c:v>36.99</c:v>
                </c:pt>
                <c:pt idx="84">
                  <c:v>36.67</c:v>
                </c:pt>
                <c:pt idx="85">
                  <c:v>36.32</c:v>
                </c:pt>
                <c:pt idx="86">
                  <c:v>35.99</c:v>
                </c:pt>
                <c:pt idx="87">
                  <c:v>35.63</c:v>
                </c:pt>
                <c:pt idx="88">
                  <c:v>35.39</c:v>
                </c:pt>
                <c:pt idx="89">
                  <c:v>35.11</c:v>
                </c:pt>
                <c:pt idx="90">
                  <c:v>34.77</c:v>
                </c:pt>
                <c:pt idx="91">
                  <c:v>34.44</c:v>
                </c:pt>
                <c:pt idx="92">
                  <c:v>34.14</c:v>
                </c:pt>
                <c:pt idx="93">
                  <c:v>33.73</c:v>
                </c:pt>
                <c:pt idx="94">
                  <c:v>33.32</c:v>
                </c:pt>
                <c:pt idx="95">
                  <c:v>32.95</c:v>
                </c:pt>
                <c:pt idx="96">
                  <c:v>32.68</c:v>
                </c:pt>
                <c:pt idx="97">
                  <c:v>32.35</c:v>
                </c:pt>
                <c:pt idx="98">
                  <c:v>32.05</c:v>
                </c:pt>
                <c:pt idx="99">
                  <c:v>31.75</c:v>
                </c:pt>
                <c:pt idx="100">
                  <c:v>31.47</c:v>
                </c:pt>
                <c:pt idx="101">
                  <c:v>31.2</c:v>
                </c:pt>
                <c:pt idx="102">
                  <c:v>31.01</c:v>
                </c:pt>
                <c:pt idx="103">
                  <c:v>30.75</c:v>
                </c:pt>
                <c:pt idx="104">
                  <c:v>30.48</c:v>
                </c:pt>
                <c:pt idx="105">
                  <c:v>30.28</c:v>
                </c:pt>
                <c:pt idx="106">
                  <c:v>29.96</c:v>
                </c:pt>
                <c:pt idx="107">
                  <c:v>29.74</c:v>
                </c:pt>
                <c:pt idx="108">
                  <c:v>29.42</c:v>
                </c:pt>
                <c:pt idx="109">
                  <c:v>29.2</c:v>
                </c:pt>
                <c:pt idx="110">
                  <c:v>28.89</c:v>
                </c:pt>
                <c:pt idx="111">
                  <c:v>28.56</c:v>
                </c:pt>
                <c:pt idx="112">
                  <c:v>28.27</c:v>
                </c:pt>
                <c:pt idx="113">
                  <c:v>27.94</c:v>
                </c:pt>
                <c:pt idx="114">
                  <c:v>27.62</c:v>
                </c:pt>
                <c:pt idx="115">
                  <c:v>27.26</c:v>
                </c:pt>
                <c:pt idx="116">
                  <c:v>26.88</c:v>
                </c:pt>
                <c:pt idx="117">
                  <c:v>26.44</c:v>
                </c:pt>
                <c:pt idx="118">
                  <c:v>25.98</c:v>
                </c:pt>
                <c:pt idx="119">
                  <c:v>25.48</c:v>
                </c:pt>
                <c:pt idx="120">
                  <c:v>24.98</c:v>
                </c:pt>
                <c:pt idx="121">
                  <c:v>24.4</c:v>
                </c:pt>
                <c:pt idx="122">
                  <c:v>23.75</c:v>
                </c:pt>
                <c:pt idx="123">
                  <c:v>23.09</c:v>
                </c:pt>
                <c:pt idx="124">
                  <c:v>22.36</c:v>
                </c:pt>
                <c:pt idx="125">
                  <c:v>21.65</c:v>
                </c:pt>
                <c:pt idx="126">
                  <c:v>20.84</c:v>
                </c:pt>
                <c:pt idx="127">
                  <c:v>20.01</c:v>
                </c:pt>
                <c:pt idx="128">
                  <c:v>19.15</c:v>
                </c:pt>
                <c:pt idx="129">
                  <c:v>18.31</c:v>
                </c:pt>
                <c:pt idx="130">
                  <c:v>17.39</c:v>
                </c:pt>
                <c:pt idx="131">
                  <c:v>16.5</c:v>
                </c:pt>
                <c:pt idx="132">
                  <c:v>15.55</c:v>
                </c:pt>
                <c:pt idx="133">
                  <c:v>14.56</c:v>
                </c:pt>
                <c:pt idx="134">
                  <c:v>13.62</c:v>
                </c:pt>
                <c:pt idx="135">
                  <c:v>12.64</c:v>
                </c:pt>
                <c:pt idx="136">
                  <c:v>11.66</c:v>
                </c:pt>
                <c:pt idx="137">
                  <c:v>10.65</c:v>
                </c:pt>
                <c:pt idx="138">
                  <c:v>9.55</c:v>
                </c:pt>
                <c:pt idx="139">
                  <c:v>8.55</c:v>
                </c:pt>
                <c:pt idx="140">
                  <c:v>7.41</c:v>
                </c:pt>
                <c:pt idx="141">
                  <c:v>6.4</c:v>
                </c:pt>
                <c:pt idx="142">
                  <c:v>5.32</c:v>
                </c:pt>
                <c:pt idx="143">
                  <c:v>4.18</c:v>
                </c:pt>
                <c:pt idx="144">
                  <c:v>3.11</c:v>
                </c:pt>
                <c:pt idx="145">
                  <c:v>2.03</c:v>
                </c:pt>
                <c:pt idx="146">
                  <c:v>0.96</c:v>
                </c:pt>
                <c:pt idx="147">
                  <c:v>-0.19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100.17</c:v>
                </c:pt>
                <c:pt idx="1">
                  <c:v>100.18</c:v>
                </c:pt>
                <c:pt idx="2">
                  <c:v>100.31</c:v>
                </c:pt>
                <c:pt idx="3">
                  <c:v>100.32</c:v>
                </c:pt>
                <c:pt idx="4">
                  <c:v>100.36</c:v>
                </c:pt>
                <c:pt idx="5">
                  <c:v>100.41</c:v>
                </c:pt>
                <c:pt idx="6">
                  <c:v>100.41</c:v>
                </c:pt>
                <c:pt idx="7">
                  <c:v>100.37</c:v>
                </c:pt>
                <c:pt idx="8">
                  <c:v>100.35</c:v>
                </c:pt>
                <c:pt idx="9">
                  <c:v>100.31</c:v>
                </c:pt>
                <c:pt idx="10">
                  <c:v>100.23</c:v>
                </c:pt>
                <c:pt idx="11">
                  <c:v>100.11</c:v>
                </c:pt>
                <c:pt idx="12">
                  <c:v>99.96</c:v>
                </c:pt>
                <c:pt idx="13">
                  <c:v>99.85</c:v>
                </c:pt>
                <c:pt idx="14">
                  <c:v>99.66</c:v>
                </c:pt>
                <c:pt idx="15">
                  <c:v>99.54</c:v>
                </c:pt>
                <c:pt idx="16">
                  <c:v>99.34</c:v>
                </c:pt>
                <c:pt idx="17">
                  <c:v>99.13</c:v>
                </c:pt>
                <c:pt idx="18">
                  <c:v>98.95</c:v>
                </c:pt>
                <c:pt idx="19">
                  <c:v>98.76</c:v>
                </c:pt>
                <c:pt idx="20">
                  <c:v>98.58</c:v>
                </c:pt>
                <c:pt idx="21">
                  <c:v>98.48</c:v>
                </c:pt>
                <c:pt idx="22">
                  <c:v>98.32</c:v>
                </c:pt>
                <c:pt idx="23">
                  <c:v>98.18</c:v>
                </c:pt>
                <c:pt idx="24">
                  <c:v>98.01</c:v>
                </c:pt>
                <c:pt idx="25">
                  <c:v>97.83</c:v>
                </c:pt>
                <c:pt idx="26">
                  <c:v>97.61</c:v>
                </c:pt>
                <c:pt idx="27">
                  <c:v>97.37</c:v>
                </c:pt>
                <c:pt idx="28">
                  <c:v>97.15</c:v>
                </c:pt>
                <c:pt idx="29">
                  <c:v>96.89</c:v>
                </c:pt>
                <c:pt idx="30">
                  <c:v>96.54</c:v>
                </c:pt>
                <c:pt idx="31">
                  <c:v>96.28</c:v>
                </c:pt>
                <c:pt idx="32">
                  <c:v>95.87</c:v>
                </c:pt>
                <c:pt idx="33">
                  <c:v>95.48</c:v>
                </c:pt>
                <c:pt idx="34">
                  <c:v>95.05</c:v>
                </c:pt>
                <c:pt idx="35">
                  <c:v>94.55</c:v>
                </c:pt>
                <c:pt idx="36">
                  <c:v>94.12</c:v>
                </c:pt>
                <c:pt idx="37">
                  <c:v>93.6</c:v>
                </c:pt>
                <c:pt idx="38">
                  <c:v>93.12</c:v>
                </c:pt>
                <c:pt idx="39">
                  <c:v>92.71</c:v>
                </c:pt>
                <c:pt idx="40">
                  <c:v>92.36</c:v>
                </c:pt>
                <c:pt idx="41">
                  <c:v>91.92</c:v>
                </c:pt>
                <c:pt idx="42">
                  <c:v>91.51</c:v>
                </c:pt>
                <c:pt idx="43">
                  <c:v>90.92</c:v>
                </c:pt>
                <c:pt idx="44">
                  <c:v>90.24</c:v>
                </c:pt>
                <c:pt idx="45">
                  <c:v>89.41</c:v>
                </c:pt>
                <c:pt idx="46">
                  <c:v>88.37</c:v>
                </c:pt>
                <c:pt idx="47">
                  <c:v>87.2</c:v>
                </c:pt>
                <c:pt idx="48">
                  <c:v>85.91</c:v>
                </c:pt>
                <c:pt idx="49">
                  <c:v>84.52</c:v>
                </c:pt>
                <c:pt idx="50">
                  <c:v>83.06</c:v>
                </c:pt>
                <c:pt idx="51">
                  <c:v>81.62</c:v>
                </c:pt>
                <c:pt idx="52">
                  <c:v>80.19</c:v>
                </c:pt>
                <c:pt idx="53">
                  <c:v>78.75</c:v>
                </c:pt>
                <c:pt idx="54">
                  <c:v>77.28</c:v>
                </c:pt>
                <c:pt idx="55">
                  <c:v>76.01</c:v>
                </c:pt>
                <c:pt idx="56">
                  <c:v>74.78</c:v>
                </c:pt>
                <c:pt idx="57">
                  <c:v>73.63</c:v>
                </c:pt>
                <c:pt idx="58">
                  <c:v>72.6</c:v>
                </c:pt>
                <c:pt idx="59">
                  <c:v>71.58</c:v>
                </c:pt>
                <c:pt idx="60">
                  <c:v>70.65</c:v>
                </c:pt>
                <c:pt idx="61">
                  <c:v>69.7</c:v>
                </c:pt>
                <c:pt idx="62">
                  <c:v>68.85</c:v>
                </c:pt>
                <c:pt idx="63">
                  <c:v>68.04</c:v>
                </c:pt>
                <c:pt idx="64">
                  <c:v>67.11</c:v>
                </c:pt>
                <c:pt idx="65">
                  <c:v>66.27</c:v>
                </c:pt>
                <c:pt idx="66">
                  <c:v>65.47</c:v>
                </c:pt>
                <c:pt idx="67">
                  <c:v>64.63</c:v>
                </c:pt>
                <c:pt idx="68">
                  <c:v>63.8</c:v>
                </c:pt>
                <c:pt idx="69">
                  <c:v>62.95</c:v>
                </c:pt>
                <c:pt idx="70">
                  <c:v>62.18</c:v>
                </c:pt>
                <c:pt idx="71">
                  <c:v>61.36</c:v>
                </c:pt>
                <c:pt idx="72">
                  <c:v>60.52</c:v>
                </c:pt>
                <c:pt idx="73">
                  <c:v>59.73</c:v>
                </c:pt>
                <c:pt idx="74">
                  <c:v>58.89</c:v>
                </c:pt>
                <c:pt idx="75">
                  <c:v>58.09</c:v>
                </c:pt>
                <c:pt idx="76">
                  <c:v>57.23</c:v>
                </c:pt>
                <c:pt idx="77">
                  <c:v>56.42</c:v>
                </c:pt>
                <c:pt idx="78">
                  <c:v>55.62</c:v>
                </c:pt>
                <c:pt idx="79">
                  <c:v>54.72</c:v>
                </c:pt>
                <c:pt idx="80">
                  <c:v>53.85</c:v>
                </c:pt>
                <c:pt idx="81">
                  <c:v>52.91</c:v>
                </c:pt>
                <c:pt idx="82">
                  <c:v>51.94</c:v>
                </c:pt>
                <c:pt idx="83">
                  <c:v>50.9</c:v>
                </c:pt>
                <c:pt idx="84">
                  <c:v>49.78</c:v>
                </c:pt>
                <c:pt idx="85">
                  <c:v>48.57</c:v>
                </c:pt>
                <c:pt idx="86">
                  <c:v>47.27</c:v>
                </c:pt>
                <c:pt idx="87">
                  <c:v>45.94</c:v>
                </c:pt>
                <c:pt idx="88">
                  <c:v>44.33</c:v>
                </c:pt>
                <c:pt idx="89">
                  <c:v>42.73</c:v>
                </c:pt>
                <c:pt idx="90">
                  <c:v>40.86</c:v>
                </c:pt>
                <c:pt idx="91">
                  <c:v>39.02</c:v>
                </c:pt>
                <c:pt idx="92">
                  <c:v>37.09</c:v>
                </c:pt>
                <c:pt idx="93">
                  <c:v>35.12</c:v>
                </c:pt>
                <c:pt idx="94">
                  <c:v>32.98</c:v>
                </c:pt>
                <c:pt idx="95">
                  <c:v>30.55</c:v>
                </c:pt>
                <c:pt idx="96">
                  <c:v>28.04</c:v>
                </c:pt>
                <c:pt idx="97">
                  <c:v>25.49</c:v>
                </c:pt>
                <c:pt idx="98">
                  <c:v>23.13</c:v>
                </c:pt>
                <c:pt idx="99">
                  <c:v>21.01</c:v>
                </c:pt>
                <c:pt idx="100">
                  <c:v>19.26</c:v>
                </c:pt>
                <c:pt idx="101">
                  <c:v>17.79</c:v>
                </c:pt>
                <c:pt idx="102">
                  <c:v>16.57</c:v>
                </c:pt>
                <c:pt idx="103">
                  <c:v>15.51</c:v>
                </c:pt>
                <c:pt idx="104">
                  <c:v>14.61</c:v>
                </c:pt>
                <c:pt idx="105">
                  <c:v>13.75</c:v>
                </c:pt>
                <c:pt idx="106">
                  <c:v>13.03</c:v>
                </c:pt>
                <c:pt idx="107">
                  <c:v>12.45</c:v>
                </c:pt>
                <c:pt idx="108">
                  <c:v>11.8</c:v>
                </c:pt>
                <c:pt idx="109">
                  <c:v>11.23</c:v>
                </c:pt>
                <c:pt idx="110">
                  <c:v>10.69</c:v>
                </c:pt>
                <c:pt idx="111">
                  <c:v>10.2</c:v>
                </c:pt>
                <c:pt idx="112">
                  <c:v>9.68</c:v>
                </c:pt>
                <c:pt idx="113">
                  <c:v>9.17</c:v>
                </c:pt>
                <c:pt idx="114">
                  <c:v>8.74</c:v>
                </c:pt>
                <c:pt idx="115">
                  <c:v>8.37</c:v>
                </c:pt>
                <c:pt idx="116">
                  <c:v>7.93</c:v>
                </c:pt>
                <c:pt idx="117">
                  <c:v>7.62</c:v>
                </c:pt>
                <c:pt idx="118">
                  <c:v>7.25</c:v>
                </c:pt>
                <c:pt idx="119">
                  <c:v>6.99</c:v>
                </c:pt>
                <c:pt idx="120">
                  <c:v>6.7</c:v>
                </c:pt>
                <c:pt idx="121">
                  <c:v>6.39</c:v>
                </c:pt>
                <c:pt idx="122">
                  <c:v>6.08</c:v>
                </c:pt>
                <c:pt idx="123">
                  <c:v>5.81</c:v>
                </c:pt>
                <c:pt idx="124">
                  <c:v>5.63</c:v>
                </c:pt>
                <c:pt idx="125">
                  <c:v>5.43</c:v>
                </c:pt>
                <c:pt idx="126">
                  <c:v>5.24</c:v>
                </c:pt>
                <c:pt idx="127">
                  <c:v>5.01</c:v>
                </c:pt>
                <c:pt idx="128">
                  <c:v>4.87</c:v>
                </c:pt>
                <c:pt idx="129">
                  <c:v>4.63</c:v>
                </c:pt>
                <c:pt idx="130">
                  <c:v>4.46</c:v>
                </c:pt>
                <c:pt idx="131">
                  <c:v>4.3</c:v>
                </c:pt>
                <c:pt idx="132">
                  <c:v>4.06</c:v>
                </c:pt>
                <c:pt idx="133">
                  <c:v>3.92</c:v>
                </c:pt>
                <c:pt idx="134">
                  <c:v>3.64</c:v>
                </c:pt>
                <c:pt idx="135">
                  <c:v>3.46</c:v>
                </c:pt>
                <c:pt idx="136">
                  <c:v>3.26</c:v>
                </c:pt>
                <c:pt idx="137">
                  <c:v>3.03</c:v>
                </c:pt>
                <c:pt idx="138">
                  <c:v>2.79</c:v>
                </c:pt>
                <c:pt idx="139">
                  <c:v>2.56</c:v>
                </c:pt>
                <c:pt idx="140">
                  <c:v>2.28</c:v>
                </c:pt>
                <c:pt idx="141">
                  <c:v>2.02</c:v>
                </c:pt>
                <c:pt idx="142">
                  <c:v>1.66</c:v>
                </c:pt>
                <c:pt idx="143">
                  <c:v>1.29</c:v>
                </c:pt>
                <c:pt idx="144">
                  <c:v>0.96</c:v>
                </c:pt>
                <c:pt idx="145">
                  <c:v>0.61</c:v>
                </c:pt>
                <c:pt idx="146">
                  <c:v>0.31</c:v>
                </c:pt>
                <c:pt idx="147">
                  <c:v>-0.02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100.11</c:v>
                </c:pt>
                <c:pt idx="1">
                  <c:v>100.22</c:v>
                </c:pt>
                <c:pt idx="2">
                  <c:v>100.31</c:v>
                </c:pt>
                <c:pt idx="3">
                  <c:v>100.37</c:v>
                </c:pt>
                <c:pt idx="4">
                  <c:v>100.42</c:v>
                </c:pt>
                <c:pt idx="5">
                  <c:v>100.48</c:v>
                </c:pt>
                <c:pt idx="6">
                  <c:v>100.49</c:v>
                </c:pt>
                <c:pt idx="7">
                  <c:v>100.45</c:v>
                </c:pt>
                <c:pt idx="8">
                  <c:v>100.44</c:v>
                </c:pt>
                <c:pt idx="9">
                  <c:v>100.4</c:v>
                </c:pt>
                <c:pt idx="10">
                  <c:v>100.33</c:v>
                </c:pt>
                <c:pt idx="11">
                  <c:v>100.29</c:v>
                </c:pt>
                <c:pt idx="12">
                  <c:v>100.18</c:v>
                </c:pt>
                <c:pt idx="13">
                  <c:v>100.08</c:v>
                </c:pt>
                <c:pt idx="14">
                  <c:v>99.92</c:v>
                </c:pt>
                <c:pt idx="15">
                  <c:v>99.79</c:v>
                </c:pt>
                <c:pt idx="16">
                  <c:v>99.61</c:v>
                </c:pt>
                <c:pt idx="17">
                  <c:v>99.46</c:v>
                </c:pt>
                <c:pt idx="18">
                  <c:v>99.32</c:v>
                </c:pt>
                <c:pt idx="19">
                  <c:v>99.15</c:v>
                </c:pt>
                <c:pt idx="20">
                  <c:v>99.02</c:v>
                </c:pt>
                <c:pt idx="21">
                  <c:v>98.87</c:v>
                </c:pt>
                <c:pt idx="22">
                  <c:v>98.73</c:v>
                </c:pt>
                <c:pt idx="23">
                  <c:v>98.58</c:v>
                </c:pt>
                <c:pt idx="24">
                  <c:v>98.42</c:v>
                </c:pt>
                <c:pt idx="25">
                  <c:v>98.26</c:v>
                </c:pt>
                <c:pt idx="26">
                  <c:v>98.09</c:v>
                </c:pt>
                <c:pt idx="27">
                  <c:v>97.91</c:v>
                </c:pt>
                <c:pt idx="28">
                  <c:v>97.66</c:v>
                </c:pt>
                <c:pt idx="29">
                  <c:v>97.44</c:v>
                </c:pt>
                <c:pt idx="30">
                  <c:v>97.11</c:v>
                </c:pt>
                <c:pt idx="31">
                  <c:v>96.79</c:v>
                </c:pt>
                <c:pt idx="32">
                  <c:v>96.42</c:v>
                </c:pt>
                <c:pt idx="33">
                  <c:v>96.06</c:v>
                </c:pt>
                <c:pt idx="34">
                  <c:v>95.56</c:v>
                </c:pt>
                <c:pt idx="35">
                  <c:v>95.13</c:v>
                </c:pt>
                <c:pt idx="36">
                  <c:v>94.66</c:v>
                </c:pt>
                <c:pt idx="37">
                  <c:v>94.2</c:v>
                </c:pt>
                <c:pt idx="38">
                  <c:v>93.72</c:v>
                </c:pt>
                <c:pt idx="39">
                  <c:v>93.34</c:v>
                </c:pt>
                <c:pt idx="40">
                  <c:v>92.96</c:v>
                </c:pt>
                <c:pt idx="41">
                  <c:v>92.62</c:v>
                </c:pt>
                <c:pt idx="42">
                  <c:v>92.21</c:v>
                </c:pt>
                <c:pt idx="43">
                  <c:v>91.68</c:v>
                </c:pt>
                <c:pt idx="44">
                  <c:v>91.06</c:v>
                </c:pt>
                <c:pt idx="45">
                  <c:v>90.31</c:v>
                </c:pt>
                <c:pt idx="46">
                  <c:v>89.36</c:v>
                </c:pt>
                <c:pt idx="47">
                  <c:v>88.23</c:v>
                </c:pt>
                <c:pt idx="48">
                  <c:v>86.94</c:v>
                </c:pt>
                <c:pt idx="49">
                  <c:v>85.66</c:v>
                </c:pt>
                <c:pt idx="50">
                  <c:v>84.25</c:v>
                </c:pt>
                <c:pt idx="51">
                  <c:v>82.82</c:v>
                </c:pt>
                <c:pt idx="52">
                  <c:v>81.4</c:v>
                </c:pt>
                <c:pt idx="53">
                  <c:v>79.99</c:v>
                </c:pt>
                <c:pt idx="54">
                  <c:v>78.55</c:v>
                </c:pt>
                <c:pt idx="55">
                  <c:v>77.26</c:v>
                </c:pt>
                <c:pt idx="56">
                  <c:v>76.05</c:v>
                </c:pt>
                <c:pt idx="57">
                  <c:v>74.94</c:v>
                </c:pt>
                <c:pt idx="58">
                  <c:v>73.88</c:v>
                </c:pt>
                <c:pt idx="59">
                  <c:v>72.92</c:v>
                </c:pt>
                <c:pt idx="60">
                  <c:v>71.98</c:v>
                </c:pt>
                <c:pt idx="61">
                  <c:v>71.13</c:v>
                </c:pt>
                <c:pt idx="62">
                  <c:v>70.21</c:v>
                </c:pt>
                <c:pt idx="63">
                  <c:v>69.36</c:v>
                </c:pt>
                <c:pt idx="64">
                  <c:v>68.52</c:v>
                </c:pt>
                <c:pt idx="65">
                  <c:v>67.69</c:v>
                </c:pt>
                <c:pt idx="66">
                  <c:v>66.83</c:v>
                </c:pt>
                <c:pt idx="67">
                  <c:v>66.06</c:v>
                </c:pt>
                <c:pt idx="68">
                  <c:v>65.21</c:v>
                </c:pt>
                <c:pt idx="69">
                  <c:v>64.43</c:v>
                </c:pt>
                <c:pt idx="70">
                  <c:v>63.58</c:v>
                </c:pt>
                <c:pt idx="71">
                  <c:v>62.8</c:v>
                </c:pt>
                <c:pt idx="72">
                  <c:v>61.99</c:v>
                </c:pt>
                <c:pt idx="73">
                  <c:v>61.16</c:v>
                </c:pt>
                <c:pt idx="74">
                  <c:v>60.33</c:v>
                </c:pt>
                <c:pt idx="75">
                  <c:v>59.53</c:v>
                </c:pt>
                <c:pt idx="76">
                  <c:v>58.73</c:v>
                </c:pt>
                <c:pt idx="77">
                  <c:v>57.9</c:v>
                </c:pt>
                <c:pt idx="78">
                  <c:v>57.07</c:v>
                </c:pt>
                <c:pt idx="79">
                  <c:v>56.16</c:v>
                </c:pt>
                <c:pt idx="80">
                  <c:v>55.26</c:v>
                </c:pt>
                <c:pt idx="81">
                  <c:v>54.24</c:v>
                </c:pt>
                <c:pt idx="82">
                  <c:v>53.24</c:v>
                </c:pt>
                <c:pt idx="83">
                  <c:v>52.16</c:v>
                </c:pt>
                <c:pt idx="84">
                  <c:v>51</c:v>
                </c:pt>
                <c:pt idx="85">
                  <c:v>49.76</c:v>
                </c:pt>
                <c:pt idx="86">
                  <c:v>48.44</c:v>
                </c:pt>
                <c:pt idx="87">
                  <c:v>46.98</c:v>
                </c:pt>
                <c:pt idx="88">
                  <c:v>45.35</c:v>
                </c:pt>
                <c:pt idx="89">
                  <c:v>43.67</c:v>
                </c:pt>
                <c:pt idx="90">
                  <c:v>41.77</c:v>
                </c:pt>
                <c:pt idx="91">
                  <c:v>39.77</c:v>
                </c:pt>
                <c:pt idx="92">
                  <c:v>37.62</c:v>
                </c:pt>
                <c:pt idx="93">
                  <c:v>35.2</c:v>
                </c:pt>
                <c:pt idx="94">
                  <c:v>32.6</c:v>
                </c:pt>
                <c:pt idx="95">
                  <c:v>29.79</c:v>
                </c:pt>
                <c:pt idx="96">
                  <c:v>27.04</c:v>
                </c:pt>
                <c:pt idx="97">
                  <c:v>24.07</c:v>
                </c:pt>
                <c:pt idx="98">
                  <c:v>21.53</c:v>
                </c:pt>
                <c:pt idx="99">
                  <c:v>19.5</c:v>
                </c:pt>
                <c:pt idx="100">
                  <c:v>17.86</c:v>
                </c:pt>
                <c:pt idx="101">
                  <c:v>16.61</c:v>
                </c:pt>
                <c:pt idx="102">
                  <c:v>15.54</c:v>
                </c:pt>
                <c:pt idx="103">
                  <c:v>14.42</c:v>
                </c:pt>
                <c:pt idx="104">
                  <c:v>13.91</c:v>
                </c:pt>
                <c:pt idx="105">
                  <c:v>13.2</c:v>
                </c:pt>
                <c:pt idx="106">
                  <c:v>12.54</c:v>
                </c:pt>
                <c:pt idx="107">
                  <c:v>11.96</c:v>
                </c:pt>
                <c:pt idx="108">
                  <c:v>11.44</c:v>
                </c:pt>
                <c:pt idx="109">
                  <c:v>10.89</c:v>
                </c:pt>
                <c:pt idx="110">
                  <c:v>10.35</c:v>
                </c:pt>
                <c:pt idx="111">
                  <c:v>9.87</c:v>
                </c:pt>
                <c:pt idx="112">
                  <c:v>9.39</c:v>
                </c:pt>
                <c:pt idx="113">
                  <c:v>8.95</c:v>
                </c:pt>
                <c:pt idx="114">
                  <c:v>8.52</c:v>
                </c:pt>
                <c:pt idx="115">
                  <c:v>8.15</c:v>
                </c:pt>
                <c:pt idx="116">
                  <c:v>7.75</c:v>
                </c:pt>
                <c:pt idx="117">
                  <c:v>7.38</c:v>
                </c:pt>
                <c:pt idx="118">
                  <c:v>7.04</c:v>
                </c:pt>
                <c:pt idx="119">
                  <c:v>6.7</c:v>
                </c:pt>
                <c:pt idx="120">
                  <c:v>6.41</c:v>
                </c:pt>
                <c:pt idx="121">
                  <c:v>6.17</c:v>
                </c:pt>
                <c:pt idx="122">
                  <c:v>5.89</c:v>
                </c:pt>
                <c:pt idx="123">
                  <c:v>5.63</c:v>
                </c:pt>
                <c:pt idx="124">
                  <c:v>5.42</c:v>
                </c:pt>
                <c:pt idx="125">
                  <c:v>5.22</c:v>
                </c:pt>
                <c:pt idx="126">
                  <c:v>4.96</c:v>
                </c:pt>
                <c:pt idx="127">
                  <c:v>4.74</c:v>
                </c:pt>
                <c:pt idx="128">
                  <c:v>4.56</c:v>
                </c:pt>
                <c:pt idx="129">
                  <c:v>4.37</c:v>
                </c:pt>
                <c:pt idx="130">
                  <c:v>4.19</c:v>
                </c:pt>
                <c:pt idx="131">
                  <c:v>4.03</c:v>
                </c:pt>
                <c:pt idx="132">
                  <c:v>3.84</c:v>
                </c:pt>
                <c:pt idx="133">
                  <c:v>3.69</c:v>
                </c:pt>
                <c:pt idx="134">
                  <c:v>3.45</c:v>
                </c:pt>
                <c:pt idx="135">
                  <c:v>3.21</c:v>
                </c:pt>
                <c:pt idx="136">
                  <c:v>2.99</c:v>
                </c:pt>
                <c:pt idx="137">
                  <c:v>2.8</c:v>
                </c:pt>
                <c:pt idx="138">
                  <c:v>2.63</c:v>
                </c:pt>
                <c:pt idx="139">
                  <c:v>2.31</c:v>
                </c:pt>
                <c:pt idx="140">
                  <c:v>2.1</c:v>
                </c:pt>
                <c:pt idx="141">
                  <c:v>1.8</c:v>
                </c:pt>
                <c:pt idx="142">
                  <c:v>1.5</c:v>
                </c:pt>
                <c:pt idx="143">
                  <c:v>1.21</c:v>
                </c:pt>
                <c:pt idx="144">
                  <c:v>0.88</c:v>
                </c:pt>
                <c:pt idx="145">
                  <c:v>0.56</c:v>
                </c:pt>
                <c:pt idx="146">
                  <c:v>0.25</c:v>
                </c:pt>
                <c:pt idx="147">
                  <c:v>-0.05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PF 준불연 외부용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6"/>
          <c:w val="0.84"/>
          <c:h val="0.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99.36</c:v>
                </c:pt>
                <c:pt idx="1">
                  <c:v>99.11</c:v>
                </c:pt>
                <c:pt idx="2">
                  <c:v>98.85</c:v>
                </c:pt>
                <c:pt idx="3">
                  <c:v>98.7</c:v>
                </c:pt>
                <c:pt idx="4">
                  <c:v>98.54</c:v>
                </c:pt>
                <c:pt idx="5">
                  <c:v>98.42</c:v>
                </c:pt>
                <c:pt idx="6">
                  <c:v>98.27</c:v>
                </c:pt>
                <c:pt idx="7">
                  <c:v>98.23</c:v>
                </c:pt>
                <c:pt idx="8">
                  <c:v>98.16</c:v>
                </c:pt>
                <c:pt idx="9">
                  <c:v>98.02</c:v>
                </c:pt>
                <c:pt idx="10">
                  <c:v>97.96</c:v>
                </c:pt>
                <c:pt idx="11">
                  <c:v>97.85</c:v>
                </c:pt>
                <c:pt idx="12">
                  <c:v>97.73</c:v>
                </c:pt>
                <c:pt idx="13">
                  <c:v>97.63</c:v>
                </c:pt>
                <c:pt idx="14">
                  <c:v>97.5</c:v>
                </c:pt>
                <c:pt idx="15">
                  <c:v>97.29</c:v>
                </c:pt>
                <c:pt idx="16">
                  <c:v>97.14</c:v>
                </c:pt>
                <c:pt idx="17">
                  <c:v>97.01</c:v>
                </c:pt>
                <c:pt idx="18">
                  <c:v>96.8</c:v>
                </c:pt>
                <c:pt idx="19">
                  <c:v>96.65</c:v>
                </c:pt>
                <c:pt idx="20">
                  <c:v>96.32</c:v>
                </c:pt>
                <c:pt idx="21">
                  <c:v>96.09</c:v>
                </c:pt>
                <c:pt idx="22">
                  <c:v>95.84</c:v>
                </c:pt>
                <c:pt idx="23">
                  <c:v>95.44</c:v>
                </c:pt>
                <c:pt idx="24">
                  <c:v>95.13</c:v>
                </c:pt>
                <c:pt idx="25">
                  <c:v>94.76</c:v>
                </c:pt>
                <c:pt idx="26">
                  <c:v>94.37</c:v>
                </c:pt>
                <c:pt idx="27">
                  <c:v>93.96</c:v>
                </c:pt>
                <c:pt idx="28">
                  <c:v>93.48</c:v>
                </c:pt>
                <c:pt idx="29">
                  <c:v>92.98</c:v>
                </c:pt>
                <c:pt idx="30">
                  <c:v>92.45</c:v>
                </c:pt>
                <c:pt idx="31">
                  <c:v>91.88</c:v>
                </c:pt>
                <c:pt idx="32">
                  <c:v>91.28</c:v>
                </c:pt>
                <c:pt idx="33">
                  <c:v>90.63</c:v>
                </c:pt>
                <c:pt idx="34">
                  <c:v>89.97</c:v>
                </c:pt>
                <c:pt idx="35">
                  <c:v>89.33</c:v>
                </c:pt>
                <c:pt idx="36">
                  <c:v>88.68</c:v>
                </c:pt>
                <c:pt idx="37">
                  <c:v>88.08</c:v>
                </c:pt>
                <c:pt idx="38">
                  <c:v>87.44</c:v>
                </c:pt>
                <c:pt idx="39">
                  <c:v>86.72</c:v>
                </c:pt>
                <c:pt idx="40">
                  <c:v>86.02</c:v>
                </c:pt>
                <c:pt idx="41">
                  <c:v>85.36</c:v>
                </c:pt>
                <c:pt idx="42">
                  <c:v>84.66</c:v>
                </c:pt>
                <c:pt idx="43">
                  <c:v>83.88</c:v>
                </c:pt>
                <c:pt idx="44">
                  <c:v>83.12</c:v>
                </c:pt>
                <c:pt idx="45">
                  <c:v>82.39</c:v>
                </c:pt>
                <c:pt idx="46">
                  <c:v>81.56</c:v>
                </c:pt>
                <c:pt idx="47">
                  <c:v>80.75</c:v>
                </c:pt>
                <c:pt idx="48">
                  <c:v>79.82</c:v>
                </c:pt>
                <c:pt idx="49">
                  <c:v>78.97</c:v>
                </c:pt>
                <c:pt idx="50">
                  <c:v>78.14</c:v>
                </c:pt>
                <c:pt idx="51">
                  <c:v>77.25</c:v>
                </c:pt>
                <c:pt idx="52">
                  <c:v>76.4</c:v>
                </c:pt>
                <c:pt idx="53">
                  <c:v>75.52</c:v>
                </c:pt>
                <c:pt idx="54">
                  <c:v>74.67</c:v>
                </c:pt>
                <c:pt idx="55">
                  <c:v>73.89</c:v>
                </c:pt>
                <c:pt idx="56">
                  <c:v>73.08</c:v>
                </c:pt>
                <c:pt idx="57">
                  <c:v>72.3</c:v>
                </c:pt>
                <c:pt idx="58">
                  <c:v>71.64</c:v>
                </c:pt>
                <c:pt idx="59">
                  <c:v>70.92</c:v>
                </c:pt>
                <c:pt idx="60">
                  <c:v>70.29</c:v>
                </c:pt>
                <c:pt idx="61">
                  <c:v>69.7</c:v>
                </c:pt>
                <c:pt idx="62">
                  <c:v>69.13</c:v>
                </c:pt>
                <c:pt idx="63">
                  <c:v>68.55</c:v>
                </c:pt>
                <c:pt idx="64">
                  <c:v>68.05</c:v>
                </c:pt>
                <c:pt idx="65">
                  <c:v>67.58</c:v>
                </c:pt>
                <c:pt idx="66">
                  <c:v>67.09</c:v>
                </c:pt>
                <c:pt idx="67">
                  <c:v>66.6</c:v>
                </c:pt>
                <c:pt idx="68">
                  <c:v>66.18</c:v>
                </c:pt>
                <c:pt idx="69">
                  <c:v>65.73</c:v>
                </c:pt>
                <c:pt idx="70">
                  <c:v>65.21</c:v>
                </c:pt>
                <c:pt idx="71">
                  <c:v>64.73</c:v>
                </c:pt>
                <c:pt idx="72">
                  <c:v>64.28</c:v>
                </c:pt>
                <c:pt idx="73">
                  <c:v>63.79</c:v>
                </c:pt>
                <c:pt idx="74">
                  <c:v>63.38</c:v>
                </c:pt>
                <c:pt idx="75">
                  <c:v>62.95</c:v>
                </c:pt>
                <c:pt idx="76">
                  <c:v>62.44</c:v>
                </c:pt>
                <c:pt idx="77">
                  <c:v>62.09</c:v>
                </c:pt>
                <c:pt idx="78">
                  <c:v>61.75</c:v>
                </c:pt>
                <c:pt idx="79">
                  <c:v>61.42</c:v>
                </c:pt>
                <c:pt idx="80">
                  <c:v>61.11</c:v>
                </c:pt>
                <c:pt idx="81">
                  <c:v>60.82</c:v>
                </c:pt>
                <c:pt idx="82">
                  <c:v>60.51</c:v>
                </c:pt>
                <c:pt idx="83">
                  <c:v>60.21</c:v>
                </c:pt>
                <c:pt idx="84">
                  <c:v>59.86</c:v>
                </c:pt>
                <c:pt idx="85">
                  <c:v>59.48</c:v>
                </c:pt>
                <c:pt idx="86">
                  <c:v>59.19</c:v>
                </c:pt>
                <c:pt idx="87">
                  <c:v>58.71</c:v>
                </c:pt>
                <c:pt idx="88">
                  <c:v>58.32</c:v>
                </c:pt>
                <c:pt idx="89">
                  <c:v>57.82</c:v>
                </c:pt>
                <c:pt idx="90">
                  <c:v>57.35</c:v>
                </c:pt>
                <c:pt idx="91">
                  <c:v>56.79</c:v>
                </c:pt>
                <c:pt idx="92">
                  <c:v>56.22</c:v>
                </c:pt>
                <c:pt idx="93">
                  <c:v>55.63</c:v>
                </c:pt>
                <c:pt idx="94">
                  <c:v>55.08</c:v>
                </c:pt>
                <c:pt idx="95">
                  <c:v>54.46</c:v>
                </c:pt>
                <c:pt idx="96">
                  <c:v>53.84</c:v>
                </c:pt>
                <c:pt idx="97">
                  <c:v>53.21</c:v>
                </c:pt>
                <c:pt idx="98">
                  <c:v>52.52</c:v>
                </c:pt>
                <c:pt idx="99">
                  <c:v>51.91</c:v>
                </c:pt>
                <c:pt idx="100">
                  <c:v>51.15</c:v>
                </c:pt>
                <c:pt idx="101">
                  <c:v>50.41</c:v>
                </c:pt>
                <c:pt idx="102">
                  <c:v>49.73</c:v>
                </c:pt>
                <c:pt idx="103">
                  <c:v>48.95</c:v>
                </c:pt>
                <c:pt idx="104">
                  <c:v>48.18</c:v>
                </c:pt>
                <c:pt idx="105">
                  <c:v>47.45</c:v>
                </c:pt>
                <c:pt idx="106">
                  <c:v>46.6</c:v>
                </c:pt>
                <c:pt idx="107">
                  <c:v>45.82</c:v>
                </c:pt>
                <c:pt idx="108">
                  <c:v>45.01</c:v>
                </c:pt>
                <c:pt idx="109">
                  <c:v>44.18</c:v>
                </c:pt>
                <c:pt idx="110">
                  <c:v>43.29</c:v>
                </c:pt>
                <c:pt idx="111">
                  <c:v>42.46</c:v>
                </c:pt>
                <c:pt idx="112">
                  <c:v>41.6</c:v>
                </c:pt>
                <c:pt idx="113">
                  <c:v>40.72</c:v>
                </c:pt>
                <c:pt idx="114">
                  <c:v>39.82</c:v>
                </c:pt>
                <c:pt idx="115">
                  <c:v>38.86</c:v>
                </c:pt>
                <c:pt idx="116">
                  <c:v>37.99</c:v>
                </c:pt>
                <c:pt idx="117">
                  <c:v>36.99</c:v>
                </c:pt>
                <c:pt idx="118">
                  <c:v>36.04</c:v>
                </c:pt>
                <c:pt idx="119">
                  <c:v>35.01</c:v>
                </c:pt>
                <c:pt idx="120">
                  <c:v>34.03</c:v>
                </c:pt>
                <c:pt idx="121">
                  <c:v>33.07</c:v>
                </c:pt>
                <c:pt idx="122">
                  <c:v>31.98</c:v>
                </c:pt>
                <c:pt idx="123">
                  <c:v>30.9</c:v>
                </c:pt>
                <c:pt idx="124">
                  <c:v>29.88</c:v>
                </c:pt>
                <c:pt idx="125">
                  <c:v>28.83</c:v>
                </c:pt>
                <c:pt idx="126">
                  <c:v>27.71</c:v>
                </c:pt>
                <c:pt idx="127">
                  <c:v>26.58</c:v>
                </c:pt>
                <c:pt idx="128">
                  <c:v>25.43</c:v>
                </c:pt>
                <c:pt idx="129">
                  <c:v>24.3</c:v>
                </c:pt>
                <c:pt idx="130">
                  <c:v>23.11</c:v>
                </c:pt>
                <c:pt idx="131">
                  <c:v>21.9</c:v>
                </c:pt>
                <c:pt idx="132">
                  <c:v>20.69</c:v>
                </c:pt>
                <c:pt idx="133">
                  <c:v>19.5</c:v>
                </c:pt>
                <c:pt idx="134">
                  <c:v>18.18</c:v>
                </c:pt>
                <c:pt idx="135">
                  <c:v>16.88</c:v>
                </c:pt>
                <c:pt idx="136">
                  <c:v>15.56</c:v>
                </c:pt>
                <c:pt idx="137">
                  <c:v>14.26</c:v>
                </c:pt>
                <c:pt idx="138">
                  <c:v>12.92</c:v>
                </c:pt>
                <c:pt idx="139">
                  <c:v>11.55</c:v>
                </c:pt>
                <c:pt idx="140">
                  <c:v>10.14</c:v>
                </c:pt>
                <c:pt idx="141">
                  <c:v>8.78</c:v>
                </c:pt>
                <c:pt idx="142">
                  <c:v>7.36</c:v>
                </c:pt>
                <c:pt idx="143">
                  <c:v>5.92</c:v>
                </c:pt>
                <c:pt idx="144">
                  <c:v>4.52</c:v>
                </c:pt>
                <c:pt idx="145">
                  <c:v>3.06</c:v>
                </c:pt>
                <c:pt idx="146">
                  <c:v>1.54</c:v>
                </c:pt>
                <c:pt idx="147">
                  <c:v>0.06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99.15</c:v>
                </c:pt>
                <c:pt idx="1">
                  <c:v>98.84</c:v>
                </c:pt>
                <c:pt idx="2">
                  <c:v>98.6</c:v>
                </c:pt>
                <c:pt idx="3">
                  <c:v>98.33</c:v>
                </c:pt>
                <c:pt idx="4">
                  <c:v>98.17</c:v>
                </c:pt>
                <c:pt idx="5">
                  <c:v>98.03</c:v>
                </c:pt>
                <c:pt idx="6">
                  <c:v>97.9</c:v>
                </c:pt>
                <c:pt idx="7">
                  <c:v>97.78</c:v>
                </c:pt>
                <c:pt idx="8">
                  <c:v>97.7</c:v>
                </c:pt>
                <c:pt idx="9">
                  <c:v>97.6</c:v>
                </c:pt>
                <c:pt idx="10">
                  <c:v>97.47</c:v>
                </c:pt>
                <c:pt idx="11">
                  <c:v>97.37</c:v>
                </c:pt>
                <c:pt idx="12">
                  <c:v>97.25</c:v>
                </c:pt>
                <c:pt idx="13">
                  <c:v>97.12</c:v>
                </c:pt>
                <c:pt idx="14">
                  <c:v>96.98</c:v>
                </c:pt>
                <c:pt idx="15">
                  <c:v>96.82</c:v>
                </c:pt>
                <c:pt idx="16">
                  <c:v>96.63</c:v>
                </c:pt>
                <c:pt idx="17">
                  <c:v>96.46</c:v>
                </c:pt>
                <c:pt idx="18">
                  <c:v>96.22</c:v>
                </c:pt>
                <c:pt idx="19">
                  <c:v>96.02</c:v>
                </c:pt>
                <c:pt idx="20">
                  <c:v>95.81</c:v>
                </c:pt>
                <c:pt idx="21">
                  <c:v>95.51</c:v>
                </c:pt>
                <c:pt idx="22">
                  <c:v>95.21</c:v>
                </c:pt>
                <c:pt idx="23">
                  <c:v>94.88</c:v>
                </c:pt>
                <c:pt idx="24">
                  <c:v>94.53</c:v>
                </c:pt>
                <c:pt idx="25">
                  <c:v>94.13</c:v>
                </c:pt>
                <c:pt idx="26">
                  <c:v>93.74</c:v>
                </c:pt>
                <c:pt idx="27">
                  <c:v>93.29</c:v>
                </c:pt>
                <c:pt idx="28">
                  <c:v>92.86</c:v>
                </c:pt>
                <c:pt idx="29">
                  <c:v>92.34</c:v>
                </c:pt>
                <c:pt idx="30">
                  <c:v>91.78</c:v>
                </c:pt>
                <c:pt idx="31">
                  <c:v>91.23</c:v>
                </c:pt>
                <c:pt idx="32">
                  <c:v>90.57</c:v>
                </c:pt>
                <c:pt idx="33">
                  <c:v>89.95</c:v>
                </c:pt>
                <c:pt idx="34">
                  <c:v>89.24</c:v>
                </c:pt>
                <c:pt idx="35">
                  <c:v>88.58</c:v>
                </c:pt>
                <c:pt idx="36">
                  <c:v>87.9</c:v>
                </c:pt>
                <c:pt idx="37">
                  <c:v>87.23</c:v>
                </c:pt>
                <c:pt idx="38">
                  <c:v>86.51</c:v>
                </c:pt>
                <c:pt idx="39">
                  <c:v>85.8</c:v>
                </c:pt>
                <c:pt idx="40">
                  <c:v>85.11</c:v>
                </c:pt>
                <c:pt idx="41">
                  <c:v>84.34</c:v>
                </c:pt>
                <c:pt idx="42">
                  <c:v>83.56</c:v>
                </c:pt>
                <c:pt idx="43">
                  <c:v>82.78</c:v>
                </c:pt>
                <c:pt idx="44">
                  <c:v>81.93</c:v>
                </c:pt>
                <c:pt idx="45">
                  <c:v>81.1</c:v>
                </c:pt>
                <c:pt idx="46">
                  <c:v>80.19</c:v>
                </c:pt>
                <c:pt idx="47">
                  <c:v>79.28</c:v>
                </c:pt>
                <c:pt idx="48">
                  <c:v>78.32</c:v>
                </c:pt>
                <c:pt idx="49">
                  <c:v>77.34</c:v>
                </c:pt>
                <c:pt idx="50">
                  <c:v>76.42</c:v>
                </c:pt>
                <c:pt idx="51">
                  <c:v>75.41</c:v>
                </c:pt>
                <c:pt idx="52">
                  <c:v>74.42</c:v>
                </c:pt>
                <c:pt idx="53">
                  <c:v>73.47</c:v>
                </c:pt>
                <c:pt idx="54">
                  <c:v>72.49</c:v>
                </c:pt>
                <c:pt idx="55">
                  <c:v>71.51</c:v>
                </c:pt>
                <c:pt idx="56">
                  <c:v>70.64</c:v>
                </c:pt>
                <c:pt idx="57">
                  <c:v>69.79</c:v>
                </c:pt>
                <c:pt idx="58">
                  <c:v>69.05</c:v>
                </c:pt>
                <c:pt idx="59">
                  <c:v>68.26</c:v>
                </c:pt>
                <c:pt idx="60">
                  <c:v>67.51</c:v>
                </c:pt>
                <c:pt idx="61">
                  <c:v>66.85</c:v>
                </c:pt>
                <c:pt idx="62">
                  <c:v>66.21</c:v>
                </c:pt>
                <c:pt idx="63">
                  <c:v>65.58</c:v>
                </c:pt>
                <c:pt idx="64">
                  <c:v>65</c:v>
                </c:pt>
                <c:pt idx="65">
                  <c:v>64.44</c:v>
                </c:pt>
                <c:pt idx="66">
                  <c:v>63.87</c:v>
                </c:pt>
                <c:pt idx="67">
                  <c:v>63.32</c:v>
                </c:pt>
                <c:pt idx="68">
                  <c:v>62.84</c:v>
                </c:pt>
                <c:pt idx="69">
                  <c:v>62.34</c:v>
                </c:pt>
                <c:pt idx="70">
                  <c:v>61.82</c:v>
                </c:pt>
                <c:pt idx="71">
                  <c:v>61.3</c:v>
                </c:pt>
                <c:pt idx="72">
                  <c:v>60.82</c:v>
                </c:pt>
                <c:pt idx="73">
                  <c:v>60.28</c:v>
                </c:pt>
                <c:pt idx="74">
                  <c:v>59.82</c:v>
                </c:pt>
                <c:pt idx="75">
                  <c:v>59.32</c:v>
                </c:pt>
                <c:pt idx="76">
                  <c:v>58.89</c:v>
                </c:pt>
                <c:pt idx="77">
                  <c:v>58.44</c:v>
                </c:pt>
                <c:pt idx="78">
                  <c:v>58.01</c:v>
                </c:pt>
                <c:pt idx="79">
                  <c:v>57.7</c:v>
                </c:pt>
                <c:pt idx="80">
                  <c:v>57.36</c:v>
                </c:pt>
                <c:pt idx="81">
                  <c:v>57.04</c:v>
                </c:pt>
                <c:pt idx="82">
                  <c:v>56.74</c:v>
                </c:pt>
                <c:pt idx="83">
                  <c:v>56.43</c:v>
                </c:pt>
                <c:pt idx="84">
                  <c:v>56.12</c:v>
                </c:pt>
                <c:pt idx="85">
                  <c:v>55.78</c:v>
                </c:pt>
                <c:pt idx="86">
                  <c:v>55.43</c:v>
                </c:pt>
                <c:pt idx="87">
                  <c:v>55.01</c:v>
                </c:pt>
                <c:pt idx="88">
                  <c:v>54.61</c:v>
                </c:pt>
                <c:pt idx="89">
                  <c:v>54.05</c:v>
                </c:pt>
                <c:pt idx="90">
                  <c:v>53.53</c:v>
                </c:pt>
                <c:pt idx="91">
                  <c:v>52.99</c:v>
                </c:pt>
                <c:pt idx="92">
                  <c:v>52.41</c:v>
                </c:pt>
                <c:pt idx="93">
                  <c:v>51.83</c:v>
                </c:pt>
                <c:pt idx="94">
                  <c:v>51.16</c:v>
                </c:pt>
                <c:pt idx="95">
                  <c:v>50.51</c:v>
                </c:pt>
                <c:pt idx="96">
                  <c:v>49.9</c:v>
                </c:pt>
                <c:pt idx="97">
                  <c:v>49.24</c:v>
                </c:pt>
                <c:pt idx="98">
                  <c:v>48.45</c:v>
                </c:pt>
                <c:pt idx="99">
                  <c:v>47.78</c:v>
                </c:pt>
                <c:pt idx="100">
                  <c:v>47.08</c:v>
                </c:pt>
                <c:pt idx="101">
                  <c:v>46.3</c:v>
                </c:pt>
                <c:pt idx="102">
                  <c:v>45.6</c:v>
                </c:pt>
                <c:pt idx="103">
                  <c:v>44.78</c:v>
                </c:pt>
                <c:pt idx="104">
                  <c:v>43.96</c:v>
                </c:pt>
                <c:pt idx="105">
                  <c:v>43.18</c:v>
                </c:pt>
                <c:pt idx="106">
                  <c:v>42.38</c:v>
                </c:pt>
                <c:pt idx="107">
                  <c:v>41.6</c:v>
                </c:pt>
                <c:pt idx="108">
                  <c:v>40.81</c:v>
                </c:pt>
                <c:pt idx="109">
                  <c:v>39.94</c:v>
                </c:pt>
                <c:pt idx="110">
                  <c:v>39.11</c:v>
                </c:pt>
                <c:pt idx="111">
                  <c:v>38.3</c:v>
                </c:pt>
                <c:pt idx="112">
                  <c:v>37.43</c:v>
                </c:pt>
                <c:pt idx="113">
                  <c:v>36.59</c:v>
                </c:pt>
                <c:pt idx="114">
                  <c:v>35.76</c:v>
                </c:pt>
                <c:pt idx="115">
                  <c:v>34.87</c:v>
                </c:pt>
                <c:pt idx="116">
                  <c:v>34</c:v>
                </c:pt>
                <c:pt idx="117">
                  <c:v>33.1</c:v>
                </c:pt>
                <c:pt idx="118">
                  <c:v>32.21</c:v>
                </c:pt>
                <c:pt idx="119">
                  <c:v>31.32</c:v>
                </c:pt>
                <c:pt idx="120">
                  <c:v>30.41</c:v>
                </c:pt>
                <c:pt idx="121">
                  <c:v>29.46</c:v>
                </c:pt>
                <c:pt idx="122">
                  <c:v>28.57</c:v>
                </c:pt>
                <c:pt idx="123">
                  <c:v>27.63</c:v>
                </c:pt>
                <c:pt idx="124">
                  <c:v>26.67</c:v>
                </c:pt>
                <c:pt idx="125">
                  <c:v>25.69</c:v>
                </c:pt>
                <c:pt idx="126">
                  <c:v>24.71</c:v>
                </c:pt>
                <c:pt idx="127">
                  <c:v>23.73</c:v>
                </c:pt>
                <c:pt idx="128">
                  <c:v>22.7</c:v>
                </c:pt>
                <c:pt idx="129">
                  <c:v>21.69</c:v>
                </c:pt>
                <c:pt idx="130">
                  <c:v>20.68</c:v>
                </c:pt>
                <c:pt idx="131">
                  <c:v>19.63</c:v>
                </c:pt>
                <c:pt idx="132">
                  <c:v>18.54</c:v>
                </c:pt>
                <c:pt idx="133">
                  <c:v>17.44</c:v>
                </c:pt>
                <c:pt idx="134">
                  <c:v>16.34</c:v>
                </c:pt>
                <c:pt idx="135">
                  <c:v>15.2</c:v>
                </c:pt>
                <c:pt idx="136">
                  <c:v>14.08</c:v>
                </c:pt>
                <c:pt idx="137">
                  <c:v>12.9</c:v>
                </c:pt>
                <c:pt idx="138">
                  <c:v>11.76</c:v>
                </c:pt>
                <c:pt idx="139">
                  <c:v>10.5</c:v>
                </c:pt>
                <c:pt idx="140">
                  <c:v>9.26</c:v>
                </c:pt>
                <c:pt idx="141">
                  <c:v>8.07</c:v>
                </c:pt>
                <c:pt idx="142">
                  <c:v>6.81</c:v>
                </c:pt>
                <c:pt idx="143">
                  <c:v>5.52</c:v>
                </c:pt>
                <c:pt idx="144">
                  <c:v>4.25</c:v>
                </c:pt>
                <c:pt idx="145">
                  <c:v>2.95</c:v>
                </c:pt>
                <c:pt idx="146">
                  <c:v>1.67</c:v>
                </c:pt>
                <c:pt idx="147">
                  <c:v>0.32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99.86</c:v>
                </c:pt>
                <c:pt idx="1">
                  <c:v>99.81</c:v>
                </c:pt>
                <c:pt idx="2">
                  <c:v>99.7</c:v>
                </c:pt>
                <c:pt idx="3">
                  <c:v>99.66</c:v>
                </c:pt>
                <c:pt idx="4">
                  <c:v>99.62</c:v>
                </c:pt>
                <c:pt idx="5">
                  <c:v>99.58</c:v>
                </c:pt>
                <c:pt idx="6">
                  <c:v>99.6</c:v>
                </c:pt>
                <c:pt idx="7">
                  <c:v>99.55</c:v>
                </c:pt>
                <c:pt idx="8">
                  <c:v>99.54</c:v>
                </c:pt>
                <c:pt idx="9">
                  <c:v>99.47</c:v>
                </c:pt>
                <c:pt idx="10">
                  <c:v>99.46</c:v>
                </c:pt>
                <c:pt idx="11">
                  <c:v>99.38</c:v>
                </c:pt>
                <c:pt idx="12">
                  <c:v>99.3</c:v>
                </c:pt>
                <c:pt idx="13">
                  <c:v>99.2</c:v>
                </c:pt>
                <c:pt idx="14">
                  <c:v>99.11</c:v>
                </c:pt>
                <c:pt idx="15">
                  <c:v>98.96</c:v>
                </c:pt>
                <c:pt idx="16">
                  <c:v>98.84</c:v>
                </c:pt>
                <c:pt idx="17">
                  <c:v>98.66</c:v>
                </c:pt>
                <c:pt idx="18">
                  <c:v>98.47</c:v>
                </c:pt>
                <c:pt idx="19">
                  <c:v>98.27</c:v>
                </c:pt>
                <c:pt idx="20">
                  <c:v>98.01</c:v>
                </c:pt>
                <c:pt idx="21">
                  <c:v>97.73</c:v>
                </c:pt>
                <c:pt idx="22">
                  <c:v>97.46</c:v>
                </c:pt>
                <c:pt idx="23">
                  <c:v>97.16</c:v>
                </c:pt>
                <c:pt idx="24">
                  <c:v>96.84</c:v>
                </c:pt>
                <c:pt idx="25">
                  <c:v>96.49</c:v>
                </c:pt>
                <c:pt idx="26">
                  <c:v>96.17</c:v>
                </c:pt>
                <c:pt idx="27">
                  <c:v>95.83</c:v>
                </c:pt>
                <c:pt idx="28">
                  <c:v>95.48</c:v>
                </c:pt>
                <c:pt idx="29">
                  <c:v>95.07</c:v>
                </c:pt>
                <c:pt idx="30">
                  <c:v>94.67</c:v>
                </c:pt>
                <c:pt idx="31">
                  <c:v>94.24</c:v>
                </c:pt>
                <c:pt idx="32">
                  <c:v>93.82</c:v>
                </c:pt>
                <c:pt idx="33">
                  <c:v>93.41</c:v>
                </c:pt>
                <c:pt idx="34">
                  <c:v>93.07</c:v>
                </c:pt>
                <c:pt idx="35">
                  <c:v>92.71</c:v>
                </c:pt>
                <c:pt idx="36">
                  <c:v>92.43</c:v>
                </c:pt>
                <c:pt idx="37">
                  <c:v>92.1</c:v>
                </c:pt>
                <c:pt idx="38">
                  <c:v>91.79</c:v>
                </c:pt>
                <c:pt idx="39">
                  <c:v>91.5</c:v>
                </c:pt>
                <c:pt idx="40">
                  <c:v>91.18</c:v>
                </c:pt>
                <c:pt idx="41">
                  <c:v>90.98</c:v>
                </c:pt>
                <c:pt idx="42">
                  <c:v>90.75</c:v>
                </c:pt>
                <c:pt idx="43">
                  <c:v>90.46</c:v>
                </c:pt>
                <c:pt idx="44">
                  <c:v>90.26</c:v>
                </c:pt>
                <c:pt idx="45">
                  <c:v>90.04</c:v>
                </c:pt>
                <c:pt idx="46">
                  <c:v>89.8</c:v>
                </c:pt>
                <c:pt idx="47">
                  <c:v>89.57</c:v>
                </c:pt>
                <c:pt idx="48">
                  <c:v>89.34</c:v>
                </c:pt>
                <c:pt idx="49">
                  <c:v>89.12</c:v>
                </c:pt>
                <c:pt idx="50">
                  <c:v>88.84</c:v>
                </c:pt>
                <c:pt idx="51">
                  <c:v>88.59</c:v>
                </c:pt>
                <c:pt idx="52">
                  <c:v>88.29</c:v>
                </c:pt>
                <c:pt idx="53">
                  <c:v>87.96</c:v>
                </c:pt>
                <c:pt idx="54">
                  <c:v>87.59</c:v>
                </c:pt>
                <c:pt idx="55">
                  <c:v>87.2</c:v>
                </c:pt>
                <c:pt idx="56">
                  <c:v>86.69</c:v>
                </c:pt>
                <c:pt idx="57">
                  <c:v>86.14</c:v>
                </c:pt>
                <c:pt idx="58">
                  <c:v>85.43</c:v>
                </c:pt>
                <c:pt idx="59">
                  <c:v>84.71</c:v>
                </c:pt>
                <c:pt idx="60">
                  <c:v>83.82</c:v>
                </c:pt>
                <c:pt idx="61">
                  <c:v>82.82</c:v>
                </c:pt>
                <c:pt idx="62">
                  <c:v>81.79</c:v>
                </c:pt>
                <c:pt idx="63">
                  <c:v>80.63</c:v>
                </c:pt>
                <c:pt idx="64">
                  <c:v>79.36</c:v>
                </c:pt>
                <c:pt idx="65">
                  <c:v>78.04</c:v>
                </c:pt>
                <c:pt idx="66">
                  <c:v>76.61</c:v>
                </c:pt>
                <c:pt idx="67">
                  <c:v>75.08</c:v>
                </c:pt>
                <c:pt idx="68">
                  <c:v>73.53</c:v>
                </c:pt>
                <c:pt idx="69">
                  <c:v>71.89</c:v>
                </c:pt>
                <c:pt idx="70">
                  <c:v>70.24</c:v>
                </c:pt>
                <c:pt idx="71">
                  <c:v>68.5</c:v>
                </c:pt>
                <c:pt idx="72">
                  <c:v>66.78</c:v>
                </c:pt>
                <c:pt idx="73">
                  <c:v>65.05</c:v>
                </c:pt>
                <c:pt idx="74">
                  <c:v>63.25</c:v>
                </c:pt>
                <c:pt idx="75">
                  <c:v>61.57</c:v>
                </c:pt>
                <c:pt idx="76">
                  <c:v>59.94</c:v>
                </c:pt>
                <c:pt idx="77">
                  <c:v>58.24</c:v>
                </c:pt>
                <c:pt idx="78">
                  <c:v>56.64</c:v>
                </c:pt>
                <c:pt idx="79">
                  <c:v>55.01</c:v>
                </c:pt>
                <c:pt idx="80">
                  <c:v>53.33</c:v>
                </c:pt>
                <c:pt idx="81">
                  <c:v>51.68</c:v>
                </c:pt>
                <c:pt idx="82">
                  <c:v>49.94</c:v>
                </c:pt>
                <c:pt idx="83">
                  <c:v>48.15</c:v>
                </c:pt>
                <c:pt idx="84">
                  <c:v>46.28</c:v>
                </c:pt>
                <c:pt idx="85">
                  <c:v>44.41</c:v>
                </c:pt>
                <c:pt idx="86">
                  <c:v>42.53</c:v>
                </c:pt>
                <c:pt idx="87">
                  <c:v>40.56</c:v>
                </c:pt>
                <c:pt idx="88">
                  <c:v>38.55</c:v>
                </c:pt>
                <c:pt idx="89">
                  <c:v>36.62</c:v>
                </c:pt>
                <c:pt idx="90">
                  <c:v>34.68</c:v>
                </c:pt>
                <c:pt idx="91">
                  <c:v>32.71</c:v>
                </c:pt>
                <c:pt idx="92">
                  <c:v>30.81</c:v>
                </c:pt>
                <c:pt idx="93">
                  <c:v>28.91</c:v>
                </c:pt>
                <c:pt idx="94">
                  <c:v>27.07</c:v>
                </c:pt>
                <c:pt idx="95">
                  <c:v>25.32</c:v>
                </c:pt>
                <c:pt idx="96">
                  <c:v>23.68</c:v>
                </c:pt>
                <c:pt idx="97">
                  <c:v>22.06</c:v>
                </c:pt>
                <c:pt idx="98">
                  <c:v>20.52</c:v>
                </c:pt>
                <c:pt idx="99">
                  <c:v>19.05</c:v>
                </c:pt>
                <c:pt idx="100">
                  <c:v>17.68</c:v>
                </c:pt>
                <c:pt idx="101">
                  <c:v>16.38</c:v>
                </c:pt>
                <c:pt idx="102">
                  <c:v>15.22</c:v>
                </c:pt>
                <c:pt idx="103">
                  <c:v>14.11</c:v>
                </c:pt>
                <c:pt idx="104">
                  <c:v>13.12</c:v>
                </c:pt>
                <c:pt idx="105">
                  <c:v>12.2</c:v>
                </c:pt>
                <c:pt idx="106">
                  <c:v>11.36</c:v>
                </c:pt>
                <c:pt idx="107">
                  <c:v>10.63</c:v>
                </c:pt>
                <c:pt idx="108">
                  <c:v>9.91</c:v>
                </c:pt>
                <c:pt idx="109">
                  <c:v>9.25</c:v>
                </c:pt>
                <c:pt idx="110">
                  <c:v>8.69</c:v>
                </c:pt>
                <c:pt idx="111">
                  <c:v>8.07</c:v>
                </c:pt>
                <c:pt idx="112">
                  <c:v>7.47</c:v>
                </c:pt>
                <c:pt idx="113">
                  <c:v>6.96</c:v>
                </c:pt>
                <c:pt idx="114">
                  <c:v>6.45</c:v>
                </c:pt>
                <c:pt idx="115">
                  <c:v>5.99</c:v>
                </c:pt>
                <c:pt idx="116">
                  <c:v>5.57</c:v>
                </c:pt>
                <c:pt idx="117">
                  <c:v>5.13</c:v>
                </c:pt>
                <c:pt idx="118">
                  <c:v>4.72</c:v>
                </c:pt>
                <c:pt idx="119">
                  <c:v>4.39</c:v>
                </c:pt>
                <c:pt idx="120">
                  <c:v>4.05</c:v>
                </c:pt>
                <c:pt idx="121">
                  <c:v>3.74</c:v>
                </c:pt>
                <c:pt idx="122">
                  <c:v>3.43</c:v>
                </c:pt>
                <c:pt idx="123">
                  <c:v>3.22</c:v>
                </c:pt>
                <c:pt idx="124">
                  <c:v>2.9</c:v>
                </c:pt>
                <c:pt idx="125">
                  <c:v>2.64</c:v>
                </c:pt>
                <c:pt idx="126">
                  <c:v>2.42</c:v>
                </c:pt>
                <c:pt idx="127">
                  <c:v>2.23</c:v>
                </c:pt>
                <c:pt idx="128">
                  <c:v>2.03</c:v>
                </c:pt>
                <c:pt idx="129">
                  <c:v>1.82</c:v>
                </c:pt>
                <c:pt idx="130">
                  <c:v>1.6</c:v>
                </c:pt>
                <c:pt idx="131">
                  <c:v>1.47</c:v>
                </c:pt>
                <c:pt idx="132">
                  <c:v>1.28</c:v>
                </c:pt>
                <c:pt idx="133">
                  <c:v>1.1</c:v>
                </c:pt>
                <c:pt idx="134">
                  <c:v>0.99</c:v>
                </c:pt>
                <c:pt idx="135">
                  <c:v>0.83</c:v>
                </c:pt>
                <c:pt idx="136">
                  <c:v>0.75</c:v>
                </c:pt>
                <c:pt idx="137">
                  <c:v>0.67</c:v>
                </c:pt>
                <c:pt idx="138">
                  <c:v>0.6</c:v>
                </c:pt>
                <c:pt idx="139">
                  <c:v>0.42</c:v>
                </c:pt>
                <c:pt idx="140">
                  <c:v>0.35</c:v>
                </c:pt>
                <c:pt idx="141">
                  <c:v>0.26</c:v>
                </c:pt>
                <c:pt idx="142">
                  <c:v>0.24</c:v>
                </c:pt>
                <c:pt idx="143">
                  <c:v>0.18</c:v>
                </c:pt>
                <c:pt idx="144">
                  <c:v>0.15</c:v>
                </c:pt>
                <c:pt idx="145">
                  <c:v>0.07</c:v>
                </c:pt>
                <c:pt idx="146">
                  <c:v>0.01</c:v>
                </c:pt>
                <c:pt idx="147">
                  <c:v>0.01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99.85</c:v>
                </c:pt>
                <c:pt idx="1">
                  <c:v>99.73</c:v>
                </c:pt>
                <c:pt idx="2">
                  <c:v>99.65</c:v>
                </c:pt>
                <c:pt idx="3">
                  <c:v>99.59</c:v>
                </c:pt>
                <c:pt idx="4">
                  <c:v>99.59</c:v>
                </c:pt>
                <c:pt idx="5">
                  <c:v>99.52</c:v>
                </c:pt>
                <c:pt idx="6">
                  <c:v>99.51</c:v>
                </c:pt>
                <c:pt idx="7">
                  <c:v>99.5</c:v>
                </c:pt>
                <c:pt idx="8">
                  <c:v>99.41</c:v>
                </c:pt>
                <c:pt idx="9">
                  <c:v>99.39</c:v>
                </c:pt>
                <c:pt idx="10">
                  <c:v>99.36</c:v>
                </c:pt>
                <c:pt idx="11">
                  <c:v>99.31</c:v>
                </c:pt>
                <c:pt idx="12">
                  <c:v>99.22</c:v>
                </c:pt>
                <c:pt idx="13">
                  <c:v>99.12</c:v>
                </c:pt>
                <c:pt idx="14">
                  <c:v>99.01</c:v>
                </c:pt>
                <c:pt idx="15">
                  <c:v>98.92</c:v>
                </c:pt>
                <c:pt idx="16">
                  <c:v>98.77</c:v>
                </c:pt>
                <c:pt idx="17">
                  <c:v>98.63</c:v>
                </c:pt>
                <c:pt idx="18">
                  <c:v>98.48</c:v>
                </c:pt>
                <c:pt idx="19">
                  <c:v>98.3</c:v>
                </c:pt>
                <c:pt idx="20">
                  <c:v>98.02</c:v>
                </c:pt>
                <c:pt idx="21">
                  <c:v>97.78</c:v>
                </c:pt>
                <c:pt idx="22">
                  <c:v>97.58</c:v>
                </c:pt>
                <c:pt idx="23">
                  <c:v>97.25</c:v>
                </c:pt>
                <c:pt idx="24">
                  <c:v>96.96</c:v>
                </c:pt>
                <c:pt idx="25">
                  <c:v>96.63</c:v>
                </c:pt>
                <c:pt idx="26">
                  <c:v>96.34</c:v>
                </c:pt>
                <c:pt idx="27">
                  <c:v>96</c:v>
                </c:pt>
                <c:pt idx="28">
                  <c:v>95.65</c:v>
                </c:pt>
                <c:pt idx="29">
                  <c:v>95.3</c:v>
                </c:pt>
                <c:pt idx="30">
                  <c:v>94.91</c:v>
                </c:pt>
                <c:pt idx="31">
                  <c:v>94.53</c:v>
                </c:pt>
                <c:pt idx="32">
                  <c:v>94.1</c:v>
                </c:pt>
                <c:pt idx="33">
                  <c:v>93.69</c:v>
                </c:pt>
                <c:pt idx="34">
                  <c:v>93.37</c:v>
                </c:pt>
                <c:pt idx="35">
                  <c:v>93.01</c:v>
                </c:pt>
                <c:pt idx="36">
                  <c:v>92.65</c:v>
                </c:pt>
                <c:pt idx="37">
                  <c:v>92.35</c:v>
                </c:pt>
                <c:pt idx="38">
                  <c:v>92.06</c:v>
                </c:pt>
                <c:pt idx="39">
                  <c:v>91.77</c:v>
                </c:pt>
                <c:pt idx="40">
                  <c:v>91.54</c:v>
                </c:pt>
                <c:pt idx="41">
                  <c:v>91.24</c:v>
                </c:pt>
                <c:pt idx="42">
                  <c:v>91.01</c:v>
                </c:pt>
                <c:pt idx="43">
                  <c:v>90.77</c:v>
                </c:pt>
                <c:pt idx="44">
                  <c:v>90.54</c:v>
                </c:pt>
                <c:pt idx="45">
                  <c:v>90.31</c:v>
                </c:pt>
                <c:pt idx="46">
                  <c:v>90.11</c:v>
                </c:pt>
                <c:pt idx="47">
                  <c:v>89.84</c:v>
                </c:pt>
                <c:pt idx="48">
                  <c:v>89.61</c:v>
                </c:pt>
                <c:pt idx="49">
                  <c:v>89.35</c:v>
                </c:pt>
                <c:pt idx="50">
                  <c:v>89.08</c:v>
                </c:pt>
                <c:pt idx="51">
                  <c:v>88.83</c:v>
                </c:pt>
                <c:pt idx="52">
                  <c:v>88.52</c:v>
                </c:pt>
                <c:pt idx="53">
                  <c:v>88.22</c:v>
                </c:pt>
                <c:pt idx="54">
                  <c:v>87.83</c:v>
                </c:pt>
                <c:pt idx="55">
                  <c:v>87.43</c:v>
                </c:pt>
                <c:pt idx="56">
                  <c:v>86.92</c:v>
                </c:pt>
                <c:pt idx="57">
                  <c:v>86.39</c:v>
                </c:pt>
                <c:pt idx="58">
                  <c:v>85.69</c:v>
                </c:pt>
                <c:pt idx="59">
                  <c:v>84.97</c:v>
                </c:pt>
                <c:pt idx="60">
                  <c:v>84.09</c:v>
                </c:pt>
                <c:pt idx="61">
                  <c:v>83.12</c:v>
                </c:pt>
                <c:pt idx="62">
                  <c:v>82.03</c:v>
                </c:pt>
                <c:pt idx="63">
                  <c:v>80.87</c:v>
                </c:pt>
                <c:pt idx="64">
                  <c:v>79.62</c:v>
                </c:pt>
                <c:pt idx="65">
                  <c:v>78.26</c:v>
                </c:pt>
                <c:pt idx="66">
                  <c:v>76.86</c:v>
                </c:pt>
                <c:pt idx="67">
                  <c:v>75.32</c:v>
                </c:pt>
                <c:pt idx="68">
                  <c:v>73.71</c:v>
                </c:pt>
                <c:pt idx="69">
                  <c:v>72.08</c:v>
                </c:pt>
                <c:pt idx="70">
                  <c:v>70.4</c:v>
                </c:pt>
                <c:pt idx="71">
                  <c:v>68.67</c:v>
                </c:pt>
                <c:pt idx="72">
                  <c:v>66.9</c:v>
                </c:pt>
                <c:pt idx="73">
                  <c:v>65.09</c:v>
                </c:pt>
                <c:pt idx="74">
                  <c:v>63.35</c:v>
                </c:pt>
                <c:pt idx="75">
                  <c:v>61.66</c:v>
                </c:pt>
                <c:pt idx="76">
                  <c:v>59.94</c:v>
                </c:pt>
                <c:pt idx="77">
                  <c:v>58.18</c:v>
                </c:pt>
                <c:pt idx="78">
                  <c:v>56.49</c:v>
                </c:pt>
                <c:pt idx="79">
                  <c:v>54.82</c:v>
                </c:pt>
                <c:pt idx="80">
                  <c:v>53.11</c:v>
                </c:pt>
                <c:pt idx="81">
                  <c:v>51.45</c:v>
                </c:pt>
                <c:pt idx="82">
                  <c:v>49.71</c:v>
                </c:pt>
                <c:pt idx="83">
                  <c:v>47.88</c:v>
                </c:pt>
                <c:pt idx="84">
                  <c:v>46.02</c:v>
                </c:pt>
                <c:pt idx="85">
                  <c:v>44.15</c:v>
                </c:pt>
                <c:pt idx="86">
                  <c:v>42.18</c:v>
                </c:pt>
                <c:pt idx="87">
                  <c:v>40.26</c:v>
                </c:pt>
                <c:pt idx="88">
                  <c:v>38.25</c:v>
                </c:pt>
                <c:pt idx="89">
                  <c:v>36.3</c:v>
                </c:pt>
                <c:pt idx="90">
                  <c:v>34.3</c:v>
                </c:pt>
                <c:pt idx="91">
                  <c:v>32.39</c:v>
                </c:pt>
                <c:pt idx="92">
                  <c:v>30.46</c:v>
                </c:pt>
                <c:pt idx="93">
                  <c:v>28.59</c:v>
                </c:pt>
                <c:pt idx="94">
                  <c:v>26.8</c:v>
                </c:pt>
                <c:pt idx="95">
                  <c:v>25.1</c:v>
                </c:pt>
                <c:pt idx="96">
                  <c:v>23.45</c:v>
                </c:pt>
                <c:pt idx="97">
                  <c:v>21.91</c:v>
                </c:pt>
                <c:pt idx="98">
                  <c:v>20.39</c:v>
                </c:pt>
                <c:pt idx="99">
                  <c:v>19.03</c:v>
                </c:pt>
                <c:pt idx="100">
                  <c:v>17.68</c:v>
                </c:pt>
                <c:pt idx="101">
                  <c:v>16.49</c:v>
                </c:pt>
                <c:pt idx="102">
                  <c:v>15.34</c:v>
                </c:pt>
                <c:pt idx="103">
                  <c:v>14.22</c:v>
                </c:pt>
                <c:pt idx="104">
                  <c:v>13.29</c:v>
                </c:pt>
                <c:pt idx="105">
                  <c:v>12.41</c:v>
                </c:pt>
                <c:pt idx="106">
                  <c:v>11.58</c:v>
                </c:pt>
                <c:pt idx="107">
                  <c:v>10.81</c:v>
                </c:pt>
                <c:pt idx="108">
                  <c:v>10.12</c:v>
                </c:pt>
                <c:pt idx="109">
                  <c:v>9.52</c:v>
                </c:pt>
                <c:pt idx="110">
                  <c:v>8.9</c:v>
                </c:pt>
                <c:pt idx="111">
                  <c:v>8.29</c:v>
                </c:pt>
                <c:pt idx="112">
                  <c:v>7.75</c:v>
                </c:pt>
                <c:pt idx="113">
                  <c:v>7.23</c:v>
                </c:pt>
                <c:pt idx="114">
                  <c:v>6.68</c:v>
                </c:pt>
                <c:pt idx="115">
                  <c:v>6.2</c:v>
                </c:pt>
                <c:pt idx="116">
                  <c:v>5.74</c:v>
                </c:pt>
                <c:pt idx="117">
                  <c:v>5.33</c:v>
                </c:pt>
                <c:pt idx="118">
                  <c:v>4.89</c:v>
                </c:pt>
                <c:pt idx="119">
                  <c:v>4.52</c:v>
                </c:pt>
                <c:pt idx="120">
                  <c:v>4.12</c:v>
                </c:pt>
                <c:pt idx="121">
                  <c:v>3.82</c:v>
                </c:pt>
                <c:pt idx="122">
                  <c:v>3.53</c:v>
                </c:pt>
                <c:pt idx="123">
                  <c:v>3.26</c:v>
                </c:pt>
                <c:pt idx="124">
                  <c:v>2.99</c:v>
                </c:pt>
                <c:pt idx="125">
                  <c:v>2.72</c:v>
                </c:pt>
                <c:pt idx="126">
                  <c:v>2.48</c:v>
                </c:pt>
                <c:pt idx="127">
                  <c:v>2.27</c:v>
                </c:pt>
                <c:pt idx="128">
                  <c:v>2.04</c:v>
                </c:pt>
                <c:pt idx="129">
                  <c:v>1.86</c:v>
                </c:pt>
                <c:pt idx="130">
                  <c:v>1.62</c:v>
                </c:pt>
                <c:pt idx="131">
                  <c:v>1.5</c:v>
                </c:pt>
                <c:pt idx="132">
                  <c:v>1.35</c:v>
                </c:pt>
                <c:pt idx="133">
                  <c:v>1.18</c:v>
                </c:pt>
                <c:pt idx="134">
                  <c:v>1.04</c:v>
                </c:pt>
                <c:pt idx="135">
                  <c:v>0.9</c:v>
                </c:pt>
                <c:pt idx="136">
                  <c:v>0.75</c:v>
                </c:pt>
                <c:pt idx="137">
                  <c:v>0.64</c:v>
                </c:pt>
                <c:pt idx="138">
                  <c:v>0.54</c:v>
                </c:pt>
                <c:pt idx="139">
                  <c:v>0.48</c:v>
                </c:pt>
                <c:pt idx="140">
                  <c:v>0.39</c:v>
                </c:pt>
                <c:pt idx="141">
                  <c:v>0.3</c:v>
                </c:pt>
                <c:pt idx="142">
                  <c:v>0.24</c:v>
                </c:pt>
                <c:pt idx="143">
                  <c:v>0.15</c:v>
                </c:pt>
                <c:pt idx="144">
                  <c:v>0.11</c:v>
                </c:pt>
                <c:pt idx="145">
                  <c:v>0.05</c:v>
                </c:pt>
                <c:pt idx="146">
                  <c:v>0.01</c:v>
                </c:pt>
                <c:pt idx="147">
                  <c:v>-0.01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PF 준불연 내부용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6"/>
          <c:w val="0.84"/>
          <c:h val="0.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98.88</c:v>
                </c:pt>
                <c:pt idx="1">
                  <c:v>98.55</c:v>
                </c:pt>
                <c:pt idx="2">
                  <c:v>98.37</c:v>
                </c:pt>
                <c:pt idx="3">
                  <c:v>98.16</c:v>
                </c:pt>
                <c:pt idx="4">
                  <c:v>98.03</c:v>
                </c:pt>
                <c:pt idx="5">
                  <c:v>97.85</c:v>
                </c:pt>
                <c:pt idx="6">
                  <c:v>97.74</c:v>
                </c:pt>
                <c:pt idx="7">
                  <c:v>97.62</c:v>
                </c:pt>
                <c:pt idx="8">
                  <c:v>97.48</c:v>
                </c:pt>
                <c:pt idx="9">
                  <c:v>97.39</c:v>
                </c:pt>
                <c:pt idx="10">
                  <c:v>97.24</c:v>
                </c:pt>
                <c:pt idx="11">
                  <c:v>97.1</c:v>
                </c:pt>
                <c:pt idx="12">
                  <c:v>96.94</c:v>
                </c:pt>
                <c:pt idx="13">
                  <c:v>96.81</c:v>
                </c:pt>
                <c:pt idx="14">
                  <c:v>96.61</c:v>
                </c:pt>
                <c:pt idx="15">
                  <c:v>96.39</c:v>
                </c:pt>
                <c:pt idx="16">
                  <c:v>96.18</c:v>
                </c:pt>
                <c:pt idx="17">
                  <c:v>95.98</c:v>
                </c:pt>
                <c:pt idx="18">
                  <c:v>95.76</c:v>
                </c:pt>
                <c:pt idx="19">
                  <c:v>95.45</c:v>
                </c:pt>
                <c:pt idx="20">
                  <c:v>95.2</c:v>
                </c:pt>
                <c:pt idx="21">
                  <c:v>94.88</c:v>
                </c:pt>
                <c:pt idx="22">
                  <c:v>94.52</c:v>
                </c:pt>
                <c:pt idx="23">
                  <c:v>94.2</c:v>
                </c:pt>
                <c:pt idx="24">
                  <c:v>93.86</c:v>
                </c:pt>
                <c:pt idx="25">
                  <c:v>93.47</c:v>
                </c:pt>
                <c:pt idx="26">
                  <c:v>93.05</c:v>
                </c:pt>
                <c:pt idx="27">
                  <c:v>92.68</c:v>
                </c:pt>
                <c:pt idx="28">
                  <c:v>92.27</c:v>
                </c:pt>
                <c:pt idx="29">
                  <c:v>91.83</c:v>
                </c:pt>
                <c:pt idx="30">
                  <c:v>91.44</c:v>
                </c:pt>
                <c:pt idx="31">
                  <c:v>91</c:v>
                </c:pt>
                <c:pt idx="32">
                  <c:v>90.59</c:v>
                </c:pt>
                <c:pt idx="33">
                  <c:v>90.18</c:v>
                </c:pt>
                <c:pt idx="34">
                  <c:v>89.79</c:v>
                </c:pt>
                <c:pt idx="35">
                  <c:v>89.38</c:v>
                </c:pt>
                <c:pt idx="36">
                  <c:v>88.96</c:v>
                </c:pt>
                <c:pt idx="37">
                  <c:v>88.56</c:v>
                </c:pt>
                <c:pt idx="38">
                  <c:v>88.11</c:v>
                </c:pt>
                <c:pt idx="39">
                  <c:v>87.63</c:v>
                </c:pt>
                <c:pt idx="40">
                  <c:v>87.24</c:v>
                </c:pt>
                <c:pt idx="41">
                  <c:v>86.84</c:v>
                </c:pt>
                <c:pt idx="42">
                  <c:v>86.33</c:v>
                </c:pt>
                <c:pt idx="43">
                  <c:v>85.9</c:v>
                </c:pt>
                <c:pt idx="44">
                  <c:v>85.42</c:v>
                </c:pt>
                <c:pt idx="45">
                  <c:v>84.9</c:v>
                </c:pt>
                <c:pt idx="46">
                  <c:v>84.44</c:v>
                </c:pt>
                <c:pt idx="47">
                  <c:v>83.86</c:v>
                </c:pt>
                <c:pt idx="48">
                  <c:v>83.32</c:v>
                </c:pt>
                <c:pt idx="49">
                  <c:v>82.7</c:v>
                </c:pt>
                <c:pt idx="50">
                  <c:v>82.1</c:v>
                </c:pt>
                <c:pt idx="51">
                  <c:v>81.51</c:v>
                </c:pt>
                <c:pt idx="52">
                  <c:v>80.91</c:v>
                </c:pt>
                <c:pt idx="53">
                  <c:v>80.31</c:v>
                </c:pt>
                <c:pt idx="54">
                  <c:v>79.74</c:v>
                </c:pt>
                <c:pt idx="55">
                  <c:v>79.17</c:v>
                </c:pt>
                <c:pt idx="56">
                  <c:v>78.63</c:v>
                </c:pt>
                <c:pt idx="57">
                  <c:v>78.17</c:v>
                </c:pt>
                <c:pt idx="58">
                  <c:v>77.7</c:v>
                </c:pt>
                <c:pt idx="59">
                  <c:v>77.27</c:v>
                </c:pt>
                <c:pt idx="60">
                  <c:v>76.84</c:v>
                </c:pt>
                <c:pt idx="61">
                  <c:v>76.51</c:v>
                </c:pt>
                <c:pt idx="62">
                  <c:v>76.16</c:v>
                </c:pt>
                <c:pt idx="63">
                  <c:v>75.82</c:v>
                </c:pt>
                <c:pt idx="64">
                  <c:v>75.46</c:v>
                </c:pt>
                <c:pt idx="65">
                  <c:v>75.15</c:v>
                </c:pt>
                <c:pt idx="66">
                  <c:v>74.86</c:v>
                </c:pt>
                <c:pt idx="67">
                  <c:v>74.51</c:v>
                </c:pt>
                <c:pt idx="68">
                  <c:v>74.19</c:v>
                </c:pt>
                <c:pt idx="69">
                  <c:v>73.84</c:v>
                </c:pt>
                <c:pt idx="70">
                  <c:v>73.47</c:v>
                </c:pt>
                <c:pt idx="71">
                  <c:v>73.13</c:v>
                </c:pt>
                <c:pt idx="72">
                  <c:v>72.75</c:v>
                </c:pt>
                <c:pt idx="73">
                  <c:v>72.33</c:v>
                </c:pt>
                <c:pt idx="74">
                  <c:v>71.92</c:v>
                </c:pt>
                <c:pt idx="75">
                  <c:v>71.48</c:v>
                </c:pt>
                <c:pt idx="76">
                  <c:v>71.03</c:v>
                </c:pt>
                <c:pt idx="77">
                  <c:v>70.54</c:v>
                </c:pt>
                <c:pt idx="78">
                  <c:v>69.96</c:v>
                </c:pt>
                <c:pt idx="79">
                  <c:v>69.37</c:v>
                </c:pt>
                <c:pt idx="80">
                  <c:v>68.74</c:v>
                </c:pt>
                <c:pt idx="81">
                  <c:v>68.1</c:v>
                </c:pt>
                <c:pt idx="82">
                  <c:v>67.35</c:v>
                </c:pt>
                <c:pt idx="83">
                  <c:v>66.6</c:v>
                </c:pt>
                <c:pt idx="84">
                  <c:v>65.88</c:v>
                </c:pt>
                <c:pt idx="85">
                  <c:v>65.1</c:v>
                </c:pt>
                <c:pt idx="86">
                  <c:v>64.36</c:v>
                </c:pt>
                <c:pt idx="87">
                  <c:v>63.55</c:v>
                </c:pt>
                <c:pt idx="88">
                  <c:v>62.75</c:v>
                </c:pt>
                <c:pt idx="89">
                  <c:v>61.92</c:v>
                </c:pt>
                <c:pt idx="90">
                  <c:v>61.05</c:v>
                </c:pt>
                <c:pt idx="91">
                  <c:v>60.19</c:v>
                </c:pt>
                <c:pt idx="92">
                  <c:v>59.29</c:v>
                </c:pt>
                <c:pt idx="93">
                  <c:v>58.34</c:v>
                </c:pt>
                <c:pt idx="94">
                  <c:v>57.4</c:v>
                </c:pt>
                <c:pt idx="95">
                  <c:v>56.44</c:v>
                </c:pt>
                <c:pt idx="96">
                  <c:v>55.47</c:v>
                </c:pt>
                <c:pt idx="97">
                  <c:v>54.39</c:v>
                </c:pt>
                <c:pt idx="98">
                  <c:v>53.33</c:v>
                </c:pt>
                <c:pt idx="99">
                  <c:v>52.25</c:v>
                </c:pt>
                <c:pt idx="100">
                  <c:v>51.15</c:v>
                </c:pt>
                <c:pt idx="101">
                  <c:v>49.98</c:v>
                </c:pt>
                <c:pt idx="102">
                  <c:v>48.85</c:v>
                </c:pt>
                <c:pt idx="103">
                  <c:v>47.65</c:v>
                </c:pt>
                <c:pt idx="104">
                  <c:v>46.45</c:v>
                </c:pt>
                <c:pt idx="105">
                  <c:v>45.24</c:v>
                </c:pt>
                <c:pt idx="106">
                  <c:v>44</c:v>
                </c:pt>
                <c:pt idx="107">
                  <c:v>42.76</c:v>
                </c:pt>
                <c:pt idx="108">
                  <c:v>41.55</c:v>
                </c:pt>
                <c:pt idx="109">
                  <c:v>40.29</c:v>
                </c:pt>
                <c:pt idx="110">
                  <c:v>38.99</c:v>
                </c:pt>
                <c:pt idx="111">
                  <c:v>37.7</c:v>
                </c:pt>
                <c:pt idx="112">
                  <c:v>36.46</c:v>
                </c:pt>
                <c:pt idx="113">
                  <c:v>35.17</c:v>
                </c:pt>
                <c:pt idx="114">
                  <c:v>33.87</c:v>
                </c:pt>
                <c:pt idx="115">
                  <c:v>32.63</c:v>
                </c:pt>
                <c:pt idx="116">
                  <c:v>31.36</c:v>
                </c:pt>
                <c:pt idx="117">
                  <c:v>30.1</c:v>
                </c:pt>
                <c:pt idx="118">
                  <c:v>28.82</c:v>
                </c:pt>
                <c:pt idx="119">
                  <c:v>27.56</c:v>
                </c:pt>
                <c:pt idx="120">
                  <c:v>26.34</c:v>
                </c:pt>
                <c:pt idx="121">
                  <c:v>25.16</c:v>
                </c:pt>
                <c:pt idx="122">
                  <c:v>23.93</c:v>
                </c:pt>
                <c:pt idx="123">
                  <c:v>22.73</c:v>
                </c:pt>
                <c:pt idx="124">
                  <c:v>21.56</c:v>
                </c:pt>
                <c:pt idx="125">
                  <c:v>20.38</c:v>
                </c:pt>
                <c:pt idx="126">
                  <c:v>19.28</c:v>
                </c:pt>
                <c:pt idx="127">
                  <c:v>18.15</c:v>
                </c:pt>
                <c:pt idx="128">
                  <c:v>17.01</c:v>
                </c:pt>
                <c:pt idx="129">
                  <c:v>15.83</c:v>
                </c:pt>
                <c:pt idx="130">
                  <c:v>14.74</c:v>
                </c:pt>
                <c:pt idx="131">
                  <c:v>13.62</c:v>
                </c:pt>
                <c:pt idx="132">
                  <c:v>12.57</c:v>
                </c:pt>
                <c:pt idx="133">
                  <c:v>11.58</c:v>
                </c:pt>
                <c:pt idx="134">
                  <c:v>10.54</c:v>
                </c:pt>
                <c:pt idx="135">
                  <c:v>9.56</c:v>
                </c:pt>
                <c:pt idx="136">
                  <c:v>8.65</c:v>
                </c:pt>
                <c:pt idx="137">
                  <c:v>7.72</c:v>
                </c:pt>
                <c:pt idx="138">
                  <c:v>6.87</c:v>
                </c:pt>
                <c:pt idx="139">
                  <c:v>6.01</c:v>
                </c:pt>
                <c:pt idx="140">
                  <c:v>5.16</c:v>
                </c:pt>
                <c:pt idx="141">
                  <c:v>4.37</c:v>
                </c:pt>
                <c:pt idx="142">
                  <c:v>3.62</c:v>
                </c:pt>
                <c:pt idx="143">
                  <c:v>2.84</c:v>
                </c:pt>
                <c:pt idx="144">
                  <c:v>2.1</c:v>
                </c:pt>
                <c:pt idx="145">
                  <c:v>1.38</c:v>
                </c:pt>
                <c:pt idx="146">
                  <c:v>0.7</c:v>
                </c:pt>
                <c:pt idx="147">
                  <c:v>0.03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98.94</c:v>
                </c:pt>
                <c:pt idx="1">
                  <c:v>98.61</c:v>
                </c:pt>
                <c:pt idx="2">
                  <c:v>98.27</c:v>
                </c:pt>
                <c:pt idx="3">
                  <c:v>98.03</c:v>
                </c:pt>
                <c:pt idx="4">
                  <c:v>97.85</c:v>
                </c:pt>
                <c:pt idx="5">
                  <c:v>97.72</c:v>
                </c:pt>
                <c:pt idx="6">
                  <c:v>97.57</c:v>
                </c:pt>
                <c:pt idx="7">
                  <c:v>97.45</c:v>
                </c:pt>
                <c:pt idx="8">
                  <c:v>97.3</c:v>
                </c:pt>
                <c:pt idx="9">
                  <c:v>97.19</c:v>
                </c:pt>
                <c:pt idx="10">
                  <c:v>97.05</c:v>
                </c:pt>
                <c:pt idx="11">
                  <c:v>96.91</c:v>
                </c:pt>
                <c:pt idx="12">
                  <c:v>96.74</c:v>
                </c:pt>
                <c:pt idx="13">
                  <c:v>96.6</c:v>
                </c:pt>
                <c:pt idx="14">
                  <c:v>96.43</c:v>
                </c:pt>
                <c:pt idx="15">
                  <c:v>96.22</c:v>
                </c:pt>
                <c:pt idx="16">
                  <c:v>96.03</c:v>
                </c:pt>
                <c:pt idx="17">
                  <c:v>95.76</c:v>
                </c:pt>
                <c:pt idx="18">
                  <c:v>95.5</c:v>
                </c:pt>
                <c:pt idx="19">
                  <c:v>95.26</c:v>
                </c:pt>
                <c:pt idx="20">
                  <c:v>94.94</c:v>
                </c:pt>
                <c:pt idx="21">
                  <c:v>94.6</c:v>
                </c:pt>
                <c:pt idx="22">
                  <c:v>94.26</c:v>
                </c:pt>
                <c:pt idx="23">
                  <c:v>93.88</c:v>
                </c:pt>
                <c:pt idx="24">
                  <c:v>93.48</c:v>
                </c:pt>
                <c:pt idx="25">
                  <c:v>93.06</c:v>
                </c:pt>
                <c:pt idx="26">
                  <c:v>92.61</c:v>
                </c:pt>
                <c:pt idx="27">
                  <c:v>92.13</c:v>
                </c:pt>
                <c:pt idx="28">
                  <c:v>91.62</c:v>
                </c:pt>
                <c:pt idx="29">
                  <c:v>91.15</c:v>
                </c:pt>
                <c:pt idx="30">
                  <c:v>90.65</c:v>
                </c:pt>
                <c:pt idx="31">
                  <c:v>90.1</c:v>
                </c:pt>
                <c:pt idx="32">
                  <c:v>89.62</c:v>
                </c:pt>
                <c:pt idx="33">
                  <c:v>89.1</c:v>
                </c:pt>
                <c:pt idx="34">
                  <c:v>88.6</c:v>
                </c:pt>
                <c:pt idx="35">
                  <c:v>88.14</c:v>
                </c:pt>
                <c:pt idx="36">
                  <c:v>87.68</c:v>
                </c:pt>
                <c:pt idx="37">
                  <c:v>87.18</c:v>
                </c:pt>
                <c:pt idx="38">
                  <c:v>86.71</c:v>
                </c:pt>
                <c:pt idx="39">
                  <c:v>86.21</c:v>
                </c:pt>
                <c:pt idx="40">
                  <c:v>85.72</c:v>
                </c:pt>
                <c:pt idx="41">
                  <c:v>85.21</c:v>
                </c:pt>
                <c:pt idx="42">
                  <c:v>84.66</c:v>
                </c:pt>
                <c:pt idx="43">
                  <c:v>84.1</c:v>
                </c:pt>
                <c:pt idx="44">
                  <c:v>83.56</c:v>
                </c:pt>
                <c:pt idx="45">
                  <c:v>82.97</c:v>
                </c:pt>
                <c:pt idx="46">
                  <c:v>82.34</c:v>
                </c:pt>
                <c:pt idx="47">
                  <c:v>81.71</c:v>
                </c:pt>
                <c:pt idx="48">
                  <c:v>81.04</c:v>
                </c:pt>
                <c:pt idx="49">
                  <c:v>80.42</c:v>
                </c:pt>
                <c:pt idx="50">
                  <c:v>79.71</c:v>
                </c:pt>
                <c:pt idx="51">
                  <c:v>79</c:v>
                </c:pt>
                <c:pt idx="52">
                  <c:v>78.32</c:v>
                </c:pt>
                <c:pt idx="53">
                  <c:v>77.63</c:v>
                </c:pt>
                <c:pt idx="54">
                  <c:v>76.94</c:v>
                </c:pt>
                <c:pt idx="55">
                  <c:v>76.34</c:v>
                </c:pt>
                <c:pt idx="56">
                  <c:v>75.74</c:v>
                </c:pt>
                <c:pt idx="57">
                  <c:v>75.19</c:v>
                </c:pt>
                <c:pt idx="58">
                  <c:v>74.63</c:v>
                </c:pt>
                <c:pt idx="59">
                  <c:v>74.15</c:v>
                </c:pt>
                <c:pt idx="60">
                  <c:v>73.69</c:v>
                </c:pt>
                <c:pt idx="61">
                  <c:v>73.27</c:v>
                </c:pt>
                <c:pt idx="62">
                  <c:v>72.84</c:v>
                </c:pt>
                <c:pt idx="63">
                  <c:v>72.46</c:v>
                </c:pt>
                <c:pt idx="64">
                  <c:v>72.07</c:v>
                </c:pt>
                <c:pt idx="65">
                  <c:v>71.72</c:v>
                </c:pt>
                <c:pt idx="66">
                  <c:v>71.38</c:v>
                </c:pt>
                <c:pt idx="67">
                  <c:v>70.98</c:v>
                </c:pt>
                <c:pt idx="68">
                  <c:v>70.62</c:v>
                </c:pt>
                <c:pt idx="69">
                  <c:v>70.27</c:v>
                </c:pt>
                <c:pt idx="70">
                  <c:v>69.87</c:v>
                </c:pt>
                <c:pt idx="71">
                  <c:v>69.49</c:v>
                </c:pt>
                <c:pt idx="72">
                  <c:v>69.06</c:v>
                </c:pt>
                <c:pt idx="73">
                  <c:v>68.62</c:v>
                </c:pt>
                <c:pt idx="74">
                  <c:v>68.17</c:v>
                </c:pt>
                <c:pt idx="75">
                  <c:v>67.68</c:v>
                </c:pt>
                <c:pt idx="76">
                  <c:v>67.18</c:v>
                </c:pt>
                <c:pt idx="77">
                  <c:v>66.64</c:v>
                </c:pt>
                <c:pt idx="78">
                  <c:v>66.03</c:v>
                </c:pt>
                <c:pt idx="79">
                  <c:v>65.4</c:v>
                </c:pt>
                <c:pt idx="80">
                  <c:v>64.71</c:v>
                </c:pt>
                <c:pt idx="81">
                  <c:v>63.99</c:v>
                </c:pt>
                <c:pt idx="82">
                  <c:v>63.21</c:v>
                </c:pt>
                <c:pt idx="83">
                  <c:v>62.43</c:v>
                </c:pt>
                <c:pt idx="84">
                  <c:v>61.66</c:v>
                </c:pt>
                <c:pt idx="85">
                  <c:v>60.85</c:v>
                </c:pt>
                <c:pt idx="86">
                  <c:v>60.06</c:v>
                </c:pt>
                <c:pt idx="87">
                  <c:v>59.28</c:v>
                </c:pt>
                <c:pt idx="88">
                  <c:v>58.46</c:v>
                </c:pt>
                <c:pt idx="89">
                  <c:v>57.64</c:v>
                </c:pt>
                <c:pt idx="90">
                  <c:v>56.82</c:v>
                </c:pt>
                <c:pt idx="91">
                  <c:v>55.98</c:v>
                </c:pt>
                <c:pt idx="92">
                  <c:v>55.08</c:v>
                </c:pt>
                <c:pt idx="93">
                  <c:v>54.2</c:v>
                </c:pt>
                <c:pt idx="94">
                  <c:v>53.32</c:v>
                </c:pt>
                <c:pt idx="95">
                  <c:v>52.39</c:v>
                </c:pt>
                <c:pt idx="96">
                  <c:v>51.43</c:v>
                </c:pt>
                <c:pt idx="97">
                  <c:v>50.44</c:v>
                </c:pt>
                <c:pt idx="98">
                  <c:v>49.43</c:v>
                </c:pt>
                <c:pt idx="99">
                  <c:v>48.42</c:v>
                </c:pt>
                <c:pt idx="100">
                  <c:v>47.38</c:v>
                </c:pt>
                <c:pt idx="101">
                  <c:v>46.31</c:v>
                </c:pt>
                <c:pt idx="102">
                  <c:v>45.23</c:v>
                </c:pt>
                <c:pt idx="103">
                  <c:v>44.14</c:v>
                </c:pt>
                <c:pt idx="104">
                  <c:v>43.05</c:v>
                </c:pt>
                <c:pt idx="105">
                  <c:v>41.96</c:v>
                </c:pt>
                <c:pt idx="106">
                  <c:v>40.83</c:v>
                </c:pt>
                <c:pt idx="107">
                  <c:v>39.71</c:v>
                </c:pt>
                <c:pt idx="108">
                  <c:v>38.58</c:v>
                </c:pt>
                <c:pt idx="109">
                  <c:v>37.46</c:v>
                </c:pt>
                <c:pt idx="110">
                  <c:v>36.34</c:v>
                </c:pt>
                <c:pt idx="111">
                  <c:v>35.19</c:v>
                </c:pt>
                <c:pt idx="112">
                  <c:v>34.05</c:v>
                </c:pt>
                <c:pt idx="113">
                  <c:v>32.95</c:v>
                </c:pt>
                <c:pt idx="114">
                  <c:v>31.79</c:v>
                </c:pt>
                <c:pt idx="115">
                  <c:v>30.66</c:v>
                </c:pt>
                <c:pt idx="116">
                  <c:v>29.55</c:v>
                </c:pt>
                <c:pt idx="117">
                  <c:v>28.45</c:v>
                </c:pt>
                <c:pt idx="118">
                  <c:v>27.33</c:v>
                </c:pt>
                <c:pt idx="119">
                  <c:v>26.28</c:v>
                </c:pt>
                <c:pt idx="120">
                  <c:v>25.14</c:v>
                </c:pt>
                <c:pt idx="121">
                  <c:v>24.06</c:v>
                </c:pt>
                <c:pt idx="122">
                  <c:v>22.98</c:v>
                </c:pt>
                <c:pt idx="123">
                  <c:v>21.92</c:v>
                </c:pt>
                <c:pt idx="124">
                  <c:v>20.87</c:v>
                </c:pt>
                <c:pt idx="125">
                  <c:v>19.81</c:v>
                </c:pt>
                <c:pt idx="126">
                  <c:v>18.79</c:v>
                </c:pt>
                <c:pt idx="127">
                  <c:v>17.7</c:v>
                </c:pt>
                <c:pt idx="128">
                  <c:v>16.66</c:v>
                </c:pt>
                <c:pt idx="129">
                  <c:v>15.62</c:v>
                </c:pt>
                <c:pt idx="130">
                  <c:v>14.62</c:v>
                </c:pt>
                <c:pt idx="131">
                  <c:v>13.61</c:v>
                </c:pt>
                <c:pt idx="132">
                  <c:v>12.6</c:v>
                </c:pt>
                <c:pt idx="133">
                  <c:v>11.63</c:v>
                </c:pt>
                <c:pt idx="134">
                  <c:v>10.64</c:v>
                </c:pt>
                <c:pt idx="135">
                  <c:v>9.69</c:v>
                </c:pt>
                <c:pt idx="136">
                  <c:v>8.81</c:v>
                </c:pt>
                <c:pt idx="137">
                  <c:v>7.93</c:v>
                </c:pt>
                <c:pt idx="138">
                  <c:v>7.08</c:v>
                </c:pt>
                <c:pt idx="139">
                  <c:v>6.25</c:v>
                </c:pt>
                <c:pt idx="140">
                  <c:v>5.44</c:v>
                </c:pt>
                <c:pt idx="141">
                  <c:v>4.68</c:v>
                </c:pt>
                <c:pt idx="142">
                  <c:v>3.85</c:v>
                </c:pt>
                <c:pt idx="143">
                  <c:v>3.06</c:v>
                </c:pt>
                <c:pt idx="144">
                  <c:v>2.31</c:v>
                </c:pt>
                <c:pt idx="145">
                  <c:v>1.53</c:v>
                </c:pt>
                <c:pt idx="146">
                  <c:v>0.78</c:v>
                </c:pt>
                <c:pt idx="147">
                  <c:v>0.04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99.58</c:v>
                </c:pt>
                <c:pt idx="1">
                  <c:v>99.34</c:v>
                </c:pt>
                <c:pt idx="2">
                  <c:v>99.12</c:v>
                </c:pt>
                <c:pt idx="3">
                  <c:v>99.01</c:v>
                </c:pt>
                <c:pt idx="4">
                  <c:v>98.88</c:v>
                </c:pt>
                <c:pt idx="5">
                  <c:v>98.79</c:v>
                </c:pt>
                <c:pt idx="6">
                  <c:v>98.78</c:v>
                </c:pt>
                <c:pt idx="7">
                  <c:v>98.69</c:v>
                </c:pt>
                <c:pt idx="8">
                  <c:v>98.6</c:v>
                </c:pt>
                <c:pt idx="9">
                  <c:v>98.48</c:v>
                </c:pt>
                <c:pt idx="10">
                  <c:v>98.34</c:v>
                </c:pt>
                <c:pt idx="11">
                  <c:v>98.3</c:v>
                </c:pt>
                <c:pt idx="12">
                  <c:v>98.11</c:v>
                </c:pt>
                <c:pt idx="13">
                  <c:v>97.99</c:v>
                </c:pt>
                <c:pt idx="14">
                  <c:v>97.95</c:v>
                </c:pt>
                <c:pt idx="15">
                  <c:v>97.7</c:v>
                </c:pt>
                <c:pt idx="16">
                  <c:v>97.52</c:v>
                </c:pt>
                <c:pt idx="17">
                  <c:v>97.27</c:v>
                </c:pt>
                <c:pt idx="18">
                  <c:v>97.02</c:v>
                </c:pt>
                <c:pt idx="19">
                  <c:v>96.77</c:v>
                </c:pt>
                <c:pt idx="20">
                  <c:v>96.55</c:v>
                </c:pt>
                <c:pt idx="21">
                  <c:v>96.18</c:v>
                </c:pt>
                <c:pt idx="22">
                  <c:v>95.86</c:v>
                </c:pt>
                <c:pt idx="23">
                  <c:v>95.55</c:v>
                </c:pt>
                <c:pt idx="24">
                  <c:v>95.14</c:v>
                </c:pt>
                <c:pt idx="25">
                  <c:v>94.73</c:v>
                </c:pt>
                <c:pt idx="26">
                  <c:v>94.32</c:v>
                </c:pt>
                <c:pt idx="27">
                  <c:v>93.96</c:v>
                </c:pt>
                <c:pt idx="28">
                  <c:v>93.49</c:v>
                </c:pt>
                <c:pt idx="29">
                  <c:v>93.1</c:v>
                </c:pt>
                <c:pt idx="30">
                  <c:v>92.71</c:v>
                </c:pt>
                <c:pt idx="31">
                  <c:v>92.36</c:v>
                </c:pt>
                <c:pt idx="32">
                  <c:v>91.98</c:v>
                </c:pt>
                <c:pt idx="33">
                  <c:v>91.57</c:v>
                </c:pt>
                <c:pt idx="34">
                  <c:v>91.36</c:v>
                </c:pt>
                <c:pt idx="35">
                  <c:v>91.12</c:v>
                </c:pt>
                <c:pt idx="36">
                  <c:v>90.82</c:v>
                </c:pt>
                <c:pt idx="37">
                  <c:v>90.53</c:v>
                </c:pt>
                <c:pt idx="38">
                  <c:v>90.33</c:v>
                </c:pt>
                <c:pt idx="39">
                  <c:v>90.1</c:v>
                </c:pt>
                <c:pt idx="40">
                  <c:v>89.85</c:v>
                </c:pt>
                <c:pt idx="41">
                  <c:v>89.66</c:v>
                </c:pt>
                <c:pt idx="42">
                  <c:v>89.49</c:v>
                </c:pt>
                <c:pt idx="43">
                  <c:v>89.33</c:v>
                </c:pt>
                <c:pt idx="44">
                  <c:v>89.23</c:v>
                </c:pt>
                <c:pt idx="45">
                  <c:v>89.06</c:v>
                </c:pt>
                <c:pt idx="46">
                  <c:v>88.93</c:v>
                </c:pt>
                <c:pt idx="47">
                  <c:v>88.71</c:v>
                </c:pt>
                <c:pt idx="48">
                  <c:v>88.55</c:v>
                </c:pt>
                <c:pt idx="49">
                  <c:v>88.35</c:v>
                </c:pt>
                <c:pt idx="50">
                  <c:v>88.18</c:v>
                </c:pt>
                <c:pt idx="51">
                  <c:v>87.99</c:v>
                </c:pt>
                <c:pt idx="52">
                  <c:v>87.75</c:v>
                </c:pt>
                <c:pt idx="53">
                  <c:v>87.43</c:v>
                </c:pt>
                <c:pt idx="54">
                  <c:v>87</c:v>
                </c:pt>
                <c:pt idx="55">
                  <c:v>86.58</c:v>
                </c:pt>
                <c:pt idx="56">
                  <c:v>85.94</c:v>
                </c:pt>
                <c:pt idx="57">
                  <c:v>85.27</c:v>
                </c:pt>
                <c:pt idx="58">
                  <c:v>84.48</c:v>
                </c:pt>
                <c:pt idx="59">
                  <c:v>83.53</c:v>
                </c:pt>
                <c:pt idx="60">
                  <c:v>82.48</c:v>
                </c:pt>
                <c:pt idx="61">
                  <c:v>81.29</c:v>
                </c:pt>
                <c:pt idx="62">
                  <c:v>79.88</c:v>
                </c:pt>
                <c:pt idx="63">
                  <c:v>78.44</c:v>
                </c:pt>
                <c:pt idx="64">
                  <c:v>76.78</c:v>
                </c:pt>
                <c:pt idx="65">
                  <c:v>75.14</c:v>
                </c:pt>
                <c:pt idx="66">
                  <c:v>73.35</c:v>
                </c:pt>
                <c:pt idx="67">
                  <c:v>71.37</c:v>
                </c:pt>
                <c:pt idx="68">
                  <c:v>69.28</c:v>
                </c:pt>
                <c:pt idx="69">
                  <c:v>67.11</c:v>
                </c:pt>
                <c:pt idx="70">
                  <c:v>64.81</c:v>
                </c:pt>
                <c:pt idx="71">
                  <c:v>62.41</c:v>
                </c:pt>
                <c:pt idx="72">
                  <c:v>59.96</c:v>
                </c:pt>
                <c:pt idx="73">
                  <c:v>57.28</c:v>
                </c:pt>
                <c:pt idx="74">
                  <c:v>54.49</c:v>
                </c:pt>
                <c:pt idx="75">
                  <c:v>51.58</c:v>
                </c:pt>
                <c:pt idx="76">
                  <c:v>48.5</c:v>
                </c:pt>
                <c:pt idx="77">
                  <c:v>45.24</c:v>
                </c:pt>
                <c:pt idx="78">
                  <c:v>41.81</c:v>
                </c:pt>
                <c:pt idx="79">
                  <c:v>38.05</c:v>
                </c:pt>
                <c:pt idx="80">
                  <c:v>34.07</c:v>
                </c:pt>
                <c:pt idx="81">
                  <c:v>29.77</c:v>
                </c:pt>
                <c:pt idx="82">
                  <c:v>25.06</c:v>
                </c:pt>
                <c:pt idx="83">
                  <c:v>19.91</c:v>
                </c:pt>
                <c:pt idx="84">
                  <c:v>14.4</c:v>
                </c:pt>
                <c:pt idx="85">
                  <c:v>8.59</c:v>
                </c:pt>
                <c:pt idx="86">
                  <c:v>4.81</c:v>
                </c:pt>
                <c:pt idx="87">
                  <c:v>3.96</c:v>
                </c:pt>
                <c:pt idx="88">
                  <c:v>3.11</c:v>
                </c:pt>
                <c:pt idx="89">
                  <c:v>2.31</c:v>
                </c:pt>
                <c:pt idx="90">
                  <c:v>2.21</c:v>
                </c:pt>
                <c:pt idx="91">
                  <c:v>2.16</c:v>
                </c:pt>
                <c:pt idx="92">
                  <c:v>2.05</c:v>
                </c:pt>
                <c:pt idx="93">
                  <c:v>2.08</c:v>
                </c:pt>
                <c:pt idx="94">
                  <c:v>2.04</c:v>
                </c:pt>
                <c:pt idx="95">
                  <c:v>1.99</c:v>
                </c:pt>
                <c:pt idx="96">
                  <c:v>1.89</c:v>
                </c:pt>
                <c:pt idx="97">
                  <c:v>1.86</c:v>
                </c:pt>
                <c:pt idx="98">
                  <c:v>1.75</c:v>
                </c:pt>
                <c:pt idx="99">
                  <c:v>1.74</c:v>
                </c:pt>
                <c:pt idx="100">
                  <c:v>1.63</c:v>
                </c:pt>
                <c:pt idx="101">
                  <c:v>1.66</c:v>
                </c:pt>
                <c:pt idx="102">
                  <c:v>1.53</c:v>
                </c:pt>
                <c:pt idx="103">
                  <c:v>1.47</c:v>
                </c:pt>
                <c:pt idx="104">
                  <c:v>1.46</c:v>
                </c:pt>
                <c:pt idx="105">
                  <c:v>1.4</c:v>
                </c:pt>
                <c:pt idx="106">
                  <c:v>1.34</c:v>
                </c:pt>
                <c:pt idx="107">
                  <c:v>1.29</c:v>
                </c:pt>
                <c:pt idx="108">
                  <c:v>1.2</c:v>
                </c:pt>
                <c:pt idx="109">
                  <c:v>1.16</c:v>
                </c:pt>
                <c:pt idx="110">
                  <c:v>1.07</c:v>
                </c:pt>
                <c:pt idx="111">
                  <c:v>1.03</c:v>
                </c:pt>
                <c:pt idx="112">
                  <c:v>0.92</c:v>
                </c:pt>
                <c:pt idx="113">
                  <c:v>0.88</c:v>
                </c:pt>
                <c:pt idx="114">
                  <c:v>0.74</c:v>
                </c:pt>
                <c:pt idx="115">
                  <c:v>0.77</c:v>
                </c:pt>
                <c:pt idx="116">
                  <c:v>0.7</c:v>
                </c:pt>
                <c:pt idx="117">
                  <c:v>0.69</c:v>
                </c:pt>
                <c:pt idx="118">
                  <c:v>0.67</c:v>
                </c:pt>
                <c:pt idx="119">
                  <c:v>0.66</c:v>
                </c:pt>
                <c:pt idx="120">
                  <c:v>0.56</c:v>
                </c:pt>
                <c:pt idx="121">
                  <c:v>0.58</c:v>
                </c:pt>
                <c:pt idx="122">
                  <c:v>0.55</c:v>
                </c:pt>
                <c:pt idx="123">
                  <c:v>0.51</c:v>
                </c:pt>
                <c:pt idx="124">
                  <c:v>0.46</c:v>
                </c:pt>
                <c:pt idx="125">
                  <c:v>0.47</c:v>
                </c:pt>
                <c:pt idx="126">
                  <c:v>0.44</c:v>
                </c:pt>
                <c:pt idx="127">
                  <c:v>0.4</c:v>
                </c:pt>
                <c:pt idx="128">
                  <c:v>0.31</c:v>
                </c:pt>
                <c:pt idx="129">
                  <c:v>0.39</c:v>
                </c:pt>
                <c:pt idx="130">
                  <c:v>0.32</c:v>
                </c:pt>
                <c:pt idx="131">
                  <c:v>0.33</c:v>
                </c:pt>
                <c:pt idx="132">
                  <c:v>0.32</c:v>
                </c:pt>
                <c:pt idx="133">
                  <c:v>0.26</c:v>
                </c:pt>
                <c:pt idx="134">
                  <c:v>0.24</c:v>
                </c:pt>
                <c:pt idx="135">
                  <c:v>0.2</c:v>
                </c:pt>
                <c:pt idx="136">
                  <c:v>0.21</c:v>
                </c:pt>
                <c:pt idx="137">
                  <c:v>0.12</c:v>
                </c:pt>
                <c:pt idx="138">
                  <c:v>0.15</c:v>
                </c:pt>
                <c:pt idx="139">
                  <c:v>0.04</c:v>
                </c:pt>
                <c:pt idx="140">
                  <c:v>0.05</c:v>
                </c:pt>
                <c:pt idx="141">
                  <c:v>0.07</c:v>
                </c:pt>
                <c:pt idx="142">
                  <c:v>0.06</c:v>
                </c:pt>
                <c:pt idx="143">
                  <c:v>0.08</c:v>
                </c:pt>
                <c:pt idx="144">
                  <c:v>0.01</c:v>
                </c:pt>
                <c:pt idx="145">
                  <c:v>0.02</c:v>
                </c:pt>
                <c:pt idx="146">
                  <c:v>-0.02</c:v>
                </c:pt>
                <c:pt idx="147">
                  <c:v>0.03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99.62</c:v>
                </c:pt>
                <c:pt idx="1">
                  <c:v>99.46</c:v>
                </c:pt>
                <c:pt idx="2">
                  <c:v>99.29</c:v>
                </c:pt>
                <c:pt idx="3">
                  <c:v>99.12</c:v>
                </c:pt>
                <c:pt idx="4">
                  <c:v>99.04</c:v>
                </c:pt>
                <c:pt idx="5">
                  <c:v>98.95</c:v>
                </c:pt>
                <c:pt idx="6">
                  <c:v>98.86</c:v>
                </c:pt>
                <c:pt idx="7">
                  <c:v>98.81</c:v>
                </c:pt>
                <c:pt idx="8">
                  <c:v>98.71</c:v>
                </c:pt>
                <c:pt idx="9">
                  <c:v>98.64</c:v>
                </c:pt>
                <c:pt idx="10">
                  <c:v>98.55</c:v>
                </c:pt>
                <c:pt idx="11">
                  <c:v>98.47</c:v>
                </c:pt>
                <c:pt idx="12">
                  <c:v>98.35</c:v>
                </c:pt>
                <c:pt idx="13">
                  <c:v>98.23</c:v>
                </c:pt>
                <c:pt idx="14">
                  <c:v>98.09</c:v>
                </c:pt>
                <c:pt idx="15">
                  <c:v>97.94</c:v>
                </c:pt>
                <c:pt idx="16">
                  <c:v>97.77</c:v>
                </c:pt>
                <c:pt idx="17">
                  <c:v>97.58</c:v>
                </c:pt>
                <c:pt idx="18">
                  <c:v>97.37</c:v>
                </c:pt>
                <c:pt idx="19">
                  <c:v>97.17</c:v>
                </c:pt>
                <c:pt idx="20">
                  <c:v>96.93</c:v>
                </c:pt>
                <c:pt idx="21">
                  <c:v>96.64</c:v>
                </c:pt>
                <c:pt idx="22">
                  <c:v>96.35</c:v>
                </c:pt>
                <c:pt idx="23">
                  <c:v>96.02</c:v>
                </c:pt>
                <c:pt idx="24">
                  <c:v>95.7</c:v>
                </c:pt>
                <c:pt idx="25">
                  <c:v>95.36</c:v>
                </c:pt>
                <c:pt idx="26">
                  <c:v>95.01</c:v>
                </c:pt>
                <c:pt idx="27">
                  <c:v>94.66</c:v>
                </c:pt>
                <c:pt idx="28">
                  <c:v>94.27</c:v>
                </c:pt>
                <c:pt idx="29">
                  <c:v>93.9</c:v>
                </c:pt>
                <c:pt idx="30">
                  <c:v>93.57</c:v>
                </c:pt>
                <c:pt idx="31">
                  <c:v>93.15</c:v>
                </c:pt>
                <c:pt idx="32">
                  <c:v>92.82</c:v>
                </c:pt>
                <c:pt idx="33">
                  <c:v>92.49</c:v>
                </c:pt>
                <c:pt idx="34">
                  <c:v>92.2</c:v>
                </c:pt>
                <c:pt idx="35">
                  <c:v>91.89</c:v>
                </c:pt>
                <c:pt idx="36">
                  <c:v>91.68</c:v>
                </c:pt>
                <c:pt idx="37">
                  <c:v>91.44</c:v>
                </c:pt>
                <c:pt idx="38">
                  <c:v>91.23</c:v>
                </c:pt>
                <c:pt idx="39">
                  <c:v>91</c:v>
                </c:pt>
                <c:pt idx="40">
                  <c:v>90.83</c:v>
                </c:pt>
                <c:pt idx="41">
                  <c:v>90.64</c:v>
                </c:pt>
                <c:pt idx="42">
                  <c:v>90.48</c:v>
                </c:pt>
                <c:pt idx="43">
                  <c:v>90.37</c:v>
                </c:pt>
                <c:pt idx="44">
                  <c:v>90.24</c:v>
                </c:pt>
                <c:pt idx="45">
                  <c:v>90.09</c:v>
                </c:pt>
                <c:pt idx="46">
                  <c:v>89.96</c:v>
                </c:pt>
                <c:pt idx="47">
                  <c:v>89.81</c:v>
                </c:pt>
                <c:pt idx="48">
                  <c:v>89.65</c:v>
                </c:pt>
                <c:pt idx="49">
                  <c:v>89.46</c:v>
                </c:pt>
                <c:pt idx="50">
                  <c:v>89.27</c:v>
                </c:pt>
                <c:pt idx="51">
                  <c:v>89.01</c:v>
                </c:pt>
                <c:pt idx="52">
                  <c:v>88.78</c:v>
                </c:pt>
                <c:pt idx="53">
                  <c:v>88.46</c:v>
                </c:pt>
                <c:pt idx="54">
                  <c:v>88.06</c:v>
                </c:pt>
                <c:pt idx="55">
                  <c:v>87.62</c:v>
                </c:pt>
                <c:pt idx="56">
                  <c:v>87.06</c:v>
                </c:pt>
                <c:pt idx="57">
                  <c:v>86.39</c:v>
                </c:pt>
                <c:pt idx="58">
                  <c:v>85.55</c:v>
                </c:pt>
                <c:pt idx="59">
                  <c:v>84.61</c:v>
                </c:pt>
                <c:pt idx="60">
                  <c:v>83.47</c:v>
                </c:pt>
                <c:pt idx="61">
                  <c:v>82.23</c:v>
                </c:pt>
                <c:pt idx="62">
                  <c:v>80.88</c:v>
                </c:pt>
                <c:pt idx="63">
                  <c:v>79.39</c:v>
                </c:pt>
                <c:pt idx="64">
                  <c:v>77.73</c:v>
                </c:pt>
                <c:pt idx="65">
                  <c:v>75.97</c:v>
                </c:pt>
                <c:pt idx="66">
                  <c:v>74.09</c:v>
                </c:pt>
                <c:pt idx="67">
                  <c:v>72.09</c:v>
                </c:pt>
                <c:pt idx="68">
                  <c:v>69.99</c:v>
                </c:pt>
                <c:pt idx="69">
                  <c:v>67.77</c:v>
                </c:pt>
                <c:pt idx="70">
                  <c:v>65.43</c:v>
                </c:pt>
                <c:pt idx="71">
                  <c:v>62.94</c:v>
                </c:pt>
                <c:pt idx="72">
                  <c:v>60.39</c:v>
                </c:pt>
                <c:pt idx="73">
                  <c:v>57.72</c:v>
                </c:pt>
                <c:pt idx="74">
                  <c:v>54.88</c:v>
                </c:pt>
                <c:pt idx="75">
                  <c:v>51.97</c:v>
                </c:pt>
                <c:pt idx="76">
                  <c:v>48.84</c:v>
                </c:pt>
                <c:pt idx="77">
                  <c:v>45.55</c:v>
                </c:pt>
                <c:pt idx="78">
                  <c:v>42.01</c:v>
                </c:pt>
                <c:pt idx="79">
                  <c:v>38.33</c:v>
                </c:pt>
                <c:pt idx="80">
                  <c:v>34.25</c:v>
                </c:pt>
                <c:pt idx="81">
                  <c:v>29.91</c:v>
                </c:pt>
                <c:pt idx="82">
                  <c:v>25.19</c:v>
                </c:pt>
                <c:pt idx="83">
                  <c:v>20.13</c:v>
                </c:pt>
                <c:pt idx="84">
                  <c:v>14.55</c:v>
                </c:pt>
                <c:pt idx="85">
                  <c:v>8.8</c:v>
                </c:pt>
                <c:pt idx="86">
                  <c:v>4.38</c:v>
                </c:pt>
                <c:pt idx="87">
                  <c:v>3.6</c:v>
                </c:pt>
                <c:pt idx="88">
                  <c:v>3.13</c:v>
                </c:pt>
                <c:pt idx="89">
                  <c:v>2.25</c:v>
                </c:pt>
                <c:pt idx="90">
                  <c:v>1.77</c:v>
                </c:pt>
                <c:pt idx="91">
                  <c:v>1.65</c:v>
                </c:pt>
                <c:pt idx="92">
                  <c:v>1.66</c:v>
                </c:pt>
                <c:pt idx="93">
                  <c:v>1.62</c:v>
                </c:pt>
                <c:pt idx="94">
                  <c:v>1.6</c:v>
                </c:pt>
                <c:pt idx="95">
                  <c:v>1.58</c:v>
                </c:pt>
                <c:pt idx="96">
                  <c:v>1.55</c:v>
                </c:pt>
                <c:pt idx="97">
                  <c:v>1.57</c:v>
                </c:pt>
                <c:pt idx="98">
                  <c:v>1.53</c:v>
                </c:pt>
                <c:pt idx="99">
                  <c:v>1.5</c:v>
                </c:pt>
                <c:pt idx="100">
                  <c:v>1.49</c:v>
                </c:pt>
                <c:pt idx="101">
                  <c:v>1.43</c:v>
                </c:pt>
                <c:pt idx="102">
                  <c:v>1.4</c:v>
                </c:pt>
                <c:pt idx="103">
                  <c:v>1.36</c:v>
                </c:pt>
                <c:pt idx="104">
                  <c:v>1.34</c:v>
                </c:pt>
                <c:pt idx="105">
                  <c:v>1.27</c:v>
                </c:pt>
                <c:pt idx="106">
                  <c:v>1.19</c:v>
                </c:pt>
                <c:pt idx="107">
                  <c:v>1.15</c:v>
                </c:pt>
                <c:pt idx="108">
                  <c:v>1.09</c:v>
                </c:pt>
                <c:pt idx="109">
                  <c:v>1.02</c:v>
                </c:pt>
                <c:pt idx="110">
                  <c:v>0.95</c:v>
                </c:pt>
                <c:pt idx="111">
                  <c:v>0.9</c:v>
                </c:pt>
                <c:pt idx="112">
                  <c:v>0.84</c:v>
                </c:pt>
                <c:pt idx="113">
                  <c:v>0.77</c:v>
                </c:pt>
                <c:pt idx="114">
                  <c:v>0.72</c:v>
                </c:pt>
                <c:pt idx="115">
                  <c:v>0.66</c:v>
                </c:pt>
                <c:pt idx="116">
                  <c:v>0.6</c:v>
                </c:pt>
                <c:pt idx="117">
                  <c:v>0.57</c:v>
                </c:pt>
                <c:pt idx="118">
                  <c:v>0.53</c:v>
                </c:pt>
                <c:pt idx="119">
                  <c:v>0.48</c:v>
                </c:pt>
                <c:pt idx="120">
                  <c:v>0.46</c:v>
                </c:pt>
                <c:pt idx="121">
                  <c:v>0.45</c:v>
                </c:pt>
                <c:pt idx="122">
                  <c:v>0.39</c:v>
                </c:pt>
                <c:pt idx="123">
                  <c:v>0.36</c:v>
                </c:pt>
                <c:pt idx="124">
                  <c:v>0.33</c:v>
                </c:pt>
                <c:pt idx="125">
                  <c:v>0.31</c:v>
                </c:pt>
                <c:pt idx="126">
                  <c:v>0.28</c:v>
                </c:pt>
                <c:pt idx="127">
                  <c:v>0.25</c:v>
                </c:pt>
                <c:pt idx="128">
                  <c:v>0.22</c:v>
                </c:pt>
                <c:pt idx="129">
                  <c:v>0.23</c:v>
                </c:pt>
                <c:pt idx="130">
                  <c:v>0.22</c:v>
                </c:pt>
                <c:pt idx="131">
                  <c:v>0.21</c:v>
                </c:pt>
                <c:pt idx="132">
                  <c:v>0.19</c:v>
                </c:pt>
                <c:pt idx="133">
                  <c:v>0.18</c:v>
                </c:pt>
                <c:pt idx="134">
                  <c:v>0.17</c:v>
                </c:pt>
                <c:pt idx="135">
                  <c:v>0.14</c:v>
                </c:pt>
                <c:pt idx="136">
                  <c:v>0.13</c:v>
                </c:pt>
                <c:pt idx="137">
                  <c:v>0.13</c:v>
                </c:pt>
                <c:pt idx="138">
                  <c:v>0.09</c:v>
                </c:pt>
                <c:pt idx="139">
                  <c:v>0.07</c:v>
                </c:pt>
                <c:pt idx="140">
                  <c:v>0.04</c:v>
                </c:pt>
                <c:pt idx="141">
                  <c:v>0.04</c:v>
                </c:pt>
                <c:pt idx="142">
                  <c:v>0.02</c:v>
                </c:pt>
                <c:pt idx="143">
                  <c:v>0.03</c:v>
                </c:pt>
                <c:pt idx="144">
                  <c:v>0.02</c:v>
                </c:pt>
                <c:pt idx="145">
                  <c:v>0.02</c:v>
                </c:pt>
                <c:pt idx="146">
                  <c:v>0.02</c:v>
                </c:pt>
                <c:pt idx="147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EPS 가연성  2.44 · 2.65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6"/>
          <c:w val="0.84"/>
          <c:h val="0.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-0.0168</c:v>
                </c:pt>
                <c:pt idx="1">
                  <c:v>0.0053</c:v>
                </c:pt>
                <c:pt idx="2">
                  <c:v>-0.0153</c:v>
                </c:pt>
                <c:pt idx="3">
                  <c:v>-0.0178</c:v>
                </c:pt>
                <c:pt idx="4">
                  <c:v>0.0174</c:v>
                </c:pt>
                <c:pt idx="5">
                  <c:v>-0.0107</c:v>
                </c:pt>
                <c:pt idx="6">
                  <c:v>0.0247</c:v>
                </c:pt>
                <c:pt idx="7">
                  <c:v>0.0275</c:v>
                </c:pt>
                <c:pt idx="8">
                  <c:v>0.0367</c:v>
                </c:pt>
                <c:pt idx="9">
                  <c:v>0.0407</c:v>
                </c:pt>
                <c:pt idx="10">
                  <c:v>0.027</c:v>
                </c:pt>
                <c:pt idx="11">
                  <c:v>0.034</c:v>
                </c:pt>
                <c:pt idx="12">
                  <c:v>0.0397</c:v>
                </c:pt>
                <c:pt idx="13">
                  <c:v>0.0492</c:v>
                </c:pt>
                <c:pt idx="14">
                  <c:v>0.0494</c:v>
                </c:pt>
                <c:pt idx="15">
                  <c:v>0.0735</c:v>
                </c:pt>
                <c:pt idx="16">
                  <c:v>0.0612</c:v>
                </c:pt>
                <c:pt idx="17">
                  <c:v>0.0655</c:v>
                </c:pt>
                <c:pt idx="18">
                  <c:v>0.0621</c:v>
                </c:pt>
                <c:pt idx="19">
                  <c:v>0.0472</c:v>
                </c:pt>
                <c:pt idx="20">
                  <c:v>0.0659</c:v>
                </c:pt>
                <c:pt idx="21">
                  <c:v>0.0504</c:v>
                </c:pt>
                <c:pt idx="22">
                  <c:v>0.0573</c:v>
                </c:pt>
                <c:pt idx="23">
                  <c:v>0.0421</c:v>
                </c:pt>
                <c:pt idx="24">
                  <c:v>0.0647</c:v>
                </c:pt>
                <c:pt idx="25">
                  <c:v>0.0414</c:v>
                </c:pt>
                <c:pt idx="26">
                  <c:v>0.0751</c:v>
                </c:pt>
                <c:pt idx="27">
                  <c:v>0.0298</c:v>
                </c:pt>
                <c:pt idx="28">
                  <c:v>0.0442</c:v>
                </c:pt>
                <c:pt idx="29">
                  <c:v>0.0544</c:v>
                </c:pt>
                <c:pt idx="30">
                  <c:v>0.0432</c:v>
                </c:pt>
                <c:pt idx="31">
                  <c:v>0.05</c:v>
                </c:pt>
                <c:pt idx="32">
                  <c:v>0.0289</c:v>
                </c:pt>
                <c:pt idx="33">
                  <c:v>0.0434</c:v>
                </c:pt>
                <c:pt idx="34">
                  <c:v>0.0173</c:v>
                </c:pt>
                <c:pt idx="35">
                  <c:v>0.0537</c:v>
                </c:pt>
                <c:pt idx="36">
                  <c:v>0.0387</c:v>
                </c:pt>
                <c:pt idx="37">
                  <c:v>0.0333</c:v>
                </c:pt>
                <c:pt idx="38">
                  <c:v>0.0575</c:v>
                </c:pt>
                <c:pt idx="39">
                  <c:v>0.0568</c:v>
                </c:pt>
                <c:pt idx="40">
                  <c:v>0.0389</c:v>
                </c:pt>
                <c:pt idx="41">
                  <c:v>0.0152</c:v>
                </c:pt>
                <c:pt idx="42">
                  <c:v>0.0599</c:v>
                </c:pt>
                <c:pt idx="43">
                  <c:v>0.0138</c:v>
                </c:pt>
                <c:pt idx="44">
                  <c:v>0.0439</c:v>
                </c:pt>
                <c:pt idx="45">
                  <c:v>0.0446</c:v>
                </c:pt>
                <c:pt idx="46">
                  <c:v>0.058</c:v>
                </c:pt>
                <c:pt idx="47">
                  <c:v>0.0543</c:v>
                </c:pt>
                <c:pt idx="48">
                  <c:v>0.0562</c:v>
                </c:pt>
                <c:pt idx="49">
                  <c:v>0.0352</c:v>
                </c:pt>
                <c:pt idx="50">
                  <c:v>0.06</c:v>
                </c:pt>
                <c:pt idx="51">
                  <c:v>0.0582</c:v>
                </c:pt>
                <c:pt idx="52">
                  <c:v>0.0468</c:v>
                </c:pt>
                <c:pt idx="53">
                  <c:v>0.0611</c:v>
                </c:pt>
                <c:pt idx="54">
                  <c:v>0.0743</c:v>
                </c:pt>
                <c:pt idx="55">
                  <c:v>0.0668</c:v>
                </c:pt>
                <c:pt idx="56">
                  <c:v>0.0851</c:v>
                </c:pt>
                <c:pt idx="57">
                  <c:v>0.0817</c:v>
                </c:pt>
                <c:pt idx="58">
                  <c:v>0.1386</c:v>
                </c:pt>
                <c:pt idx="59">
                  <c:v>0.1487</c:v>
                </c:pt>
                <c:pt idx="60">
                  <c:v>0.2028</c:v>
                </c:pt>
                <c:pt idx="61">
                  <c:v>0.2735</c:v>
                </c:pt>
                <c:pt idx="62">
                  <c:v>0.3816</c:v>
                </c:pt>
                <c:pt idx="63">
                  <c:v>0.4991</c:v>
                </c:pt>
                <c:pt idx="64">
                  <c:v>0.7153</c:v>
                </c:pt>
                <c:pt idx="65">
                  <c:v>0.9764</c:v>
                </c:pt>
                <c:pt idx="66">
                  <c:v>1.3147</c:v>
                </c:pt>
                <c:pt idx="67">
                  <c:v>1.7545</c:v>
                </c:pt>
                <c:pt idx="68">
                  <c:v>2.1828</c:v>
                </c:pt>
                <c:pt idx="69">
                  <c:v>2.4377</c:v>
                </c:pt>
                <c:pt idx="70">
                  <c:v>2.3802</c:v>
                </c:pt>
                <c:pt idx="71">
                  <c:v>1.7869</c:v>
                </c:pt>
                <c:pt idx="72">
                  <c:v>0.9342</c:v>
                </c:pt>
                <c:pt idx="73">
                  <c:v>0.3762</c:v>
                </c:pt>
                <c:pt idx="74">
                  <c:v>0.1302</c:v>
                </c:pt>
                <c:pt idx="75">
                  <c:v>0.061</c:v>
                </c:pt>
                <c:pt idx="76">
                  <c:v>0.0534</c:v>
                </c:pt>
                <c:pt idx="77">
                  <c:v>0.0009</c:v>
                </c:pt>
                <c:pt idx="78">
                  <c:v>0.0252</c:v>
                </c:pt>
                <c:pt idx="79">
                  <c:v>0.0202</c:v>
                </c:pt>
                <c:pt idx="80">
                  <c:v>0.0085</c:v>
                </c:pt>
                <c:pt idx="81">
                  <c:v>0.0297</c:v>
                </c:pt>
                <c:pt idx="82">
                  <c:v>0.03</c:v>
                </c:pt>
                <c:pt idx="83">
                  <c:v>0.0267</c:v>
                </c:pt>
                <c:pt idx="84">
                  <c:v>0.0194</c:v>
                </c:pt>
                <c:pt idx="85">
                  <c:v>0.0143</c:v>
                </c:pt>
                <c:pt idx="86">
                  <c:v>0.0173</c:v>
                </c:pt>
                <c:pt idx="87">
                  <c:v>0.0009</c:v>
                </c:pt>
                <c:pt idx="88">
                  <c:v>0.0346</c:v>
                </c:pt>
                <c:pt idx="89">
                  <c:v>0.0022</c:v>
                </c:pt>
                <c:pt idx="90">
                  <c:v>0.0276</c:v>
                </c:pt>
                <c:pt idx="91">
                  <c:v>0.0113</c:v>
                </c:pt>
                <c:pt idx="92">
                  <c:v>0.0116</c:v>
                </c:pt>
                <c:pt idx="93">
                  <c:v>0.0225</c:v>
                </c:pt>
                <c:pt idx="94">
                  <c:v>0.0198</c:v>
                </c:pt>
                <c:pt idx="95">
                  <c:v>0.008</c:v>
                </c:pt>
                <c:pt idx="96">
                  <c:v>0.0076</c:v>
                </c:pt>
                <c:pt idx="97">
                  <c:v>0.0216</c:v>
                </c:pt>
                <c:pt idx="98">
                  <c:v>-0.0041</c:v>
                </c:pt>
                <c:pt idx="99">
                  <c:v>0.0066</c:v>
                </c:pt>
                <c:pt idx="100">
                  <c:v>0.0286</c:v>
                </c:pt>
                <c:pt idx="101">
                  <c:v>0.0131</c:v>
                </c:pt>
                <c:pt idx="102">
                  <c:v>0.0292</c:v>
                </c:pt>
                <c:pt idx="103">
                  <c:v>0.0295</c:v>
                </c:pt>
                <c:pt idx="104">
                  <c:v>0.0219</c:v>
                </c:pt>
                <c:pt idx="105">
                  <c:v>0.0058</c:v>
                </c:pt>
                <c:pt idx="106">
                  <c:v>0.0161</c:v>
                </c:pt>
                <c:pt idx="107">
                  <c:v>0.0129</c:v>
                </c:pt>
                <c:pt idx="108">
                  <c:v>0.0285</c:v>
                </c:pt>
                <c:pt idx="109">
                  <c:v>0.0018</c:v>
                </c:pt>
                <c:pt idx="110">
                  <c:v>-0.0072</c:v>
                </c:pt>
                <c:pt idx="111">
                  <c:v>0.0309</c:v>
                </c:pt>
                <c:pt idx="112">
                  <c:v>-0.0095</c:v>
                </c:pt>
                <c:pt idx="113">
                  <c:v>0.0179</c:v>
                </c:pt>
                <c:pt idx="114">
                  <c:v>0.0066</c:v>
                </c:pt>
                <c:pt idx="115">
                  <c:v>0.0181</c:v>
                </c:pt>
                <c:pt idx="116">
                  <c:v>0.0001</c:v>
                </c:pt>
                <c:pt idx="117">
                  <c:v>0.0045</c:v>
                </c:pt>
                <c:pt idx="118">
                  <c:v>0.007</c:v>
                </c:pt>
                <c:pt idx="119">
                  <c:v>-0.0054</c:v>
                </c:pt>
                <c:pt idx="120">
                  <c:v>0.0071</c:v>
                </c:pt>
                <c:pt idx="121">
                  <c:v>0.0108</c:v>
                </c:pt>
                <c:pt idx="122">
                  <c:v>-0.0059</c:v>
                </c:pt>
                <c:pt idx="123">
                  <c:v>0.0233</c:v>
                </c:pt>
                <c:pt idx="124">
                  <c:v>-0.0019</c:v>
                </c:pt>
                <c:pt idx="125">
                  <c:v>0.0102</c:v>
                </c:pt>
                <c:pt idx="126">
                  <c:v>0.0037</c:v>
                </c:pt>
                <c:pt idx="127">
                  <c:v>0.0049</c:v>
                </c:pt>
                <c:pt idx="128">
                  <c:v>0.0195</c:v>
                </c:pt>
                <c:pt idx="129">
                  <c:v>0.004</c:v>
                </c:pt>
                <c:pt idx="130">
                  <c:v>0.0146</c:v>
                </c:pt>
                <c:pt idx="131">
                  <c:v>-0.0074</c:v>
                </c:pt>
                <c:pt idx="132">
                  <c:v>0.0075</c:v>
                </c:pt>
                <c:pt idx="133">
                  <c:v>-0.0033</c:v>
                </c:pt>
                <c:pt idx="134">
                  <c:v>0.0148</c:v>
                </c:pt>
                <c:pt idx="135">
                  <c:v>-0.0039</c:v>
                </c:pt>
                <c:pt idx="136">
                  <c:v>0.0051</c:v>
                </c:pt>
                <c:pt idx="137">
                  <c:v>0.0109</c:v>
                </c:pt>
                <c:pt idx="138">
                  <c:v>0.0098</c:v>
                </c:pt>
                <c:pt idx="139">
                  <c:v>0.0141</c:v>
                </c:pt>
                <c:pt idx="140">
                  <c:v>-0.0054</c:v>
                </c:pt>
                <c:pt idx="141">
                  <c:v>0.0217</c:v>
                </c:pt>
                <c:pt idx="142">
                  <c:v>0.0064</c:v>
                </c:pt>
                <c:pt idx="143">
                  <c:v>-0.0064</c:v>
                </c:pt>
                <c:pt idx="144">
                  <c:v>0.0059</c:v>
                </c:pt>
                <c:pt idx="145">
                  <c:v>-0.0163</c:v>
                </c:pt>
                <c:pt idx="146">
                  <c:v>-0.0055</c:v>
                </c:pt>
                <c:pt idx="147">
                  <c:v>0.011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-0.0145</c:v>
                </c:pt>
                <c:pt idx="1">
                  <c:v>-0.0088</c:v>
                </c:pt>
                <c:pt idx="2">
                  <c:v>-0.0029</c:v>
                </c:pt>
                <c:pt idx="3">
                  <c:v>-0.0074</c:v>
                </c:pt>
                <c:pt idx="4">
                  <c:v>0.0163</c:v>
                </c:pt>
                <c:pt idx="5">
                  <c:v>-0.0002</c:v>
                </c:pt>
                <c:pt idx="6">
                  <c:v>-0.0062</c:v>
                </c:pt>
                <c:pt idx="7">
                  <c:v>0.0263</c:v>
                </c:pt>
                <c:pt idx="8">
                  <c:v>0.0008</c:v>
                </c:pt>
                <c:pt idx="9">
                  <c:v>0.0299</c:v>
                </c:pt>
                <c:pt idx="10">
                  <c:v>0.02</c:v>
                </c:pt>
                <c:pt idx="11">
                  <c:v>0.0159</c:v>
                </c:pt>
                <c:pt idx="12">
                  <c:v>0.0268</c:v>
                </c:pt>
                <c:pt idx="13">
                  <c:v>0.0283</c:v>
                </c:pt>
                <c:pt idx="14">
                  <c:v>0.0337</c:v>
                </c:pt>
                <c:pt idx="15">
                  <c:v>0.0363</c:v>
                </c:pt>
                <c:pt idx="16">
                  <c:v>0.0253</c:v>
                </c:pt>
                <c:pt idx="17">
                  <c:v>0.0332</c:v>
                </c:pt>
                <c:pt idx="18">
                  <c:v>0.0342</c:v>
                </c:pt>
                <c:pt idx="19">
                  <c:v>0.0124</c:v>
                </c:pt>
                <c:pt idx="20">
                  <c:v>0.0167</c:v>
                </c:pt>
                <c:pt idx="21">
                  <c:v>0.0333</c:v>
                </c:pt>
                <c:pt idx="22">
                  <c:v>0.0307</c:v>
                </c:pt>
                <c:pt idx="23">
                  <c:v>0.011</c:v>
                </c:pt>
                <c:pt idx="24">
                  <c:v>0.0149</c:v>
                </c:pt>
                <c:pt idx="25">
                  <c:v>0.0297</c:v>
                </c:pt>
                <c:pt idx="26">
                  <c:v>0.0305</c:v>
                </c:pt>
                <c:pt idx="27">
                  <c:v>0.0306</c:v>
                </c:pt>
                <c:pt idx="28">
                  <c:v>0.0146</c:v>
                </c:pt>
                <c:pt idx="29">
                  <c:v>0.0229</c:v>
                </c:pt>
                <c:pt idx="30">
                  <c:v>0.0412</c:v>
                </c:pt>
                <c:pt idx="31">
                  <c:v>0.0306</c:v>
                </c:pt>
                <c:pt idx="32">
                  <c:v>0.0389</c:v>
                </c:pt>
                <c:pt idx="33">
                  <c:v>0.0243</c:v>
                </c:pt>
                <c:pt idx="34">
                  <c:v>0.0168</c:v>
                </c:pt>
                <c:pt idx="35">
                  <c:v>0.0191</c:v>
                </c:pt>
                <c:pt idx="36">
                  <c:v>0.0241</c:v>
                </c:pt>
                <c:pt idx="37">
                  <c:v>0.0128</c:v>
                </c:pt>
                <c:pt idx="38">
                  <c:v>0.0169</c:v>
                </c:pt>
                <c:pt idx="39">
                  <c:v>0.0148</c:v>
                </c:pt>
                <c:pt idx="40">
                  <c:v>0.0404</c:v>
                </c:pt>
                <c:pt idx="41">
                  <c:v>-0.3148</c:v>
                </c:pt>
                <c:pt idx="42">
                  <c:v>-0.1887</c:v>
                </c:pt>
                <c:pt idx="43">
                  <c:v>0.0208</c:v>
                </c:pt>
                <c:pt idx="44">
                  <c:v>-0.0003</c:v>
                </c:pt>
                <c:pt idx="45">
                  <c:v>0.0302</c:v>
                </c:pt>
                <c:pt idx="46">
                  <c:v>0.0318</c:v>
                </c:pt>
                <c:pt idx="47">
                  <c:v>0.031</c:v>
                </c:pt>
                <c:pt idx="48">
                  <c:v>0.028</c:v>
                </c:pt>
                <c:pt idx="49">
                  <c:v>0.0383</c:v>
                </c:pt>
                <c:pt idx="50">
                  <c:v>0.0327</c:v>
                </c:pt>
                <c:pt idx="51">
                  <c:v>0.035</c:v>
                </c:pt>
                <c:pt idx="52">
                  <c:v>0.048</c:v>
                </c:pt>
                <c:pt idx="53">
                  <c:v>0.0521</c:v>
                </c:pt>
                <c:pt idx="54">
                  <c:v>0.0662</c:v>
                </c:pt>
                <c:pt idx="55">
                  <c:v>0.0874</c:v>
                </c:pt>
                <c:pt idx="56">
                  <c:v>0.0959</c:v>
                </c:pt>
                <c:pt idx="57">
                  <c:v>0.1069</c:v>
                </c:pt>
                <c:pt idx="58">
                  <c:v>0.1207</c:v>
                </c:pt>
                <c:pt idx="59">
                  <c:v>0.149</c:v>
                </c:pt>
                <c:pt idx="60">
                  <c:v>0.2064</c:v>
                </c:pt>
                <c:pt idx="61">
                  <c:v>0.2598</c:v>
                </c:pt>
                <c:pt idx="62">
                  <c:v>0.3609</c:v>
                </c:pt>
                <c:pt idx="63">
                  <c:v>0.5094</c:v>
                </c:pt>
                <c:pt idx="64">
                  <c:v>0.7105</c:v>
                </c:pt>
                <c:pt idx="65">
                  <c:v>0.9819</c:v>
                </c:pt>
                <c:pt idx="66">
                  <c:v>1.3571</c:v>
                </c:pt>
                <c:pt idx="67">
                  <c:v>1.8322</c:v>
                </c:pt>
                <c:pt idx="68">
                  <c:v>2.3542</c:v>
                </c:pt>
                <c:pt idx="69">
                  <c:v>2.7753</c:v>
                </c:pt>
                <c:pt idx="70">
                  <c:v>2.7469</c:v>
                </c:pt>
                <c:pt idx="71">
                  <c:v>2.1458</c:v>
                </c:pt>
                <c:pt idx="72">
                  <c:v>1.1804</c:v>
                </c:pt>
                <c:pt idx="73">
                  <c:v>0.4567</c:v>
                </c:pt>
                <c:pt idx="74">
                  <c:v>0.1916</c:v>
                </c:pt>
                <c:pt idx="75">
                  <c:v>0.0952</c:v>
                </c:pt>
                <c:pt idx="76">
                  <c:v>0.0532</c:v>
                </c:pt>
                <c:pt idx="77">
                  <c:v>0.0311</c:v>
                </c:pt>
                <c:pt idx="78">
                  <c:v>0.0108</c:v>
                </c:pt>
                <c:pt idx="79">
                  <c:v>0.0091</c:v>
                </c:pt>
                <c:pt idx="80">
                  <c:v>0.0072</c:v>
                </c:pt>
                <c:pt idx="81">
                  <c:v>0.029</c:v>
                </c:pt>
                <c:pt idx="82">
                  <c:v>-0.0065</c:v>
                </c:pt>
                <c:pt idx="83">
                  <c:v>0.0197</c:v>
                </c:pt>
                <c:pt idx="84">
                  <c:v>0.0087</c:v>
                </c:pt>
                <c:pt idx="85">
                  <c:v>0.0031</c:v>
                </c:pt>
                <c:pt idx="86">
                  <c:v>0.0135</c:v>
                </c:pt>
                <c:pt idx="87">
                  <c:v>0.0031</c:v>
                </c:pt>
                <c:pt idx="88">
                  <c:v>0.0276</c:v>
                </c:pt>
                <c:pt idx="89">
                  <c:v>0.0087</c:v>
                </c:pt>
                <c:pt idx="90">
                  <c:v>0.0309</c:v>
                </c:pt>
                <c:pt idx="91">
                  <c:v>0.006</c:v>
                </c:pt>
                <c:pt idx="92">
                  <c:v>0.0147</c:v>
                </c:pt>
                <c:pt idx="93">
                  <c:v>0.0173</c:v>
                </c:pt>
                <c:pt idx="94">
                  <c:v>0.0144</c:v>
                </c:pt>
                <c:pt idx="95">
                  <c:v>0.0056</c:v>
                </c:pt>
                <c:pt idx="96">
                  <c:v>0.0039</c:v>
                </c:pt>
                <c:pt idx="97">
                  <c:v>0.0239</c:v>
                </c:pt>
                <c:pt idx="98">
                  <c:v>0.0182</c:v>
                </c:pt>
                <c:pt idx="99">
                  <c:v>0.0053</c:v>
                </c:pt>
                <c:pt idx="100">
                  <c:v>0.0131</c:v>
                </c:pt>
                <c:pt idx="101">
                  <c:v>0.0065</c:v>
                </c:pt>
                <c:pt idx="102">
                  <c:v>-0.0034</c:v>
                </c:pt>
                <c:pt idx="103">
                  <c:v>0.0343</c:v>
                </c:pt>
                <c:pt idx="104">
                  <c:v>-0.0056</c:v>
                </c:pt>
                <c:pt idx="105">
                  <c:v>0.0216</c:v>
                </c:pt>
                <c:pt idx="106">
                  <c:v>0.0029</c:v>
                </c:pt>
                <c:pt idx="107">
                  <c:v>0.0011</c:v>
                </c:pt>
                <c:pt idx="108">
                  <c:v>0.0327</c:v>
                </c:pt>
                <c:pt idx="109">
                  <c:v>-0.01</c:v>
                </c:pt>
                <c:pt idx="110">
                  <c:v>-0.0027</c:v>
                </c:pt>
                <c:pt idx="111">
                  <c:v>0.0256</c:v>
                </c:pt>
                <c:pt idx="112">
                  <c:v>-0.0015</c:v>
                </c:pt>
                <c:pt idx="113">
                  <c:v>-0.0195</c:v>
                </c:pt>
                <c:pt idx="114">
                  <c:v>0.0134</c:v>
                </c:pt>
                <c:pt idx="115">
                  <c:v>0.001</c:v>
                </c:pt>
                <c:pt idx="116">
                  <c:v>0.0055</c:v>
                </c:pt>
                <c:pt idx="117">
                  <c:v>0.0049</c:v>
                </c:pt>
                <c:pt idx="118">
                  <c:v>0.0124</c:v>
                </c:pt>
                <c:pt idx="119">
                  <c:v>0.0008</c:v>
                </c:pt>
                <c:pt idx="120">
                  <c:v>0.0174</c:v>
                </c:pt>
                <c:pt idx="121">
                  <c:v>0.0047</c:v>
                </c:pt>
                <c:pt idx="122">
                  <c:v>0.0253</c:v>
                </c:pt>
                <c:pt idx="123">
                  <c:v>0.0171</c:v>
                </c:pt>
                <c:pt idx="124">
                  <c:v>0.0033</c:v>
                </c:pt>
                <c:pt idx="125">
                  <c:v>-0.0099</c:v>
                </c:pt>
                <c:pt idx="126">
                  <c:v>0.0139</c:v>
                </c:pt>
                <c:pt idx="127">
                  <c:v>0.0016</c:v>
                </c:pt>
                <c:pt idx="128">
                  <c:v>0.0001</c:v>
                </c:pt>
                <c:pt idx="129">
                  <c:v>0.0002</c:v>
                </c:pt>
                <c:pt idx="130">
                  <c:v>0.0036</c:v>
                </c:pt>
                <c:pt idx="131">
                  <c:v>0.0059</c:v>
                </c:pt>
                <c:pt idx="132">
                  <c:v>0.0073</c:v>
                </c:pt>
                <c:pt idx="133">
                  <c:v>0.0095</c:v>
                </c:pt>
                <c:pt idx="134">
                  <c:v>0.0093</c:v>
                </c:pt>
                <c:pt idx="135">
                  <c:v>0.0066</c:v>
                </c:pt>
                <c:pt idx="136">
                  <c:v>-0.0052</c:v>
                </c:pt>
                <c:pt idx="137">
                  <c:v>-0.0021</c:v>
                </c:pt>
                <c:pt idx="138">
                  <c:v>-0.021</c:v>
                </c:pt>
                <c:pt idx="139">
                  <c:v>0.0279</c:v>
                </c:pt>
                <c:pt idx="140">
                  <c:v>-0.0144</c:v>
                </c:pt>
                <c:pt idx="141">
                  <c:v>0.0109</c:v>
                </c:pt>
                <c:pt idx="142">
                  <c:v>-0.0076</c:v>
                </c:pt>
                <c:pt idx="143">
                  <c:v>0.0108</c:v>
                </c:pt>
                <c:pt idx="144">
                  <c:v>0.0137</c:v>
                </c:pt>
                <c:pt idx="145">
                  <c:v>-0.0164</c:v>
                </c:pt>
                <c:pt idx="146">
                  <c:v>-0.0022</c:v>
                </c:pt>
                <c:pt idx="147">
                  <c:v>-0.0103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-0.1371</c:v>
                </c:pt>
                <c:pt idx="1">
                  <c:v>-0.1245</c:v>
                </c:pt>
                <c:pt idx="2">
                  <c:v>-0.142</c:v>
                </c:pt>
                <c:pt idx="3">
                  <c:v>-0.1134</c:v>
                </c:pt>
                <c:pt idx="4">
                  <c:v>-0.0972</c:v>
                </c:pt>
                <c:pt idx="5">
                  <c:v>-0.0659</c:v>
                </c:pt>
                <c:pt idx="6">
                  <c:v>-0.0677</c:v>
                </c:pt>
                <c:pt idx="7">
                  <c:v>-0.0713</c:v>
                </c:pt>
                <c:pt idx="8">
                  <c:v>-0.0703</c:v>
                </c:pt>
                <c:pt idx="9">
                  <c:v>-0.0577</c:v>
                </c:pt>
                <c:pt idx="10">
                  <c:v>-0.072</c:v>
                </c:pt>
                <c:pt idx="11">
                  <c:v>-0.0947</c:v>
                </c:pt>
                <c:pt idx="12">
                  <c:v>0.0043</c:v>
                </c:pt>
                <c:pt idx="13">
                  <c:v>0.045</c:v>
                </c:pt>
                <c:pt idx="14">
                  <c:v>0.0639</c:v>
                </c:pt>
                <c:pt idx="15">
                  <c:v>0.0522</c:v>
                </c:pt>
                <c:pt idx="16">
                  <c:v>0.0969</c:v>
                </c:pt>
                <c:pt idx="17">
                  <c:v>-0.0495</c:v>
                </c:pt>
                <c:pt idx="18">
                  <c:v>-0.0335</c:v>
                </c:pt>
                <c:pt idx="19">
                  <c:v>0.0429</c:v>
                </c:pt>
                <c:pt idx="20">
                  <c:v>0.0147</c:v>
                </c:pt>
                <c:pt idx="21">
                  <c:v>-0.0381</c:v>
                </c:pt>
                <c:pt idx="22">
                  <c:v>-0.0068</c:v>
                </c:pt>
                <c:pt idx="23">
                  <c:v>-0.013</c:v>
                </c:pt>
                <c:pt idx="24">
                  <c:v>0.0288</c:v>
                </c:pt>
                <c:pt idx="25">
                  <c:v>0.0315</c:v>
                </c:pt>
                <c:pt idx="26">
                  <c:v>0.042</c:v>
                </c:pt>
                <c:pt idx="27">
                  <c:v>0.0246</c:v>
                </c:pt>
                <c:pt idx="28">
                  <c:v>-0.0065</c:v>
                </c:pt>
                <c:pt idx="29">
                  <c:v>0.0823</c:v>
                </c:pt>
                <c:pt idx="30">
                  <c:v>-0.0087</c:v>
                </c:pt>
                <c:pt idx="31">
                  <c:v>0.0896</c:v>
                </c:pt>
                <c:pt idx="32">
                  <c:v>0.0225</c:v>
                </c:pt>
                <c:pt idx="33">
                  <c:v>-0.0004</c:v>
                </c:pt>
                <c:pt idx="34">
                  <c:v>0.0319</c:v>
                </c:pt>
                <c:pt idx="35">
                  <c:v>0.0619</c:v>
                </c:pt>
                <c:pt idx="36">
                  <c:v>0.0087</c:v>
                </c:pt>
                <c:pt idx="37">
                  <c:v>0.0286</c:v>
                </c:pt>
                <c:pt idx="38">
                  <c:v>0.1177</c:v>
                </c:pt>
                <c:pt idx="39">
                  <c:v>0.0824</c:v>
                </c:pt>
                <c:pt idx="40">
                  <c:v>0.1565</c:v>
                </c:pt>
                <c:pt idx="41">
                  <c:v>0.2668</c:v>
                </c:pt>
                <c:pt idx="42">
                  <c:v>0.3798</c:v>
                </c:pt>
                <c:pt idx="43">
                  <c:v>0.516</c:v>
                </c:pt>
                <c:pt idx="44">
                  <c:v>0.7898</c:v>
                </c:pt>
                <c:pt idx="45">
                  <c:v>1.0804</c:v>
                </c:pt>
                <c:pt idx="46">
                  <c:v>1.3753</c:v>
                </c:pt>
                <c:pt idx="47">
                  <c:v>1.6154</c:v>
                </c:pt>
                <c:pt idx="48">
                  <c:v>1.9779</c:v>
                </c:pt>
                <c:pt idx="49">
                  <c:v>1.9813</c:v>
                </c:pt>
                <c:pt idx="50">
                  <c:v>1.9818</c:v>
                </c:pt>
                <c:pt idx="51">
                  <c:v>1.7108</c:v>
                </c:pt>
                <c:pt idx="52">
                  <c:v>1.4515</c:v>
                </c:pt>
                <c:pt idx="53">
                  <c:v>1.1669</c:v>
                </c:pt>
                <c:pt idx="54">
                  <c:v>0.9671</c:v>
                </c:pt>
                <c:pt idx="55">
                  <c:v>0.719</c:v>
                </c:pt>
                <c:pt idx="56">
                  <c:v>0.5812</c:v>
                </c:pt>
                <c:pt idx="57">
                  <c:v>0.3884</c:v>
                </c:pt>
                <c:pt idx="58">
                  <c:v>0.3264</c:v>
                </c:pt>
                <c:pt idx="59">
                  <c:v>0.1596</c:v>
                </c:pt>
                <c:pt idx="60">
                  <c:v>0.0737</c:v>
                </c:pt>
                <c:pt idx="61">
                  <c:v>0.0713</c:v>
                </c:pt>
                <c:pt idx="62">
                  <c:v>0.0493</c:v>
                </c:pt>
                <c:pt idx="63">
                  <c:v>0.0611</c:v>
                </c:pt>
                <c:pt idx="64">
                  <c:v>-0.0234</c:v>
                </c:pt>
                <c:pt idx="65">
                  <c:v>0.0164</c:v>
                </c:pt>
                <c:pt idx="66">
                  <c:v>-0.0313</c:v>
                </c:pt>
                <c:pt idx="67">
                  <c:v>0.023</c:v>
                </c:pt>
                <c:pt idx="68">
                  <c:v>0.0113</c:v>
                </c:pt>
                <c:pt idx="69">
                  <c:v>0.0707</c:v>
                </c:pt>
                <c:pt idx="70">
                  <c:v>0.0184</c:v>
                </c:pt>
                <c:pt idx="71">
                  <c:v>0.0747</c:v>
                </c:pt>
                <c:pt idx="72">
                  <c:v>0.0368</c:v>
                </c:pt>
                <c:pt idx="73">
                  <c:v>-0.0044</c:v>
                </c:pt>
                <c:pt idx="74">
                  <c:v>0.0329</c:v>
                </c:pt>
                <c:pt idx="75">
                  <c:v>-0.0226</c:v>
                </c:pt>
                <c:pt idx="76">
                  <c:v>0.0404</c:v>
                </c:pt>
                <c:pt idx="77">
                  <c:v>0.0384</c:v>
                </c:pt>
                <c:pt idx="78">
                  <c:v>0.0015</c:v>
                </c:pt>
                <c:pt idx="79">
                  <c:v>-0.0056</c:v>
                </c:pt>
                <c:pt idx="80">
                  <c:v>0.0274</c:v>
                </c:pt>
                <c:pt idx="81">
                  <c:v>0.0668</c:v>
                </c:pt>
                <c:pt idx="82">
                  <c:v>-0.0287</c:v>
                </c:pt>
                <c:pt idx="83">
                  <c:v>0.0822</c:v>
                </c:pt>
                <c:pt idx="84">
                  <c:v>0.0446</c:v>
                </c:pt>
                <c:pt idx="85">
                  <c:v>0.0032</c:v>
                </c:pt>
                <c:pt idx="86">
                  <c:v>0.1031</c:v>
                </c:pt>
                <c:pt idx="87">
                  <c:v>0.0559</c:v>
                </c:pt>
                <c:pt idx="88">
                  <c:v>0.0907</c:v>
                </c:pt>
                <c:pt idx="89">
                  <c:v>0.0578</c:v>
                </c:pt>
                <c:pt idx="90">
                  <c:v>0.1301</c:v>
                </c:pt>
                <c:pt idx="91">
                  <c:v>0.0849</c:v>
                </c:pt>
                <c:pt idx="92">
                  <c:v>0.1365</c:v>
                </c:pt>
                <c:pt idx="93">
                  <c:v>0.1335</c:v>
                </c:pt>
                <c:pt idx="94">
                  <c:v>0.0891</c:v>
                </c:pt>
                <c:pt idx="95">
                  <c:v>0.0315</c:v>
                </c:pt>
                <c:pt idx="96">
                  <c:v>0.051</c:v>
                </c:pt>
                <c:pt idx="97">
                  <c:v>0.0415</c:v>
                </c:pt>
                <c:pt idx="98">
                  <c:v>-0.0832</c:v>
                </c:pt>
                <c:pt idx="99">
                  <c:v>0.0638</c:v>
                </c:pt>
                <c:pt idx="100">
                  <c:v>-0.0546</c:v>
                </c:pt>
                <c:pt idx="101">
                  <c:v>-0.0581</c:v>
                </c:pt>
                <c:pt idx="102">
                  <c:v>0.0001</c:v>
                </c:pt>
                <c:pt idx="103">
                  <c:v>-0.0211</c:v>
                </c:pt>
                <c:pt idx="104">
                  <c:v>0.0278</c:v>
                </c:pt>
                <c:pt idx="105">
                  <c:v>-0.0192</c:v>
                </c:pt>
                <c:pt idx="106">
                  <c:v>-0.0179</c:v>
                </c:pt>
                <c:pt idx="107">
                  <c:v>-0.0323</c:v>
                </c:pt>
                <c:pt idx="108">
                  <c:v>-0.0015</c:v>
                </c:pt>
                <c:pt idx="109">
                  <c:v>0.0317</c:v>
                </c:pt>
                <c:pt idx="110">
                  <c:v>0.0485</c:v>
                </c:pt>
                <c:pt idx="111">
                  <c:v>-0.0121</c:v>
                </c:pt>
                <c:pt idx="112">
                  <c:v>-0.0257</c:v>
                </c:pt>
                <c:pt idx="113">
                  <c:v>-0.01</c:v>
                </c:pt>
                <c:pt idx="114">
                  <c:v>-0.0871</c:v>
                </c:pt>
                <c:pt idx="115">
                  <c:v>0.0024</c:v>
                </c:pt>
                <c:pt idx="116">
                  <c:v>-0.0172</c:v>
                </c:pt>
                <c:pt idx="117">
                  <c:v>0.0202</c:v>
                </c:pt>
                <c:pt idx="118">
                  <c:v>-0.0482</c:v>
                </c:pt>
                <c:pt idx="119">
                  <c:v>-0.0065</c:v>
                </c:pt>
                <c:pt idx="120">
                  <c:v>-0.0409</c:v>
                </c:pt>
                <c:pt idx="121">
                  <c:v>0.0196</c:v>
                </c:pt>
                <c:pt idx="122">
                  <c:v>-0.0099</c:v>
                </c:pt>
                <c:pt idx="123">
                  <c:v>-0.0376</c:v>
                </c:pt>
                <c:pt idx="124">
                  <c:v>-0.0241</c:v>
                </c:pt>
                <c:pt idx="125">
                  <c:v>0.0312</c:v>
                </c:pt>
                <c:pt idx="126">
                  <c:v>-0.0607</c:v>
                </c:pt>
                <c:pt idx="127">
                  <c:v>0.0668</c:v>
                </c:pt>
                <c:pt idx="128">
                  <c:v>-0.0493</c:v>
                </c:pt>
                <c:pt idx="129">
                  <c:v>0.0267</c:v>
                </c:pt>
                <c:pt idx="130">
                  <c:v>-0.0052</c:v>
                </c:pt>
                <c:pt idx="131">
                  <c:v>-0.0075</c:v>
                </c:pt>
                <c:pt idx="132">
                  <c:v>0.0097</c:v>
                </c:pt>
                <c:pt idx="133">
                  <c:v>-0.0006</c:v>
                </c:pt>
                <c:pt idx="134">
                  <c:v>-0.0041</c:v>
                </c:pt>
                <c:pt idx="135">
                  <c:v>-0.0633</c:v>
                </c:pt>
                <c:pt idx="136">
                  <c:v>-0.0322</c:v>
                </c:pt>
                <c:pt idx="137">
                  <c:v>0.0358</c:v>
                </c:pt>
                <c:pt idx="138">
                  <c:v>0.0048</c:v>
                </c:pt>
                <c:pt idx="139">
                  <c:v>-0.0198</c:v>
                </c:pt>
                <c:pt idx="140">
                  <c:v>-0.0083</c:v>
                </c:pt>
                <c:pt idx="141">
                  <c:v>0.0594</c:v>
                </c:pt>
                <c:pt idx="142">
                  <c:v>-0.0472</c:v>
                </c:pt>
                <c:pt idx="143">
                  <c:v>-0.0712</c:v>
                </c:pt>
                <c:pt idx="144">
                  <c:v>-0.0624</c:v>
                </c:pt>
                <c:pt idx="145">
                  <c:v>-0.0216</c:v>
                </c:pt>
                <c:pt idx="146">
                  <c:v>-0.0511</c:v>
                </c:pt>
                <c:pt idx="147">
                  <c:v>-0.0591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-0.2461</c:v>
                </c:pt>
                <c:pt idx="1">
                  <c:v>-0.3269</c:v>
                </c:pt>
                <c:pt idx="2">
                  <c:v>-0.2312</c:v>
                </c:pt>
                <c:pt idx="3">
                  <c:v>-0.2776</c:v>
                </c:pt>
                <c:pt idx="4">
                  <c:v>-0.1226</c:v>
                </c:pt>
                <c:pt idx="5">
                  <c:v>-0.1313</c:v>
                </c:pt>
                <c:pt idx="6">
                  <c:v>0.0031</c:v>
                </c:pt>
                <c:pt idx="7">
                  <c:v>-0.2247</c:v>
                </c:pt>
                <c:pt idx="8">
                  <c:v>-0.0622</c:v>
                </c:pt>
                <c:pt idx="9">
                  <c:v>-0.0925</c:v>
                </c:pt>
                <c:pt idx="10">
                  <c:v>-0.1831</c:v>
                </c:pt>
                <c:pt idx="11">
                  <c:v>-0.0662</c:v>
                </c:pt>
                <c:pt idx="12">
                  <c:v>0.008</c:v>
                </c:pt>
                <c:pt idx="13">
                  <c:v>-0.0404</c:v>
                </c:pt>
                <c:pt idx="14">
                  <c:v>-0.0036</c:v>
                </c:pt>
                <c:pt idx="15">
                  <c:v>-0.0058</c:v>
                </c:pt>
                <c:pt idx="16">
                  <c:v>0.0361</c:v>
                </c:pt>
                <c:pt idx="17">
                  <c:v>0.0167</c:v>
                </c:pt>
                <c:pt idx="18">
                  <c:v>0.0928</c:v>
                </c:pt>
                <c:pt idx="19">
                  <c:v>-0.0519</c:v>
                </c:pt>
                <c:pt idx="20">
                  <c:v>-0.036</c:v>
                </c:pt>
                <c:pt idx="21">
                  <c:v>0.0172</c:v>
                </c:pt>
                <c:pt idx="22">
                  <c:v>-0.047</c:v>
                </c:pt>
                <c:pt idx="23">
                  <c:v>0.0599</c:v>
                </c:pt>
                <c:pt idx="24">
                  <c:v>0.0586</c:v>
                </c:pt>
                <c:pt idx="25">
                  <c:v>-0.0633</c:v>
                </c:pt>
                <c:pt idx="26">
                  <c:v>0.0883</c:v>
                </c:pt>
                <c:pt idx="27">
                  <c:v>-0.0644</c:v>
                </c:pt>
                <c:pt idx="28">
                  <c:v>0.1627</c:v>
                </c:pt>
                <c:pt idx="29">
                  <c:v>-0.0493</c:v>
                </c:pt>
                <c:pt idx="30">
                  <c:v>0.0512</c:v>
                </c:pt>
                <c:pt idx="31">
                  <c:v>0.104</c:v>
                </c:pt>
                <c:pt idx="32">
                  <c:v>0.0304</c:v>
                </c:pt>
                <c:pt idx="33">
                  <c:v>0.1025</c:v>
                </c:pt>
                <c:pt idx="34">
                  <c:v>-0.0315</c:v>
                </c:pt>
                <c:pt idx="35">
                  <c:v>0.0824</c:v>
                </c:pt>
                <c:pt idx="36">
                  <c:v>0.0327</c:v>
                </c:pt>
                <c:pt idx="37">
                  <c:v>0.115</c:v>
                </c:pt>
                <c:pt idx="38">
                  <c:v>0.09</c:v>
                </c:pt>
                <c:pt idx="39">
                  <c:v>0.079</c:v>
                </c:pt>
                <c:pt idx="40">
                  <c:v>0.0855</c:v>
                </c:pt>
                <c:pt idx="41">
                  <c:v>0.1146</c:v>
                </c:pt>
                <c:pt idx="42">
                  <c:v>0.3576</c:v>
                </c:pt>
                <c:pt idx="43">
                  <c:v>0.2994</c:v>
                </c:pt>
                <c:pt idx="44">
                  <c:v>0.564</c:v>
                </c:pt>
                <c:pt idx="45">
                  <c:v>0.7109</c:v>
                </c:pt>
                <c:pt idx="46">
                  <c:v>1.2887</c:v>
                </c:pt>
                <c:pt idx="47">
                  <c:v>2.1687</c:v>
                </c:pt>
                <c:pt idx="48">
                  <c:v>2.7369</c:v>
                </c:pt>
                <c:pt idx="49">
                  <c:v>2.7888</c:v>
                </c:pt>
                <c:pt idx="50">
                  <c:v>2.3099</c:v>
                </c:pt>
                <c:pt idx="51">
                  <c:v>1.9245</c:v>
                </c:pt>
                <c:pt idx="52">
                  <c:v>1.2907</c:v>
                </c:pt>
                <c:pt idx="53">
                  <c:v>1.0027</c:v>
                </c:pt>
                <c:pt idx="54">
                  <c:v>0.8946</c:v>
                </c:pt>
                <c:pt idx="55">
                  <c:v>0.5988</c:v>
                </c:pt>
                <c:pt idx="56">
                  <c:v>0.4665</c:v>
                </c:pt>
                <c:pt idx="57">
                  <c:v>0.4023</c:v>
                </c:pt>
                <c:pt idx="58">
                  <c:v>0.2328</c:v>
                </c:pt>
                <c:pt idx="59">
                  <c:v>0.1619</c:v>
                </c:pt>
                <c:pt idx="60">
                  <c:v>0.1352</c:v>
                </c:pt>
                <c:pt idx="61">
                  <c:v>0.0702</c:v>
                </c:pt>
                <c:pt idx="62">
                  <c:v>-0.0283</c:v>
                </c:pt>
                <c:pt idx="63">
                  <c:v>0.0436</c:v>
                </c:pt>
                <c:pt idx="64">
                  <c:v>-0.0023</c:v>
                </c:pt>
                <c:pt idx="65">
                  <c:v>0.0576</c:v>
                </c:pt>
                <c:pt idx="66">
                  <c:v>0.1398</c:v>
                </c:pt>
                <c:pt idx="67">
                  <c:v>-0.1164</c:v>
                </c:pt>
                <c:pt idx="68">
                  <c:v>0.1665</c:v>
                </c:pt>
                <c:pt idx="69">
                  <c:v>-0.0279</c:v>
                </c:pt>
                <c:pt idx="70">
                  <c:v>0.0549</c:v>
                </c:pt>
                <c:pt idx="71">
                  <c:v>0.0415</c:v>
                </c:pt>
                <c:pt idx="72">
                  <c:v>0.1532</c:v>
                </c:pt>
                <c:pt idx="73">
                  <c:v>0.1</c:v>
                </c:pt>
                <c:pt idx="74">
                  <c:v>-0.0151</c:v>
                </c:pt>
                <c:pt idx="75">
                  <c:v>0.0981</c:v>
                </c:pt>
                <c:pt idx="76">
                  <c:v>0.001</c:v>
                </c:pt>
                <c:pt idx="77">
                  <c:v>0.0487</c:v>
                </c:pt>
                <c:pt idx="78">
                  <c:v>-0.0244</c:v>
                </c:pt>
                <c:pt idx="79">
                  <c:v>0.1771</c:v>
                </c:pt>
                <c:pt idx="80">
                  <c:v>0.0136</c:v>
                </c:pt>
                <c:pt idx="81">
                  <c:v>0.0259</c:v>
                </c:pt>
                <c:pt idx="82">
                  <c:v>0.1171</c:v>
                </c:pt>
                <c:pt idx="83">
                  <c:v>0.0483</c:v>
                </c:pt>
                <c:pt idx="84">
                  <c:v>0.1445</c:v>
                </c:pt>
                <c:pt idx="85">
                  <c:v>0.0495</c:v>
                </c:pt>
                <c:pt idx="86">
                  <c:v>0.0022</c:v>
                </c:pt>
                <c:pt idx="87">
                  <c:v>0.1459</c:v>
                </c:pt>
                <c:pt idx="88">
                  <c:v>0.018</c:v>
                </c:pt>
                <c:pt idx="89">
                  <c:v>0.0365</c:v>
                </c:pt>
                <c:pt idx="90">
                  <c:v>0.1461</c:v>
                </c:pt>
                <c:pt idx="91">
                  <c:v>0.0129</c:v>
                </c:pt>
                <c:pt idx="92">
                  <c:v>0.0759</c:v>
                </c:pt>
                <c:pt idx="93">
                  <c:v>-0.0597</c:v>
                </c:pt>
                <c:pt idx="94">
                  <c:v>0.1007</c:v>
                </c:pt>
                <c:pt idx="95">
                  <c:v>-0.0185</c:v>
                </c:pt>
                <c:pt idx="96">
                  <c:v>0.0135</c:v>
                </c:pt>
                <c:pt idx="97">
                  <c:v>0.0308</c:v>
                </c:pt>
                <c:pt idx="98">
                  <c:v>0.0945</c:v>
                </c:pt>
                <c:pt idx="99">
                  <c:v>-0.0604</c:v>
                </c:pt>
                <c:pt idx="100">
                  <c:v>0.0089</c:v>
                </c:pt>
                <c:pt idx="101">
                  <c:v>-0.0538</c:v>
                </c:pt>
                <c:pt idx="102">
                  <c:v>-0.0031</c:v>
                </c:pt>
                <c:pt idx="103">
                  <c:v>-0.143</c:v>
                </c:pt>
                <c:pt idx="104">
                  <c:v>0.0932</c:v>
                </c:pt>
                <c:pt idx="105">
                  <c:v>-0.0321</c:v>
                </c:pt>
                <c:pt idx="106">
                  <c:v>-0.1078</c:v>
                </c:pt>
                <c:pt idx="107">
                  <c:v>0.0806</c:v>
                </c:pt>
                <c:pt idx="108">
                  <c:v>-0.0377</c:v>
                </c:pt>
                <c:pt idx="109">
                  <c:v>0.0386</c:v>
                </c:pt>
                <c:pt idx="110">
                  <c:v>-0.0343</c:v>
                </c:pt>
                <c:pt idx="111">
                  <c:v>0.024</c:v>
                </c:pt>
                <c:pt idx="112">
                  <c:v>0.1112</c:v>
                </c:pt>
                <c:pt idx="113">
                  <c:v>0.0609</c:v>
                </c:pt>
                <c:pt idx="114">
                  <c:v>-0.0262</c:v>
                </c:pt>
                <c:pt idx="115">
                  <c:v>-0.0873</c:v>
                </c:pt>
                <c:pt idx="116">
                  <c:v>0.0563</c:v>
                </c:pt>
                <c:pt idx="117">
                  <c:v>-0.0649</c:v>
                </c:pt>
                <c:pt idx="118">
                  <c:v>0.0139</c:v>
                </c:pt>
                <c:pt idx="119">
                  <c:v>-0.0451</c:v>
                </c:pt>
                <c:pt idx="120">
                  <c:v>-0.0323</c:v>
                </c:pt>
                <c:pt idx="121">
                  <c:v>0.038</c:v>
                </c:pt>
                <c:pt idx="122">
                  <c:v>-0.0036</c:v>
                </c:pt>
                <c:pt idx="123">
                  <c:v>0.0819</c:v>
                </c:pt>
                <c:pt idx="124">
                  <c:v>-0.024</c:v>
                </c:pt>
                <c:pt idx="125">
                  <c:v>-0.0326</c:v>
                </c:pt>
                <c:pt idx="126">
                  <c:v>-0.0167</c:v>
                </c:pt>
                <c:pt idx="127">
                  <c:v>-0.1001</c:v>
                </c:pt>
                <c:pt idx="128">
                  <c:v>0.1152</c:v>
                </c:pt>
                <c:pt idx="129">
                  <c:v>-0.16</c:v>
                </c:pt>
                <c:pt idx="130">
                  <c:v>-0.0099</c:v>
                </c:pt>
                <c:pt idx="131">
                  <c:v>0.0232</c:v>
                </c:pt>
                <c:pt idx="132">
                  <c:v>-0.1027</c:v>
                </c:pt>
                <c:pt idx="133">
                  <c:v>-0.0296</c:v>
                </c:pt>
                <c:pt idx="134">
                  <c:v>-0.0001</c:v>
                </c:pt>
                <c:pt idx="135">
                  <c:v>-0.1414</c:v>
                </c:pt>
                <c:pt idx="136">
                  <c:v>-0.0332</c:v>
                </c:pt>
                <c:pt idx="137">
                  <c:v>-0.0365</c:v>
                </c:pt>
                <c:pt idx="138">
                  <c:v>0.0094</c:v>
                </c:pt>
                <c:pt idx="139">
                  <c:v>-0.062</c:v>
                </c:pt>
                <c:pt idx="140">
                  <c:v>-0.0862</c:v>
                </c:pt>
                <c:pt idx="141">
                  <c:v>-0.0207</c:v>
                </c:pt>
                <c:pt idx="142">
                  <c:v>-0.1158</c:v>
                </c:pt>
                <c:pt idx="143">
                  <c:v>-0.0372</c:v>
                </c:pt>
                <c:pt idx="144">
                  <c:v>-0.1108</c:v>
                </c:pt>
                <c:pt idx="145">
                  <c:v>-0.0726</c:v>
                </c:pt>
                <c:pt idx="146">
                  <c:v>-0.0197</c:v>
                </c:pt>
                <c:pt idx="147">
                  <c:v>-0.0585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0.5"/>
        <c:auto val="1"/>
        <c:lblAlgn val="ctr"/>
        <c:noMultiLvlLbl val="1"/>
        <c:majorUnit val="200"/>
      </c:valAx>
      <c:valAx>
        <c:axId val="2094734552"/>
        <c:scaling>
          <c:orientation val="minMax"/>
          <c:max val="3"/>
          <c:min val="-0.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EPS 준불연  1.02 · 1.15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6"/>
          <c:w val="0.84"/>
          <c:h val="0.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-0.0031</c:v>
                </c:pt>
                <c:pt idx="1">
                  <c:v>-0.0055</c:v>
                </c:pt>
                <c:pt idx="2">
                  <c:v>-0.0057</c:v>
                </c:pt>
                <c:pt idx="3">
                  <c:v>-0.0097</c:v>
                </c:pt>
                <c:pt idx="4">
                  <c:v>0.0095</c:v>
                </c:pt>
                <c:pt idx="5">
                  <c:v>0.0034</c:v>
                </c:pt>
                <c:pt idx="6">
                  <c:v>0.008</c:v>
                </c:pt>
                <c:pt idx="7">
                  <c:v>0.0101</c:v>
                </c:pt>
                <c:pt idx="8">
                  <c:v>0.0147</c:v>
                </c:pt>
                <c:pt idx="9">
                  <c:v>0.0246</c:v>
                </c:pt>
                <c:pt idx="10">
                  <c:v>0.0413</c:v>
                </c:pt>
                <c:pt idx="11">
                  <c:v>0.0572</c:v>
                </c:pt>
                <c:pt idx="12">
                  <c:v>0.0325</c:v>
                </c:pt>
                <c:pt idx="13">
                  <c:v>0.0199</c:v>
                </c:pt>
                <c:pt idx="14">
                  <c:v>0.0219</c:v>
                </c:pt>
                <c:pt idx="15">
                  <c:v>0.0092</c:v>
                </c:pt>
                <c:pt idx="16">
                  <c:v>0.0153</c:v>
                </c:pt>
                <c:pt idx="17">
                  <c:v>0.0215</c:v>
                </c:pt>
                <c:pt idx="18">
                  <c:v>0.0094</c:v>
                </c:pt>
                <c:pt idx="19">
                  <c:v>0.017</c:v>
                </c:pt>
                <c:pt idx="20">
                  <c:v>0.0199</c:v>
                </c:pt>
                <c:pt idx="21">
                  <c:v>0.0201</c:v>
                </c:pt>
                <c:pt idx="22">
                  <c:v>0.0189</c:v>
                </c:pt>
                <c:pt idx="23">
                  <c:v>0.0153</c:v>
                </c:pt>
                <c:pt idx="24">
                  <c:v>0.0202</c:v>
                </c:pt>
                <c:pt idx="25">
                  <c:v>0.0231</c:v>
                </c:pt>
                <c:pt idx="26">
                  <c:v>0.0174</c:v>
                </c:pt>
                <c:pt idx="27">
                  <c:v>0.0287</c:v>
                </c:pt>
                <c:pt idx="28">
                  <c:v>0.0123</c:v>
                </c:pt>
                <c:pt idx="29">
                  <c:v>0.0185</c:v>
                </c:pt>
                <c:pt idx="30">
                  <c:v>0.0186</c:v>
                </c:pt>
                <c:pt idx="31">
                  <c:v>0.0169</c:v>
                </c:pt>
                <c:pt idx="32">
                  <c:v>0.0274</c:v>
                </c:pt>
                <c:pt idx="33">
                  <c:v>0.0292</c:v>
                </c:pt>
                <c:pt idx="34">
                  <c:v>0.0504</c:v>
                </c:pt>
                <c:pt idx="35">
                  <c:v>0.0614</c:v>
                </c:pt>
                <c:pt idx="36">
                  <c:v>0.0619</c:v>
                </c:pt>
                <c:pt idx="37">
                  <c:v>0.0987</c:v>
                </c:pt>
                <c:pt idx="38">
                  <c:v>0.1045</c:v>
                </c:pt>
                <c:pt idx="39">
                  <c:v>0.1083</c:v>
                </c:pt>
                <c:pt idx="40">
                  <c:v>0.1325</c:v>
                </c:pt>
                <c:pt idx="41">
                  <c:v>0.124</c:v>
                </c:pt>
                <c:pt idx="42">
                  <c:v>0.1077</c:v>
                </c:pt>
                <c:pt idx="43">
                  <c:v>0.1252</c:v>
                </c:pt>
                <c:pt idx="44">
                  <c:v>0.1091</c:v>
                </c:pt>
                <c:pt idx="45">
                  <c:v>0.113</c:v>
                </c:pt>
                <c:pt idx="46">
                  <c:v>0.1074</c:v>
                </c:pt>
                <c:pt idx="47">
                  <c:v>0.0915</c:v>
                </c:pt>
                <c:pt idx="48">
                  <c:v>0.0993</c:v>
                </c:pt>
                <c:pt idx="49">
                  <c:v>0.098</c:v>
                </c:pt>
                <c:pt idx="50">
                  <c:v>0.1101</c:v>
                </c:pt>
                <c:pt idx="51">
                  <c:v>0.1079</c:v>
                </c:pt>
                <c:pt idx="52">
                  <c:v>0.1178</c:v>
                </c:pt>
                <c:pt idx="53">
                  <c:v>0.1274</c:v>
                </c:pt>
                <c:pt idx="54">
                  <c:v>0.1301</c:v>
                </c:pt>
                <c:pt idx="55">
                  <c:v>0.1476</c:v>
                </c:pt>
                <c:pt idx="56">
                  <c:v>0.151</c:v>
                </c:pt>
                <c:pt idx="57">
                  <c:v>0.1846</c:v>
                </c:pt>
                <c:pt idx="58">
                  <c:v>0.2023</c:v>
                </c:pt>
                <c:pt idx="59">
                  <c:v>0.2258</c:v>
                </c:pt>
                <c:pt idx="60">
                  <c:v>0.2686</c:v>
                </c:pt>
                <c:pt idx="61">
                  <c:v>0.3009</c:v>
                </c:pt>
                <c:pt idx="62">
                  <c:v>0.3473</c:v>
                </c:pt>
                <c:pt idx="63">
                  <c:v>0.397</c:v>
                </c:pt>
                <c:pt idx="64">
                  <c:v>0.4621</c:v>
                </c:pt>
                <c:pt idx="65">
                  <c:v>0.5361</c:v>
                </c:pt>
                <c:pt idx="66">
                  <c:v>0.6046</c:v>
                </c:pt>
                <c:pt idx="67">
                  <c:v>0.7024</c:v>
                </c:pt>
                <c:pt idx="68">
                  <c:v>0.7972</c:v>
                </c:pt>
                <c:pt idx="69">
                  <c:v>0.8834</c:v>
                </c:pt>
                <c:pt idx="70">
                  <c:v>0.9725</c:v>
                </c:pt>
                <c:pt idx="71">
                  <c:v>1.0109</c:v>
                </c:pt>
                <c:pt idx="72">
                  <c:v>1.0594</c:v>
                </c:pt>
                <c:pt idx="73">
                  <c:v>1.1033</c:v>
                </c:pt>
                <c:pt idx="74">
                  <c:v>1.1215</c:v>
                </c:pt>
                <c:pt idx="75">
                  <c:v>1.1319</c:v>
                </c:pt>
                <c:pt idx="76">
                  <c:v>1.089</c:v>
                </c:pt>
                <c:pt idx="77">
                  <c:v>0.9458</c:v>
                </c:pt>
                <c:pt idx="78">
                  <c:v>0.6149</c:v>
                </c:pt>
                <c:pt idx="79">
                  <c:v>0.23</c:v>
                </c:pt>
                <c:pt idx="80">
                  <c:v>0.0524</c:v>
                </c:pt>
                <c:pt idx="81">
                  <c:v>0.0331</c:v>
                </c:pt>
                <c:pt idx="82">
                  <c:v>0.0318</c:v>
                </c:pt>
                <c:pt idx="83">
                  <c:v>0.0283</c:v>
                </c:pt>
                <c:pt idx="84">
                  <c:v>0.0412</c:v>
                </c:pt>
                <c:pt idx="85">
                  <c:v>0.0278</c:v>
                </c:pt>
                <c:pt idx="86">
                  <c:v>0.0241</c:v>
                </c:pt>
                <c:pt idx="87">
                  <c:v>0.0345</c:v>
                </c:pt>
                <c:pt idx="88">
                  <c:v>0.0304</c:v>
                </c:pt>
                <c:pt idx="89">
                  <c:v>0.0354</c:v>
                </c:pt>
                <c:pt idx="90">
                  <c:v>0.0222</c:v>
                </c:pt>
                <c:pt idx="91">
                  <c:v>0.0266</c:v>
                </c:pt>
                <c:pt idx="92">
                  <c:v>0.0236</c:v>
                </c:pt>
                <c:pt idx="93">
                  <c:v>0.0305</c:v>
                </c:pt>
                <c:pt idx="94">
                  <c:v>0.0188</c:v>
                </c:pt>
                <c:pt idx="95">
                  <c:v>0.0243</c:v>
                </c:pt>
                <c:pt idx="96">
                  <c:v>0.0173</c:v>
                </c:pt>
                <c:pt idx="97">
                  <c:v>0.0242</c:v>
                </c:pt>
                <c:pt idx="98">
                  <c:v>0.0174</c:v>
                </c:pt>
                <c:pt idx="99">
                  <c:v>0.0196</c:v>
                </c:pt>
                <c:pt idx="100">
                  <c:v>0.0284</c:v>
                </c:pt>
                <c:pt idx="101">
                  <c:v>0.0235</c:v>
                </c:pt>
                <c:pt idx="102">
                  <c:v>0.019</c:v>
                </c:pt>
                <c:pt idx="103">
                  <c:v>0.0271</c:v>
                </c:pt>
                <c:pt idx="104">
                  <c:v>0.027</c:v>
                </c:pt>
                <c:pt idx="105">
                  <c:v>0.0294</c:v>
                </c:pt>
                <c:pt idx="106">
                  <c:v>0.0309</c:v>
                </c:pt>
                <c:pt idx="107">
                  <c:v>0.0294</c:v>
                </c:pt>
                <c:pt idx="108">
                  <c:v>0.0257</c:v>
                </c:pt>
                <c:pt idx="109">
                  <c:v>0.0415</c:v>
                </c:pt>
                <c:pt idx="110">
                  <c:v>0.0337</c:v>
                </c:pt>
                <c:pt idx="111">
                  <c:v>0.0447</c:v>
                </c:pt>
                <c:pt idx="112">
                  <c:v>0.0315</c:v>
                </c:pt>
                <c:pt idx="113">
                  <c:v>0.0472</c:v>
                </c:pt>
                <c:pt idx="114">
                  <c:v>0.0444</c:v>
                </c:pt>
                <c:pt idx="115">
                  <c:v>0.0421</c:v>
                </c:pt>
                <c:pt idx="116">
                  <c:v>0.0408</c:v>
                </c:pt>
                <c:pt idx="117">
                  <c:v>0.0403</c:v>
                </c:pt>
                <c:pt idx="118">
                  <c:v>0.035</c:v>
                </c:pt>
                <c:pt idx="119">
                  <c:v>0.0422</c:v>
                </c:pt>
                <c:pt idx="120">
                  <c:v>0.041</c:v>
                </c:pt>
                <c:pt idx="121">
                  <c:v>0.0357</c:v>
                </c:pt>
                <c:pt idx="122">
                  <c:v>0.0321</c:v>
                </c:pt>
                <c:pt idx="123">
                  <c:v>0.0355</c:v>
                </c:pt>
                <c:pt idx="124">
                  <c:v>0.0323</c:v>
                </c:pt>
                <c:pt idx="125">
                  <c:v>0.0331</c:v>
                </c:pt>
                <c:pt idx="126">
                  <c:v>0.0243</c:v>
                </c:pt>
                <c:pt idx="127">
                  <c:v>0.0269</c:v>
                </c:pt>
                <c:pt idx="128">
                  <c:v>0.0287</c:v>
                </c:pt>
                <c:pt idx="129">
                  <c:v>0.0207</c:v>
                </c:pt>
                <c:pt idx="130">
                  <c:v>0.02</c:v>
                </c:pt>
                <c:pt idx="131">
                  <c:v>0.0176</c:v>
                </c:pt>
                <c:pt idx="132">
                  <c:v>0.0156</c:v>
                </c:pt>
                <c:pt idx="133">
                  <c:v>0.0128</c:v>
                </c:pt>
                <c:pt idx="134">
                  <c:v>0.0174</c:v>
                </c:pt>
                <c:pt idx="135">
                  <c:v>0.0098</c:v>
                </c:pt>
                <c:pt idx="136">
                  <c:v>0.0239</c:v>
                </c:pt>
                <c:pt idx="137">
                  <c:v>0.007</c:v>
                </c:pt>
                <c:pt idx="138">
                  <c:v>0.0175</c:v>
                </c:pt>
                <c:pt idx="139">
                  <c:v>0.0153</c:v>
                </c:pt>
                <c:pt idx="140">
                  <c:v>0.0063</c:v>
                </c:pt>
                <c:pt idx="141">
                  <c:v>0.0169</c:v>
                </c:pt>
                <c:pt idx="142">
                  <c:v>0.0062</c:v>
                </c:pt>
                <c:pt idx="143">
                  <c:v>0.015</c:v>
                </c:pt>
                <c:pt idx="144">
                  <c:v>0.0161</c:v>
                </c:pt>
                <c:pt idx="145">
                  <c:v>0.009</c:v>
                </c:pt>
                <c:pt idx="146">
                  <c:v>0.0103</c:v>
                </c:pt>
                <c:pt idx="147">
                  <c:v>0.0165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-0.0538</c:v>
                </c:pt>
                <c:pt idx="1">
                  <c:v>-0.0395</c:v>
                </c:pt>
                <c:pt idx="2">
                  <c:v>0.0055</c:v>
                </c:pt>
                <c:pt idx="3">
                  <c:v>-0.0218</c:v>
                </c:pt>
                <c:pt idx="4">
                  <c:v>-0.0056</c:v>
                </c:pt>
                <c:pt idx="5">
                  <c:v>-0.0184</c:v>
                </c:pt>
                <c:pt idx="6">
                  <c:v>0.0026</c:v>
                </c:pt>
                <c:pt idx="7">
                  <c:v>-0.0048</c:v>
                </c:pt>
                <c:pt idx="8">
                  <c:v>0.0466</c:v>
                </c:pt>
                <c:pt idx="9">
                  <c:v>0.0222</c:v>
                </c:pt>
                <c:pt idx="10">
                  <c:v>0.0331</c:v>
                </c:pt>
                <c:pt idx="11">
                  <c:v>0.0241</c:v>
                </c:pt>
                <c:pt idx="12">
                  <c:v>0.0347</c:v>
                </c:pt>
                <c:pt idx="13">
                  <c:v>0.0593</c:v>
                </c:pt>
                <c:pt idx="14">
                  <c:v>0.0278</c:v>
                </c:pt>
                <c:pt idx="15">
                  <c:v>0.0528</c:v>
                </c:pt>
                <c:pt idx="16">
                  <c:v>0.0741</c:v>
                </c:pt>
                <c:pt idx="17">
                  <c:v>0.027</c:v>
                </c:pt>
                <c:pt idx="18">
                  <c:v>0.0342</c:v>
                </c:pt>
                <c:pt idx="19">
                  <c:v>0.045</c:v>
                </c:pt>
                <c:pt idx="20">
                  <c:v>0.0246</c:v>
                </c:pt>
                <c:pt idx="21">
                  <c:v>0.0558</c:v>
                </c:pt>
                <c:pt idx="22">
                  <c:v>0.0133</c:v>
                </c:pt>
                <c:pt idx="23">
                  <c:v>0.0225</c:v>
                </c:pt>
                <c:pt idx="24">
                  <c:v>0.0379</c:v>
                </c:pt>
                <c:pt idx="25">
                  <c:v>0.0128</c:v>
                </c:pt>
                <c:pt idx="26">
                  <c:v>0.0633</c:v>
                </c:pt>
                <c:pt idx="27">
                  <c:v>0.0269</c:v>
                </c:pt>
                <c:pt idx="28">
                  <c:v>0.0358</c:v>
                </c:pt>
                <c:pt idx="29">
                  <c:v>0.0604</c:v>
                </c:pt>
                <c:pt idx="30">
                  <c:v>0.0176</c:v>
                </c:pt>
                <c:pt idx="31">
                  <c:v>0.0554</c:v>
                </c:pt>
                <c:pt idx="32">
                  <c:v>0.0259</c:v>
                </c:pt>
                <c:pt idx="33">
                  <c:v>0.0726</c:v>
                </c:pt>
                <c:pt idx="34">
                  <c:v>0.0719</c:v>
                </c:pt>
                <c:pt idx="35">
                  <c:v>0.0676</c:v>
                </c:pt>
                <c:pt idx="36">
                  <c:v>0.0906</c:v>
                </c:pt>
                <c:pt idx="37">
                  <c:v>0.1306</c:v>
                </c:pt>
                <c:pt idx="38">
                  <c:v>0.1157</c:v>
                </c:pt>
                <c:pt idx="39">
                  <c:v>0.1679</c:v>
                </c:pt>
                <c:pt idx="40">
                  <c:v>0.1523</c:v>
                </c:pt>
                <c:pt idx="41">
                  <c:v>0.1313</c:v>
                </c:pt>
                <c:pt idx="42">
                  <c:v>0.13</c:v>
                </c:pt>
                <c:pt idx="43">
                  <c:v>0.1124</c:v>
                </c:pt>
                <c:pt idx="44">
                  <c:v>0.1281</c:v>
                </c:pt>
                <c:pt idx="45">
                  <c:v>0.0974</c:v>
                </c:pt>
                <c:pt idx="46">
                  <c:v>0.1331</c:v>
                </c:pt>
                <c:pt idx="47">
                  <c:v>0.1065</c:v>
                </c:pt>
                <c:pt idx="48">
                  <c:v>0.0928</c:v>
                </c:pt>
                <c:pt idx="49">
                  <c:v>0.1259</c:v>
                </c:pt>
                <c:pt idx="50">
                  <c:v>0.1138</c:v>
                </c:pt>
                <c:pt idx="51">
                  <c:v>0.133</c:v>
                </c:pt>
                <c:pt idx="52">
                  <c:v>0.1134</c:v>
                </c:pt>
                <c:pt idx="53">
                  <c:v>0.1262</c:v>
                </c:pt>
                <c:pt idx="54">
                  <c:v>0.125</c:v>
                </c:pt>
                <c:pt idx="55">
                  <c:v>0.1536</c:v>
                </c:pt>
                <c:pt idx="56">
                  <c:v>0.1924</c:v>
                </c:pt>
                <c:pt idx="57">
                  <c:v>0.1402</c:v>
                </c:pt>
                <c:pt idx="58">
                  <c:v>0.2143</c:v>
                </c:pt>
                <c:pt idx="59">
                  <c:v>0.1807</c:v>
                </c:pt>
                <c:pt idx="60">
                  <c:v>0.2076</c:v>
                </c:pt>
                <c:pt idx="61">
                  <c:v>0.2588</c:v>
                </c:pt>
                <c:pt idx="62">
                  <c:v>0.2717</c:v>
                </c:pt>
                <c:pt idx="63">
                  <c:v>0.3301</c:v>
                </c:pt>
                <c:pt idx="64">
                  <c:v>0.3521</c:v>
                </c:pt>
                <c:pt idx="65">
                  <c:v>0.4713</c:v>
                </c:pt>
                <c:pt idx="66">
                  <c:v>0.5598</c:v>
                </c:pt>
                <c:pt idx="67">
                  <c:v>0.657</c:v>
                </c:pt>
                <c:pt idx="68">
                  <c:v>0.7083</c:v>
                </c:pt>
                <c:pt idx="69">
                  <c:v>0.8357</c:v>
                </c:pt>
                <c:pt idx="70">
                  <c:v>0.8818</c:v>
                </c:pt>
                <c:pt idx="71">
                  <c:v>0.9938</c:v>
                </c:pt>
                <c:pt idx="72">
                  <c:v>0.9923</c:v>
                </c:pt>
                <c:pt idx="73">
                  <c:v>1.0715</c:v>
                </c:pt>
                <c:pt idx="74">
                  <c:v>1.1222</c:v>
                </c:pt>
                <c:pt idx="75">
                  <c:v>1.1452</c:v>
                </c:pt>
                <c:pt idx="76">
                  <c:v>1.134</c:v>
                </c:pt>
                <c:pt idx="77">
                  <c:v>1.0692</c:v>
                </c:pt>
                <c:pt idx="78">
                  <c:v>0.7993</c:v>
                </c:pt>
                <c:pt idx="79">
                  <c:v>0.3234</c:v>
                </c:pt>
                <c:pt idx="80">
                  <c:v>0.0472</c:v>
                </c:pt>
                <c:pt idx="81">
                  <c:v>0.0387</c:v>
                </c:pt>
                <c:pt idx="82">
                  <c:v>0.0406</c:v>
                </c:pt>
                <c:pt idx="83">
                  <c:v>0.0434</c:v>
                </c:pt>
                <c:pt idx="84">
                  <c:v>0.0596</c:v>
                </c:pt>
                <c:pt idx="85">
                  <c:v>0.05</c:v>
                </c:pt>
                <c:pt idx="86">
                  <c:v>0.0376</c:v>
                </c:pt>
                <c:pt idx="87">
                  <c:v>0.0364</c:v>
                </c:pt>
                <c:pt idx="88">
                  <c:v>0.0336</c:v>
                </c:pt>
                <c:pt idx="89">
                  <c:v>0.0481</c:v>
                </c:pt>
                <c:pt idx="90">
                  <c:v>0.0218</c:v>
                </c:pt>
                <c:pt idx="91">
                  <c:v>0.0445</c:v>
                </c:pt>
                <c:pt idx="92">
                  <c:v>0.0133</c:v>
                </c:pt>
                <c:pt idx="93">
                  <c:v>0.0417</c:v>
                </c:pt>
                <c:pt idx="94">
                  <c:v>0.0038</c:v>
                </c:pt>
                <c:pt idx="95">
                  <c:v>0.0407</c:v>
                </c:pt>
                <c:pt idx="96">
                  <c:v>0.0367</c:v>
                </c:pt>
                <c:pt idx="97">
                  <c:v>0.0581</c:v>
                </c:pt>
                <c:pt idx="98">
                  <c:v>0.028</c:v>
                </c:pt>
                <c:pt idx="99">
                  <c:v>0.0141</c:v>
                </c:pt>
                <c:pt idx="100">
                  <c:v>0.0435</c:v>
                </c:pt>
                <c:pt idx="101">
                  <c:v>0.0083</c:v>
                </c:pt>
                <c:pt idx="102">
                  <c:v>0.0298</c:v>
                </c:pt>
                <c:pt idx="103">
                  <c:v>0.0207</c:v>
                </c:pt>
                <c:pt idx="104">
                  <c:v>0.015</c:v>
                </c:pt>
                <c:pt idx="105">
                  <c:v>0.0567</c:v>
                </c:pt>
                <c:pt idx="106">
                  <c:v>0.0234</c:v>
                </c:pt>
                <c:pt idx="107">
                  <c:v>0.0347</c:v>
                </c:pt>
                <c:pt idx="108">
                  <c:v>0.0019</c:v>
                </c:pt>
                <c:pt idx="109">
                  <c:v>0.0471</c:v>
                </c:pt>
                <c:pt idx="110">
                  <c:v>0.0313</c:v>
                </c:pt>
                <c:pt idx="111">
                  <c:v>0.0442</c:v>
                </c:pt>
                <c:pt idx="112">
                  <c:v>0.0183</c:v>
                </c:pt>
                <c:pt idx="113">
                  <c:v>0.0297</c:v>
                </c:pt>
                <c:pt idx="114">
                  <c:v>0.0449</c:v>
                </c:pt>
                <c:pt idx="115">
                  <c:v>0.0461</c:v>
                </c:pt>
                <c:pt idx="116">
                  <c:v>0.0457</c:v>
                </c:pt>
                <c:pt idx="117">
                  <c:v>0.0611</c:v>
                </c:pt>
                <c:pt idx="118">
                  <c:v>0.0441</c:v>
                </c:pt>
                <c:pt idx="119">
                  <c:v>0.0502</c:v>
                </c:pt>
                <c:pt idx="120">
                  <c:v>0.0211</c:v>
                </c:pt>
                <c:pt idx="121">
                  <c:v>0.0245</c:v>
                </c:pt>
                <c:pt idx="122">
                  <c:v>0.0325</c:v>
                </c:pt>
                <c:pt idx="123">
                  <c:v>0.0048</c:v>
                </c:pt>
                <c:pt idx="124">
                  <c:v>0.0285</c:v>
                </c:pt>
                <c:pt idx="125">
                  <c:v>0.0184</c:v>
                </c:pt>
                <c:pt idx="126">
                  <c:v>0.0139</c:v>
                </c:pt>
                <c:pt idx="127">
                  <c:v>0.0182</c:v>
                </c:pt>
                <c:pt idx="128">
                  <c:v>0.0213</c:v>
                </c:pt>
                <c:pt idx="129">
                  <c:v>0.024</c:v>
                </c:pt>
                <c:pt idx="130">
                  <c:v>0.0277</c:v>
                </c:pt>
                <c:pt idx="131">
                  <c:v>0.0293</c:v>
                </c:pt>
                <c:pt idx="132">
                  <c:v>-0.0002</c:v>
                </c:pt>
                <c:pt idx="133">
                  <c:v>0.0196</c:v>
                </c:pt>
                <c:pt idx="134">
                  <c:v>-0.0261</c:v>
                </c:pt>
                <c:pt idx="135">
                  <c:v>-0.0029</c:v>
                </c:pt>
                <c:pt idx="136">
                  <c:v>-0.0012</c:v>
                </c:pt>
                <c:pt idx="137">
                  <c:v>0.0003</c:v>
                </c:pt>
                <c:pt idx="138">
                  <c:v>0.0279</c:v>
                </c:pt>
                <c:pt idx="139">
                  <c:v>0.0056</c:v>
                </c:pt>
                <c:pt idx="140">
                  <c:v>0.0096</c:v>
                </c:pt>
                <c:pt idx="141">
                  <c:v>0.0007</c:v>
                </c:pt>
                <c:pt idx="142">
                  <c:v>0.0128</c:v>
                </c:pt>
                <c:pt idx="143">
                  <c:v>0.0028</c:v>
                </c:pt>
                <c:pt idx="144">
                  <c:v>0.0015</c:v>
                </c:pt>
                <c:pt idx="145">
                  <c:v>0.0184</c:v>
                </c:pt>
                <c:pt idx="146">
                  <c:v>0.0348</c:v>
                </c:pt>
                <c:pt idx="147">
                  <c:v>-0.0678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-0.0559</c:v>
                </c:pt>
                <c:pt idx="1">
                  <c:v>-0.0302</c:v>
                </c:pt>
                <c:pt idx="2">
                  <c:v>-0.0442</c:v>
                </c:pt>
                <c:pt idx="3">
                  <c:v>-0.0319</c:v>
                </c:pt>
                <c:pt idx="4">
                  <c:v>-0.02</c:v>
                </c:pt>
                <c:pt idx="5">
                  <c:v>-0.0146</c:v>
                </c:pt>
                <c:pt idx="6">
                  <c:v>0.0044</c:v>
                </c:pt>
                <c:pt idx="7">
                  <c:v>-0.0129</c:v>
                </c:pt>
                <c:pt idx="8">
                  <c:v>-0.0159</c:v>
                </c:pt>
                <c:pt idx="9">
                  <c:v>0.0014</c:v>
                </c:pt>
                <c:pt idx="10">
                  <c:v>-0.0437</c:v>
                </c:pt>
                <c:pt idx="11">
                  <c:v>-0.0188</c:v>
                </c:pt>
                <c:pt idx="12">
                  <c:v>0.0531</c:v>
                </c:pt>
                <c:pt idx="13">
                  <c:v>0.0211</c:v>
                </c:pt>
                <c:pt idx="14">
                  <c:v>0.0563</c:v>
                </c:pt>
                <c:pt idx="15">
                  <c:v>0.0421</c:v>
                </c:pt>
                <c:pt idx="16">
                  <c:v>0.043</c:v>
                </c:pt>
                <c:pt idx="17">
                  <c:v>0.0129</c:v>
                </c:pt>
                <c:pt idx="18">
                  <c:v>0.0047</c:v>
                </c:pt>
                <c:pt idx="19">
                  <c:v>0.0186</c:v>
                </c:pt>
                <c:pt idx="20">
                  <c:v>0.0265</c:v>
                </c:pt>
                <c:pt idx="21">
                  <c:v>0.0108</c:v>
                </c:pt>
                <c:pt idx="22">
                  <c:v>0.0187</c:v>
                </c:pt>
                <c:pt idx="23">
                  <c:v>0.0052</c:v>
                </c:pt>
                <c:pt idx="24">
                  <c:v>0.013</c:v>
                </c:pt>
                <c:pt idx="25">
                  <c:v>0.0149</c:v>
                </c:pt>
                <c:pt idx="26">
                  <c:v>0.0022</c:v>
                </c:pt>
                <c:pt idx="27">
                  <c:v>0.0162</c:v>
                </c:pt>
                <c:pt idx="28">
                  <c:v>0.0226</c:v>
                </c:pt>
                <c:pt idx="29">
                  <c:v>0.0451</c:v>
                </c:pt>
                <c:pt idx="30">
                  <c:v>0.0801</c:v>
                </c:pt>
                <c:pt idx="31">
                  <c:v>0.0527</c:v>
                </c:pt>
                <c:pt idx="32">
                  <c:v>0.0348</c:v>
                </c:pt>
                <c:pt idx="33">
                  <c:v>0.07</c:v>
                </c:pt>
                <c:pt idx="34">
                  <c:v>0.107</c:v>
                </c:pt>
                <c:pt idx="35">
                  <c:v>0.1181</c:v>
                </c:pt>
                <c:pt idx="36">
                  <c:v>0.1282</c:v>
                </c:pt>
                <c:pt idx="37">
                  <c:v>0.1148</c:v>
                </c:pt>
                <c:pt idx="38">
                  <c:v>0.199</c:v>
                </c:pt>
                <c:pt idx="39">
                  <c:v>0.1351</c:v>
                </c:pt>
                <c:pt idx="40">
                  <c:v>0.1293</c:v>
                </c:pt>
                <c:pt idx="41">
                  <c:v>0.1353</c:v>
                </c:pt>
                <c:pt idx="42">
                  <c:v>0.1087</c:v>
                </c:pt>
                <c:pt idx="43">
                  <c:v>0.1339</c:v>
                </c:pt>
                <c:pt idx="44">
                  <c:v>0.1143</c:v>
                </c:pt>
                <c:pt idx="45">
                  <c:v>0.1269</c:v>
                </c:pt>
                <c:pt idx="46">
                  <c:v>0.1343</c:v>
                </c:pt>
                <c:pt idx="47">
                  <c:v>0.158</c:v>
                </c:pt>
                <c:pt idx="48">
                  <c:v>0.163</c:v>
                </c:pt>
                <c:pt idx="49">
                  <c:v>0.222</c:v>
                </c:pt>
                <c:pt idx="50">
                  <c:v>0.2683</c:v>
                </c:pt>
                <c:pt idx="51">
                  <c:v>0.3606</c:v>
                </c:pt>
                <c:pt idx="52">
                  <c:v>0.4572</c:v>
                </c:pt>
                <c:pt idx="53">
                  <c:v>0.5637</c:v>
                </c:pt>
                <c:pt idx="54">
                  <c:v>0.6802</c:v>
                </c:pt>
                <c:pt idx="55">
                  <c:v>0.8041</c:v>
                </c:pt>
                <c:pt idx="56">
                  <c:v>0.9105</c:v>
                </c:pt>
                <c:pt idx="57">
                  <c:v>0.9807</c:v>
                </c:pt>
                <c:pt idx="58">
                  <c:v>1.0487</c:v>
                </c:pt>
                <c:pt idx="59">
                  <c:v>1.0329</c:v>
                </c:pt>
                <c:pt idx="60">
                  <c:v>0.9976</c:v>
                </c:pt>
                <c:pt idx="61">
                  <c:v>0.8898</c:v>
                </c:pt>
                <c:pt idx="62">
                  <c:v>0.7348</c:v>
                </c:pt>
                <c:pt idx="63">
                  <c:v>0.5233</c:v>
                </c:pt>
                <c:pt idx="64">
                  <c:v>0.3355</c:v>
                </c:pt>
                <c:pt idx="65">
                  <c:v>0.1896</c:v>
                </c:pt>
                <c:pt idx="66">
                  <c:v>0.1106</c:v>
                </c:pt>
                <c:pt idx="67">
                  <c:v>0.07</c:v>
                </c:pt>
                <c:pt idx="68">
                  <c:v>0.0817</c:v>
                </c:pt>
                <c:pt idx="69">
                  <c:v>0.0531</c:v>
                </c:pt>
                <c:pt idx="70">
                  <c:v>0.0599</c:v>
                </c:pt>
                <c:pt idx="71">
                  <c:v>0.0522</c:v>
                </c:pt>
                <c:pt idx="72">
                  <c:v>0.0646</c:v>
                </c:pt>
                <c:pt idx="73">
                  <c:v>0.0452</c:v>
                </c:pt>
                <c:pt idx="74">
                  <c:v>0.0488</c:v>
                </c:pt>
                <c:pt idx="75">
                  <c:v>0.0591</c:v>
                </c:pt>
                <c:pt idx="76">
                  <c:v>0.048</c:v>
                </c:pt>
                <c:pt idx="77">
                  <c:v>0.0465</c:v>
                </c:pt>
                <c:pt idx="78">
                  <c:v>0.0744</c:v>
                </c:pt>
                <c:pt idx="79">
                  <c:v>0.0621</c:v>
                </c:pt>
                <c:pt idx="80">
                  <c:v>0.0587</c:v>
                </c:pt>
                <c:pt idx="81">
                  <c:v>0.0679</c:v>
                </c:pt>
                <c:pt idx="82">
                  <c:v>0.0694</c:v>
                </c:pt>
                <c:pt idx="83">
                  <c:v>0.0842</c:v>
                </c:pt>
                <c:pt idx="84">
                  <c:v>0.0741</c:v>
                </c:pt>
                <c:pt idx="85">
                  <c:v>0.0903</c:v>
                </c:pt>
                <c:pt idx="86">
                  <c:v>0.0932</c:v>
                </c:pt>
                <c:pt idx="87">
                  <c:v>0.0988</c:v>
                </c:pt>
                <c:pt idx="88">
                  <c:v>0.1104</c:v>
                </c:pt>
                <c:pt idx="89">
                  <c:v>0.1237</c:v>
                </c:pt>
                <c:pt idx="90">
                  <c:v>0.1215</c:v>
                </c:pt>
                <c:pt idx="91">
                  <c:v>0.1399</c:v>
                </c:pt>
                <c:pt idx="92">
                  <c:v>0.1235</c:v>
                </c:pt>
                <c:pt idx="93">
                  <c:v>0.1445</c:v>
                </c:pt>
                <c:pt idx="94">
                  <c:v>0.1081</c:v>
                </c:pt>
                <c:pt idx="95">
                  <c:v>0.1047</c:v>
                </c:pt>
                <c:pt idx="96">
                  <c:v>0.0925</c:v>
                </c:pt>
                <c:pt idx="97">
                  <c:v>0.0686</c:v>
                </c:pt>
                <c:pt idx="98">
                  <c:v>0.0587</c:v>
                </c:pt>
                <c:pt idx="99">
                  <c:v>0.0468</c:v>
                </c:pt>
                <c:pt idx="100">
                  <c:v>0.0321</c:v>
                </c:pt>
                <c:pt idx="101">
                  <c:v>0.0386</c:v>
                </c:pt>
                <c:pt idx="102">
                  <c:v>0.0354</c:v>
                </c:pt>
                <c:pt idx="103">
                  <c:v>0.0174</c:v>
                </c:pt>
                <c:pt idx="104">
                  <c:v>0.0204</c:v>
                </c:pt>
                <c:pt idx="105">
                  <c:v>0.0091</c:v>
                </c:pt>
                <c:pt idx="106">
                  <c:v>0.0141</c:v>
                </c:pt>
                <c:pt idx="107">
                  <c:v>0.0229</c:v>
                </c:pt>
                <c:pt idx="108">
                  <c:v>0.0154</c:v>
                </c:pt>
                <c:pt idx="109">
                  <c:v>0.0154</c:v>
                </c:pt>
                <c:pt idx="110">
                  <c:v>0.0176</c:v>
                </c:pt>
                <c:pt idx="111">
                  <c:v>0.0236</c:v>
                </c:pt>
                <c:pt idx="112">
                  <c:v>0.0228</c:v>
                </c:pt>
                <c:pt idx="113">
                  <c:v>0.0134</c:v>
                </c:pt>
                <c:pt idx="114">
                  <c:v>0.0286</c:v>
                </c:pt>
                <c:pt idx="115">
                  <c:v>0.0096</c:v>
                </c:pt>
                <c:pt idx="116">
                  <c:v>0.0276</c:v>
                </c:pt>
                <c:pt idx="117">
                  <c:v>0.0301</c:v>
                </c:pt>
                <c:pt idx="118">
                  <c:v>0.0255</c:v>
                </c:pt>
                <c:pt idx="119">
                  <c:v>0.028</c:v>
                </c:pt>
                <c:pt idx="120">
                  <c:v>0.0247</c:v>
                </c:pt>
                <c:pt idx="121">
                  <c:v>0.0302</c:v>
                </c:pt>
                <c:pt idx="122">
                  <c:v>0.0171</c:v>
                </c:pt>
                <c:pt idx="123">
                  <c:v>0.0487</c:v>
                </c:pt>
                <c:pt idx="124">
                  <c:v>0.015</c:v>
                </c:pt>
                <c:pt idx="125">
                  <c:v>0.0295</c:v>
                </c:pt>
                <c:pt idx="126">
                  <c:v>0.0293</c:v>
                </c:pt>
                <c:pt idx="127">
                  <c:v>0.0299</c:v>
                </c:pt>
                <c:pt idx="128">
                  <c:v>0.0315</c:v>
                </c:pt>
                <c:pt idx="129">
                  <c:v>0.0395</c:v>
                </c:pt>
                <c:pt idx="130">
                  <c:v>0.0382</c:v>
                </c:pt>
                <c:pt idx="131">
                  <c:v>0.0506</c:v>
                </c:pt>
                <c:pt idx="132">
                  <c:v>0.0788</c:v>
                </c:pt>
                <c:pt idx="133">
                  <c:v>0.0589</c:v>
                </c:pt>
                <c:pt idx="134">
                  <c:v>0.0936</c:v>
                </c:pt>
                <c:pt idx="135">
                  <c:v>0.0929</c:v>
                </c:pt>
                <c:pt idx="136">
                  <c:v>0.1165</c:v>
                </c:pt>
                <c:pt idx="137">
                  <c:v>0.1459</c:v>
                </c:pt>
                <c:pt idx="138">
                  <c:v>0.1449</c:v>
                </c:pt>
                <c:pt idx="139">
                  <c:v>0.1819</c:v>
                </c:pt>
                <c:pt idx="140">
                  <c:v>0.2247</c:v>
                </c:pt>
                <c:pt idx="141">
                  <c:v>0.2179</c:v>
                </c:pt>
                <c:pt idx="142">
                  <c:v>0.2798</c:v>
                </c:pt>
                <c:pt idx="143">
                  <c:v>0.2973</c:v>
                </c:pt>
                <c:pt idx="144">
                  <c:v>0.3284</c:v>
                </c:pt>
                <c:pt idx="145">
                  <c:v>0.3276</c:v>
                </c:pt>
                <c:pt idx="146">
                  <c:v>0.3306</c:v>
                </c:pt>
                <c:pt idx="147">
                  <c:v>0.3478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-0.0195</c:v>
                </c:pt>
                <c:pt idx="1">
                  <c:v>-0.0201</c:v>
                </c:pt>
                <c:pt idx="2">
                  <c:v>-0.0165</c:v>
                </c:pt>
                <c:pt idx="3">
                  <c:v>-0.0111</c:v>
                </c:pt>
                <c:pt idx="4">
                  <c:v>-0.012</c:v>
                </c:pt>
                <c:pt idx="5">
                  <c:v>-0.0071</c:v>
                </c:pt>
                <c:pt idx="6">
                  <c:v>0.0081</c:v>
                </c:pt>
                <c:pt idx="7">
                  <c:v>-0.0104</c:v>
                </c:pt>
                <c:pt idx="8">
                  <c:v>0.0087</c:v>
                </c:pt>
                <c:pt idx="9">
                  <c:v>-0.0048</c:v>
                </c:pt>
                <c:pt idx="10">
                  <c:v>0.0092</c:v>
                </c:pt>
                <c:pt idx="11">
                  <c:v>-0.0087</c:v>
                </c:pt>
                <c:pt idx="12">
                  <c:v>0.0078</c:v>
                </c:pt>
                <c:pt idx="13">
                  <c:v>0.0294</c:v>
                </c:pt>
                <c:pt idx="14">
                  <c:v>0.0258</c:v>
                </c:pt>
                <c:pt idx="15">
                  <c:v>0.0208</c:v>
                </c:pt>
                <c:pt idx="16">
                  <c:v>0.025</c:v>
                </c:pt>
                <c:pt idx="17">
                  <c:v>0.0081</c:v>
                </c:pt>
                <c:pt idx="18">
                  <c:v>0.0047</c:v>
                </c:pt>
                <c:pt idx="19">
                  <c:v>0.0069</c:v>
                </c:pt>
                <c:pt idx="20">
                  <c:v>0.0155</c:v>
                </c:pt>
                <c:pt idx="21">
                  <c:v>0.0163</c:v>
                </c:pt>
                <c:pt idx="22">
                  <c:v>0.0063</c:v>
                </c:pt>
                <c:pt idx="23">
                  <c:v>0.0238</c:v>
                </c:pt>
                <c:pt idx="24">
                  <c:v>0.0102</c:v>
                </c:pt>
                <c:pt idx="25">
                  <c:v>0.0167</c:v>
                </c:pt>
                <c:pt idx="26">
                  <c:v>0.0201</c:v>
                </c:pt>
                <c:pt idx="27">
                  <c:v>0.0209</c:v>
                </c:pt>
                <c:pt idx="28">
                  <c:v>0.0152</c:v>
                </c:pt>
                <c:pt idx="29">
                  <c:v>0.0081</c:v>
                </c:pt>
                <c:pt idx="30">
                  <c:v>0.0285</c:v>
                </c:pt>
                <c:pt idx="31">
                  <c:v>0.0303</c:v>
                </c:pt>
                <c:pt idx="32">
                  <c:v>0.0453</c:v>
                </c:pt>
                <c:pt idx="33">
                  <c:v>0.0436</c:v>
                </c:pt>
                <c:pt idx="34">
                  <c:v>0.0797</c:v>
                </c:pt>
                <c:pt idx="35">
                  <c:v>0.0908</c:v>
                </c:pt>
                <c:pt idx="36">
                  <c:v>0.1076</c:v>
                </c:pt>
                <c:pt idx="37">
                  <c:v>0.1244</c:v>
                </c:pt>
                <c:pt idx="38">
                  <c:v>0.1157</c:v>
                </c:pt>
                <c:pt idx="39">
                  <c:v>0.1376</c:v>
                </c:pt>
                <c:pt idx="40">
                  <c:v>0.1478</c:v>
                </c:pt>
                <c:pt idx="41">
                  <c:v>0.1377</c:v>
                </c:pt>
                <c:pt idx="42">
                  <c:v>0.1379</c:v>
                </c:pt>
                <c:pt idx="43">
                  <c:v>0.1273</c:v>
                </c:pt>
                <c:pt idx="44">
                  <c:v>0.1343</c:v>
                </c:pt>
                <c:pt idx="45">
                  <c:v>0.133</c:v>
                </c:pt>
                <c:pt idx="46">
                  <c:v>0.141</c:v>
                </c:pt>
                <c:pt idx="47">
                  <c:v>0.1609</c:v>
                </c:pt>
                <c:pt idx="48">
                  <c:v>0.1736</c:v>
                </c:pt>
                <c:pt idx="49">
                  <c:v>0.215</c:v>
                </c:pt>
                <c:pt idx="50">
                  <c:v>0.2637</c:v>
                </c:pt>
                <c:pt idx="51">
                  <c:v>0.3551</c:v>
                </c:pt>
                <c:pt idx="52">
                  <c:v>0.4344</c:v>
                </c:pt>
                <c:pt idx="53">
                  <c:v>0.5464</c:v>
                </c:pt>
                <c:pt idx="54">
                  <c:v>0.6481</c:v>
                </c:pt>
                <c:pt idx="55">
                  <c:v>0.7518</c:v>
                </c:pt>
                <c:pt idx="56">
                  <c:v>0.8423</c:v>
                </c:pt>
                <c:pt idx="57">
                  <c:v>0.9158</c:v>
                </c:pt>
                <c:pt idx="58">
                  <c:v>0.9649</c:v>
                </c:pt>
                <c:pt idx="59">
                  <c:v>0.9777</c:v>
                </c:pt>
                <c:pt idx="60">
                  <c:v>0.9353</c:v>
                </c:pt>
                <c:pt idx="61">
                  <c:v>0.8472</c:v>
                </c:pt>
                <c:pt idx="62">
                  <c:v>0.7012</c:v>
                </c:pt>
                <c:pt idx="63">
                  <c:v>0.504</c:v>
                </c:pt>
                <c:pt idx="64">
                  <c:v>0.3093</c:v>
                </c:pt>
                <c:pt idx="65">
                  <c:v>0.1769</c:v>
                </c:pt>
                <c:pt idx="66">
                  <c:v>0.1004</c:v>
                </c:pt>
                <c:pt idx="67">
                  <c:v>0.0734</c:v>
                </c:pt>
                <c:pt idx="68">
                  <c:v>0.0662</c:v>
                </c:pt>
                <c:pt idx="69">
                  <c:v>0.0562</c:v>
                </c:pt>
                <c:pt idx="70">
                  <c:v>0.0518</c:v>
                </c:pt>
                <c:pt idx="71">
                  <c:v>0.0527</c:v>
                </c:pt>
                <c:pt idx="72">
                  <c:v>0.042</c:v>
                </c:pt>
                <c:pt idx="73">
                  <c:v>0.0502</c:v>
                </c:pt>
                <c:pt idx="74">
                  <c:v>0.0536</c:v>
                </c:pt>
                <c:pt idx="75">
                  <c:v>0.0445</c:v>
                </c:pt>
                <c:pt idx="76">
                  <c:v>0.0606</c:v>
                </c:pt>
                <c:pt idx="77">
                  <c:v>0.0555</c:v>
                </c:pt>
                <c:pt idx="78">
                  <c:v>0.0614</c:v>
                </c:pt>
                <c:pt idx="79">
                  <c:v>0.0643</c:v>
                </c:pt>
                <c:pt idx="80">
                  <c:v>0.0749</c:v>
                </c:pt>
                <c:pt idx="81">
                  <c:v>0.065</c:v>
                </c:pt>
                <c:pt idx="82">
                  <c:v>0.0772</c:v>
                </c:pt>
                <c:pt idx="83">
                  <c:v>0.0832</c:v>
                </c:pt>
                <c:pt idx="84">
                  <c:v>0.0965</c:v>
                </c:pt>
                <c:pt idx="85">
                  <c:v>0.0951</c:v>
                </c:pt>
                <c:pt idx="86">
                  <c:v>0.1067</c:v>
                </c:pt>
                <c:pt idx="87">
                  <c:v>0.1116</c:v>
                </c:pt>
                <c:pt idx="88">
                  <c:v>0.1094</c:v>
                </c:pt>
                <c:pt idx="89">
                  <c:v>0.1342</c:v>
                </c:pt>
                <c:pt idx="90">
                  <c:v>0.1261</c:v>
                </c:pt>
                <c:pt idx="91">
                  <c:v>0.134</c:v>
                </c:pt>
                <c:pt idx="92">
                  <c:v>0.1294</c:v>
                </c:pt>
                <c:pt idx="93">
                  <c:v>0.1309</c:v>
                </c:pt>
                <c:pt idx="94">
                  <c:v>0.1201</c:v>
                </c:pt>
                <c:pt idx="95">
                  <c:v>0.0952</c:v>
                </c:pt>
                <c:pt idx="96">
                  <c:v>0.0908</c:v>
                </c:pt>
                <c:pt idx="97">
                  <c:v>0.0703</c:v>
                </c:pt>
                <c:pt idx="98">
                  <c:v>0.0567</c:v>
                </c:pt>
                <c:pt idx="99">
                  <c:v>0.0423</c:v>
                </c:pt>
                <c:pt idx="100">
                  <c:v>0.0433</c:v>
                </c:pt>
                <c:pt idx="101">
                  <c:v>0.0219</c:v>
                </c:pt>
                <c:pt idx="102">
                  <c:v>0.0203</c:v>
                </c:pt>
                <c:pt idx="103">
                  <c:v>0.0246</c:v>
                </c:pt>
                <c:pt idx="104">
                  <c:v>0.0311</c:v>
                </c:pt>
                <c:pt idx="105">
                  <c:v>0.0176</c:v>
                </c:pt>
                <c:pt idx="106">
                  <c:v>0.0159</c:v>
                </c:pt>
                <c:pt idx="107">
                  <c:v>0.015</c:v>
                </c:pt>
                <c:pt idx="108">
                  <c:v>0.0269</c:v>
                </c:pt>
                <c:pt idx="109">
                  <c:v>0.0132</c:v>
                </c:pt>
                <c:pt idx="110">
                  <c:v>0.0184</c:v>
                </c:pt>
                <c:pt idx="111">
                  <c:v>0.0268</c:v>
                </c:pt>
                <c:pt idx="112">
                  <c:v>0.0262</c:v>
                </c:pt>
                <c:pt idx="113">
                  <c:v>0.0189</c:v>
                </c:pt>
                <c:pt idx="114">
                  <c:v>0.0319</c:v>
                </c:pt>
                <c:pt idx="115">
                  <c:v>0.0183</c:v>
                </c:pt>
                <c:pt idx="116">
                  <c:v>0.0253</c:v>
                </c:pt>
                <c:pt idx="117">
                  <c:v>0.0305</c:v>
                </c:pt>
                <c:pt idx="118">
                  <c:v>0.0269</c:v>
                </c:pt>
                <c:pt idx="119">
                  <c:v>0.0219</c:v>
                </c:pt>
                <c:pt idx="120">
                  <c:v>0.0205</c:v>
                </c:pt>
                <c:pt idx="121">
                  <c:v>0.028</c:v>
                </c:pt>
                <c:pt idx="122">
                  <c:v>0.0257</c:v>
                </c:pt>
                <c:pt idx="123">
                  <c:v>0.0251</c:v>
                </c:pt>
                <c:pt idx="124">
                  <c:v>0.0291</c:v>
                </c:pt>
                <c:pt idx="125">
                  <c:v>0.028</c:v>
                </c:pt>
                <c:pt idx="126">
                  <c:v>0.0188</c:v>
                </c:pt>
                <c:pt idx="127">
                  <c:v>0.0344</c:v>
                </c:pt>
                <c:pt idx="128">
                  <c:v>0.0368</c:v>
                </c:pt>
                <c:pt idx="129">
                  <c:v>0.0394</c:v>
                </c:pt>
                <c:pt idx="130">
                  <c:v>0.0499</c:v>
                </c:pt>
                <c:pt idx="131">
                  <c:v>0.0584</c:v>
                </c:pt>
                <c:pt idx="132">
                  <c:v>0.0473</c:v>
                </c:pt>
                <c:pt idx="133">
                  <c:v>0.0919</c:v>
                </c:pt>
                <c:pt idx="134">
                  <c:v>0.095</c:v>
                </c:pt>
                <c:pt idx="135">
                  <c:v>0.1156</c:v>
                </c:pt>
                <c:pt idx="136">
                  <c:v>0.1406</c:v>
                </c:pt>
                <c:pt idx="137">
                  <c:v>0.1517</c:v>
                </c:pt>
                <c:pt idx="138">
                  <c:v>0.1851</c:v>
                </c:pt>
                <c:pt idx="139">
                  <c:v>0.2142</c:v>
                </c:pt>
                <c:pt idx="140">
                  <c:v>0.2509</c:v>
                </c:pt>
                <c:pt idx="141">
                  <c:v>0.2943</c:v>
                </c:pt>
                <c:pt idx="142">
                  <c:v>0.3319</c:v>
                </c:pt>
                <c:pt idx="143">
                  <c:v>0.3654</c:v>
                </c:pt>
                <c:pt idx="144">
                  <c:v>0.391</c:v>
                </c:pt>
                <c:pt idx="145">
                  <c:v>0.4075</c:v>
                </c:pt>
                <c:pt idx="146">
                  <c:v>0.4028</c:v>
                </c:pt>
                <c:pt idx="147">
                  <c:v>0.385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0.25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.25"/>
          <c:min val="-0.2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PIR(PUR) 가연성  0.75 · 0.70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6"/>
          <c:w val="0.84"/>
          <c:h val="0.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-0.0026</c:v>
                </c:pt>
                <c:pt idx="1">
                  <c:v>-0.0025</c:v>
                </c:pt>
                <c:pt idx="2">
                  <c:v>-0.0015</c:v>
                </c:pt>
                <c:pt idx="3">
                  <c:v>0.0066</c:v>
                </c:pt>
                <c:pt idx="4">
                  <c:v>-0.0063</c:v>
                </c:pt>
                <c:pt idx="5">
                  <c:v>0.0031</c:v>
                </c:pt>
                <c:pt idx="6">
                  <c:v>0.0054</c:v>
                </c:pt>
                <c:pt idx="7">
                  <c:v>-0.0028</c:v>
                </c:pt>
                <c:pt idx="8">
                  <c:v>0.0219</c:v>
                </c:pt>
                <c:pt idx="9">
                  <c:v>0.0028</c:v>
                </c:pt>
                <c:pt idx="10">
                  <c:v>0.0045</c:v>
                </c:pt>
                <c:pt idx="11">
                  <c:v>0.0239</c:v>
                </c:pt>
                <c:pt idx="12">
                  <c:v>0.0129</c:v>
                </c:pt>
                <c:pt idx="13">
                  <c:v>0.0208</c:v>
                </c:pt>
                <c:pt idx="14">
                  <c:v>0.0198</c:v>
                </c:pt>
                <c:pt idx="15">
                  <c:v>0.0184</c:v>
                </c:pt>
                <c:pt idx="16">
                  <c:v>0.1392</c:v>
                </c:pt>
                <c:pt idx="17">
                  <c:v>-0.0028</c:v>
                </c:pt>
                <c:pt idx="18">
                  <c:v>0.0294</c:v>
                </c:pt>
                <c:pt idx="19">
                  <c:v>0.0274</c:v>
                </c:pt>
                <c:pt idx="20">
                  <c:v>0.0195</c:v>
                </c:pt>
                <c:pt idx="21">
                  <c:v>0.0203</c:v>
                </c:pt>
                <c:pt idx="22">
                  <c:v>0.0177</c:v>
                </c:pt>
                <c:pt idx="23">
                  <c:v>0.0381</c:v>
                </c:pt>
                <c:pt idx="24">
                  <c:v>0.0379</c:v>
                </c:pt>
                <c:pt idx="25">
                  <c:v>0.0252</c:v>
                </c:pt>
                <c:pt idx="26">
                  <c:v>0.0336</c:v>
                </c:pt>
                <c:pt idx="27">
                  <c:v>0.0269</c:v>
                </c:pt>
                <c:pt idx="28">
                  <c:v>0.0281</c:v>
                </c:pt>
                <c:pt idx="29">
                  <c:v>0.0383</c:v>
                </c:pt>
                <c:pt idx="30">
                  <c:v>0.032</c:v>
                </c:pt>
                <c:pt idx="31">
                  <c:v>0.0354</c:v>
                </c:pt>
                <c:pt idx="32">
                  <c:v>0.0395</c:v>
                </c:pt>
                <c:pt idx="33">
                  <c:v>0.0332</c:v>
                </c:pt>
                <c:pt idx="34">
                  <c:v>0.0435</c:v>
                </c:pt>
                <c:pt idx="35">
                  <c:v>0.0509</c:v>
                </c:pt>
                <c:pt idx="36">
                  <c:v>0.0606</c:v>
                </c:pt>
                <c:pt idx="37">
                  <c:v>0.0658</c:v>
                </c:pt>
                <c:pt idx="38">
                  <c:v>0.0797</c:v>
                </c:pt>
                <c:pt idx="39">
                  <c:v>0.082</c:v>
                </c:pt>
                <c:pt idx="40">
                  <c:v>0.091</c:v>
                </c:pt>
                <c:pt idx="41">
                  <c:v>0.0987</c:v>
                </c:pt>
                <c:pt idx="42">
                  <c:v>0.1125</c:v>
                </c:pt>
                <c:pt idx="43">
                  <c:v>0.1217</c:v>
                </c:pt>
                <c:pt idx="44">
                  <c:v>0.1523</c:v>
                </c:pt>
                <c:pt idx="45">
                  <c:v>0.1881</c:v>
                </c:pt>
                <c:pt idx="46">
                  <c:v>0.2399</c:v>
                </c:pt>
                <c:pt idx="47">
                  <c:v>0.2956</c:v>
                </c:pt>
                <c:pt idx="48">
                  <c:v>0.3817</c:v>
                </c:pt>
                <c:pt idx="49">
                  <c:v>0.4597</c:v>
                </c:pt>
                <c:pt idx="50">
                  <c:v>0.5252</c:v>
                </c:pt>
                <c:pt idx="51">
                  <c:v>0.5991</c:v>
                </c:pt>
                <c:pt idx="52">
                  <c:v>0.6512</c:v>
                </c:pt>
                <c:pt idx="53">
                  <c:v>0.6991</c:v>
                </c:pt>
                <c:pt idx="54">
                  <c:v>0.6985</c:v>
                </c:pt>
                <c:pt idx="55">
                  <c:v>0.6577</c:v>
                </c:pt>
                <c:pt idx="56">
                  <c:v>0.5605</c:v>
                </c:pt>
                <c:pt idx="57">
                  <c:v>0.4544</c:v>
                </c:pt>
                <c:pt idx="58">
                  <c:v>0.3635</c:v>
                </c:pt>
                <c:pt idx="59">
                  <c:v>0.2931</c:v>
                </c:pt>
                <c:pt idx="60">
                  <c:v>0.2545</c:v>
                </c:pt>
                <c:pt idx="61">
                  <c:v>0.2259</c:v>
                </c:pt>
                <c:pt idx="62">
                  <c:v>0.2089</c:v>
                </c:pt>
                <c:pt idx="63">
                  <c:v>0.1821</c:v>
                </c:pt>
                <c:pt idx="64">
                  <c:v>0.1788</c:v>
                </c:pt>
                <c:pt idx="65">
                  <c:v>0.1772</c:v>
                </c:pt>
                <c:pt idx="66">
                  <c:v>0.1484</c:v>
                </c:pt>
                <c:pt idx="67">
                  <c:v>0.1554</c:v>
                </c:pt>
                <c:pt idx="68">
                  <c:v>0.1425</c:v>
                </c:pt>
                <c:pt idx="69">
                  <c:v>0.1329</c:v>
                </c:pt>
                <c:pt idx="70">
                  <c:v>0.1261</c:v>
                </c:pt>
                <c:pt idx="71">
                  <c:v>0.1349</c:v>
                </c:pt>
                <c:pt idx="72">
                  <c:v>0.1248</c:v>
                </c:pt>
                <c:pt idx="73">
                  <c:v>0.1246</c:v>
                </c:pt>
                <c:pt idx="74">
                  <c:v>0.1292</c:v>
                </c:pt>
                <c:pt idx="75">
                  <c:v>0.108</c:v>
                </c:pt>
                <c:pt idx="76">
                  <c:v>0.1319</c:v>
                </c:pt>
                <c:pt idx="77">
                  <c:v>0.1121</c:v>
                </c:pt>
                <c:pt idx="78">
                  <c:v>0.1024</c:v>
                </c:pt>
                <c:pt idx="79">
                  <c:v>0.1</c:v>
                </c:pt>
                <c:pt idx="80">
                  <c:v>0.0849</c:v>
                </c:pt>
                <c:pt idx="81">
                  <c:v>0.096</c:v>
                </c:pt>
                <c:pt idx="82">
                  <c:v>0.083</c:v>
                </c:pt>
                <c:pt idx="83">
                  <c:v>0.0747</c:v>
                </c:pt>
                <c:pt idx="84">
                  <c:v>0.0844</c:v>
                </c:pt>
                <c:pt idx="85">
                  <c:v>0.0701</c:v>
                </c:pt>
                <c:pt idx="86">
                  <c:v>0.0785</c:v>
                </c:pt>
                <c:pt idx="87">
                  <c:v>0.0709</c:v>
                </c:pt>
                <c:pt idx="88">
                  <c:v>0.0685</c:v>
                </c:pt>
                <c:pt idx="89">
                  <c:v>0.0731</c:v>
                </c:pt>
                <c:pt idx="90">
                  <c:v>0.0687</c:v>
                </c:pt>
                <c:pt idx="91">
                  <c:v>0.0686</c:v>
                </c:pt>
                <c:pt idx="92">
                  <c:v>0.0643</c:v>
                </c:pt>
                <c:pt idx="93">
                  <c:v>0.0718</c:v>
                </c:pt>
                <c:pt idx="94">
                  <c:v>0.0639</c:v>
                </c:pt>
                <c:pt idx="95">
                  <c:v>0.0662</c:v>
                </c:pt>
                <c:pt idx="96">
                  <c:v>0.0669</c:v>
                </c:pt>
                <c:pt idx="97">
                  <c:v>0.0654</c:v>
                </c:pt>
                <c:pt idx="98">
                  <c:v>0.08</c:v>
                </c:pt>
                <c:pt idx="99">
                  <c:v>0.0595</c:v>
                </c:pt>
                <c:pt idx="100">
                  <c:v>0.071</c:v>
                </c:pt>
                <c:pt idx="101">
                  <c:v>0.0687</c:v>
                </c:pt>
                <c:pt idx="102">
                  <c:v>0.0693</c:v>
                </c:pt>
                <c:pt idx="103">
                  <c:v>0.0727</c:v>
                </c:pt>
                <c:pt idx="104">
                  <c:v>0.0726</c:v>
                </c:pt>
                <c:pt idx="105">
                  <c:v>0.0736</c:v>
                </c:pt>
                <c:pt idx="106">
                  <c:v>0.0857</c:v>
                </c:pt>
                <c:pt idx="107">
                  <c:v>0.0757</c:v>
                </c:pt>
                <c:pt idx="108">
                  <c:v>0.0919</c:v>
                </c:pt>
                <c:pt idx="109">
                  <c:v>0.0889</c:v>
                </c:pt>
                <c:pt idx="110">
                  <c:v>0.0904</c:v>
                </c:pt>
                <c:pt idx="111">
                  <c:v>0.1102</c:v>
                </c:pt>
                <c:pt idx="112">
                  <c:v>0.1213</c:v>
                </c:pt>
                <c:pt idx="113">
                  <c:v>0.1131</c:v>
                </c:pt>
                <c:pt idx="114">
                  <c:v>0.1287</c:v>
                </c:pt>
                <c:pt idx="115">
                  <c:v>0.1219</c:v>
                </c:pt>
                <c:pt idx="116">
                  <c:v>0.1464</c:v>
                </c:pt>
                <c:pt idx="117">
                  <c:v>0.1475</c:v>
                </c:pt>
                <c:pt idx="118">
                  <c:v>0.1325</c:v>
                </c:pt>
                <c:pt idx="119">
                  <c:v>0.1558</c:v>
                </c:pt>
                <c:pt idx="120">
                  <c:v>0.1646</c:v>
                </c:pt>
                <c:pt idx="121">
                  <c:v>0.1587</c:v>
                </c:pt>
                <c:pt idx="122">
                  <c:v>0.1662</c:v>
                </c:pt>
                <c:pt idx="123">
                  <c:v>0.1555</c:v>
                </c:pt>
                <c:pt idx="124">
                  <c:v>0.163</c:v>
                </c:pt>
                <c:pt idx="125">
                  <c:v>0.1644</c:v>
                </c:pt>
                <c:pt idx="126">
                  <c:v>0.1595</c:v>
                </c:pt>
                <c:pt idx="127">
                  <c:v>0.1692</c:v>
                </c:pt>
                <c:pt idx="128">
                  <c:v>0.1676</c:v>
                </c:pt>
                <c:pt idx="129">
                  <c:v>0.1653</c:v>
                </c:pt>
                <c:pt idx="130">
                  <c:v>0.1675</c:v>
                </c:pt>
                <c:pt idx="131">
                  <c:v>0.173</c:v>
                </c:pt>
                <c:pt idx="132">
                  <c:v>0.1734</c:v>
                </c:pt>
                <c:pt idx="133">
                  <c:v>0.175</c:v>
                </c:pt>
                <c:pt idx="134">
                  <c:v>0.1623</c:v>
                </c:pt>
                <c:pt idx="135">
                  <c:v>0.1777</c:v>
                </c:pt>
                <c:pt idx="136">
                  <c:v>0.1701</c:v>
                </c:pt>
                <c:pt idx="137">
                  <c:v>0.1865</c:v>
                </c:pt>
                <c:pt idx="138">
                  <c:v>0.1731</c:v>
                </c:pt>
                <c:pt idx="139">
                  <c:v>0.1846</c:v>
                </c:pt>
                <c:pt idx="140">
                  <c:v>0.1761</c:v>
                </c:pt>
                <c:pt idx="141">
                  <c:v>0.1762</c:v>
                </c:pt>
                <c:pt idx="142">
                  <c:v>0.1836</c:v>
                </c:pt>
                <c:pt idx="143">
                  <c:v>0.1763</c:v>
                </c:pt>
                <c:pt idx="144">
                  <c:v>0.179</c:v>
                </c:pt>
                <c:pt idx="145">
                  <c:v>0.1769</c:v>
                </c:pt>
                <c:pt idx="146">
                  <c:v>0.1798</c:v>
                </c:pt>
                <c:pt idx="147">
                  <c:v>0.1748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0.0028</c:v>
                </c:pt>
                <c:pt idx="1">
                  <c:v>-0.0037</c:v>
                </c:pt>
                <c:pt idx="2">
                  <c:v>-0.0009</c:v>
                </c:pt>
                <c:pt idx="3">
                  <c:v>0.0055</c:v>
                </c:pt>
                <c:pt idx="4">
                  <c:v>-0.0022</c:v>
                </c:pt>
                <c:pt idx="5">
                  <c:v>0.0028</c:v>
                </c:pt>
                <c:pt idx="6">
                  <c:v>0.0007</c:v>
                </c:pt>
                <c:pt idx="7">
                  <c:v>0.0144</c:v>
                </c:pt>
                <c:pt idx="8">
                  <c:v>0.0093</c:v>
                </c:pt>
                <c:pt idx="9">
                  <c:v>0.0099</c:v>
                </c:pt>
                <c:pt idx="10">
                  <c:v>0.0208</c:v>
                </c:pt>
                <c:pt idx="11">
                  <c:v>0.0127</c:v>
                </c:pt>
                <c:pt idx="12">
                  <c:v>0.0228</c:v>
                </c:pt>
                <c:pt idx="13">
                  <c:v>0.0115</c:v>
                </c:pt>
                <c:pt idx="14">
                  <c:v>0.0317</c:v>
                </c:pt>
                <c:pt idx="15">
                  <c:v>0.0188</c:v>
                </c:pt>
                <c:pt idx="16">
                  <c:v>0.0235</c:v>
                </c:pt>
                <c:pt idx="17">
                  <c:v>0.0169</c:v>
                </c:pt>
                <c:pt idx="18">
                  <c:v>0.0292</c:v>
                </c:pt>
                <c:pt idx="19">
                  <c:v>0.0206</c:v>
                </c:pt>
                <c:pt idx="20">
                  <c:v>0.0273</c:v>
                </c:pt>
                <c:pt idx="21">
                  <c:v>0.0156</c:v>
                </c:pt>
                <c:pt idx="22">
                  <c:v>0.0225</c:v>
                </c:pt>
                <c:pt idx="23">
                  <c:v>0.0259</c:v>
                </c:pt>
                <c:pt idx="24">
                  <c:v>0.0166</c:v>
                </c:pt>
                <c:pt idx="25">
                  <c:v>0.0264</c:v>
                </c:pt>
                <c:pt idx="26">
                  <c:v>0.0309</c:v>
                </c:pt>
                <c:pt idx="27">
                  <c:v>0.0254</c:v>
                </c:pt>
                <c:pt idx="28">
                  <c:v>0.028</c:v>
                </c:pt>
                <c:pt idx="29">
                  <c:v>0.0337</c:v>
                </c:pt>
                <c:pt idx="30">
                  <c:v>0.0339</c:v>
                </c:pt>
                <c:pt idx="31">
                  <c:v>0.0353</c:v>
                </c:pt>
                <c:pt idx="32">
                  <c:v>0.0368</c:v>
                </c:pt>
                <c:pt idx="33">
                  <c:v>0.0417</c:v>
                </c:pt>
                <c:pt idx="34">
                  <c:v>0.0567</c:v>
                </c:pt>
                <c:pt idx="35">
                  <c:v>0.0436</c:v>
                </c:pt>
                <c:pt idx="36">
                  <c:v>0.0748</c:v>
                </c:pt>
                <c:pt idx="37">
                  <c:v>0.0745</c:v>
                </c:pt>
                <c:pt idx="38">
                  <c:v>0.0861</c:v>
                </c:pt>
                <c:pt idx="39">
                  <c:v>0.0946</c:v>
                </c:pt>
                <c:pt idx="40">
                  <c:v>0.1003</c:v>
                </c:pt>
                <c:pt idx="41">
                  <c:v>0.1109</c:v>
                </c:pt>
                <c:pt idx="42">
                  <c:v>0.1272</c:v>
                </c:pt>
                <c:pt idx="43">
                  <c:v>0.1536</c:v>
                </c:pt>
                <c:pt idx="44">
                  <c:v>0.192</c:v>
                </c:pt>
                <c:pt idx="45">
                  <c:v>0.2344</c:v>
                </c:pt>
                <c:pt idx="46">
                  <c:v>0.3072</c:v>
                </c:pt>
                <c:pt idx="47">
                  <c:v>0.384</c:v>
                </c:pt>
                <c:pt idx="48">
                  <c:v>0.438</c:v>
                </c:pt>
                <c:pt idx="49">
                  <c:v>0.5192</c:v>
                </c:pt>
                <c:pt idx="50">
                  <c:v>0.5757</c:v>
                </c:pt>
                <c:pt idx="51">
                  <c:v>0.6343</c:v>
                </c:pt>
                <c:pt idx="52">
                  <c:v>0.6745</c:v>
                </c:pt>
                <c:pt idx="53">
                  <c:v>0.7085</c:v>
                </c:pt>
                <c:pt idx="54">
                  <c:v>0.6823</c:v>
                </c:pt>
                <c:pt idx="55">
                  <c:v>0.6165</c:v>
                </c:pt>
                <c:pt idx="56">
                  <c:v>0.5139</c:v>
                </c:pt>
                <c:pt idx="57">
                  <c:v>0.4175</c:v>
                </c:pt>
                <c:pt idx="58">
                  <c:v>0.3364</c:v>
                </c:pt>
                <c:pt idx="59">
                  <c:v>0.2775</c:v>
                </c:pt>
                <c:pt idx="60">
                  <c:v>0.2377</c:v>
                </c:pt>
                <c:pt idx="61">
                  <c:v>0.2264</c:v>
                </c:pt>
                <c:pt idx="62">
                  <c:v>0.1993</c:v>
                </c:pt>
                <c:pt idx="63">
                  <c:v>0.1861</c:v>
                </c:pt>
                <c:pt idx="64">
                  <c:v>0.1699</c:v>
                </c:pt>
                <c:pt idx="65">
                  <c:v>0.1793</c:v>
                </c:pt>
                <c:pt idx="66">
                  <c:v>0.1607</c:v>
                </c:pt>
                <c:pt idx="67">
                  <c:v>0.1586</c:v>
                </c:pt>
                <c:pt idx="68">
                  <c:v>0.1411</c:v>
                </c:pt>
                <c:pt idx="69">
                  <c:v>0.1532</c:v>
                </c:pt>
                <c:pt idx="70">
                  <c:v>0.136</c:v>
                </c:pt>
                <c:pt idx="71">
                  <c:v>0.1364</c:v>
                </c:pt>
                <c:pt idx="72">
                  <c:v>0.1298</c:v>
                </c:pt>
                <c:pt idx="73">
                  <c:v>0.1164</c:v>
                </c:pt>
                <c:pt idx="74">
                  <c:v>0.1321</c:v>
                </c:pt>
                <c:pt idx="75">
                  <c:v>0.1196</c:v>
                </c:pt>
                <c:pt idx="76">
                  <c:v>0.1196</c:v>
                </c:pt>
                <c:pt idx="77">
                  <c:v>0.1171</c:v>
                </c:pt>
                <c:pt idx="78">
                  <c:v>0.1089</c:v>
                </c:pt>
                <c:pt idx="79">
                  <c:v>0.0997</c:v>
                </c:pt>
                <c:pt idx="80">
                  <c:v>0.0921</c:v>
                </c:pt>
                <c:pt idx="81">
                  <c:v>0.0809</c:v>
                </c:pt>
                <c:pt idx="82">
                  <c:v>0.0795</c:v>
                </c:pt>
                <c:pt idx="83">
                  <c:v>0.0863</c:v>
                </c:pt>
                <c:pt idx="84">
                  <c:v>0.0704</c:v>
                </c:pt>
                <c:pt idx="85">
                  <c:v>0.0694</c:v>
                </c:pt>
                <c:pt idx="86">
                  <c:v>0.0741</c:v>
                </c:pt>
                <c:pt idx="87">
                  <c:v>0.07</c:v>
                </c:pt>
                <c:pt idx="88">
                  <c:v>0.081</c:v>
                </c:pt>
                <c:pt idx="89">
                  <c:v>0.0585</c:v>
                </c:pt>
                <c:pt idx="90">
                  <c:v>0.0684</c:v>
                </c:pt>
                <c:pt idx="91">
                  <c:v>0.066</c:v>
                </c:pt>
                <c:pt idx="92">
                  <c:v>0.0668</c:v>
                </c:pt>
                <c:pt idx="93">
                  <c:v>0.0652</c:v>
                </c:pt>
                <c:pt idx="94">
                  <c:v>0.0594</c:v>
                </c:pt>
                <c:pt idx="95">
                  <c:v>0.0722</c:v>
                </c:pt>
                <c:pt idx="96">
                  <c:v>0.0637</c:v>
                </c:pt>
                <c:pt idx="97">
                  <c:v>0.0641</c:v>
                </c:pt>
                <c:pt idx="98">
                  <c:v>0.0665</c:v>
                </c:pt>
                <c:pt idx="99">
                  <c:v>0.0633</c:v>
                </c:pt>
                <c:pt idx="100">
                  <c:v>0.0702</c:v>
                </c:pt>
                <c:pt idx="101">
                  <c:v>0.0753</c:v>
                </c:pt>
                <c:pt idx="102">
                  <c:v>0.0659</c:v>
                </c:pt>
                <c:pt idx="103">
                  <c:v>0.0672</c:v>
                </c:pt>
                <c:pt idx="104">
                  <c:v>0.0743</c:v>
                </c:pt>
                <c:pt idx="105">
                  <c:v>0.0842</c:v>
                </c:pt>
                <c:pt idx="106">
                  <c:v>0.0808</c:v>
                </c:pt>
                <c:pt idx="107">
                  <c:v>0.0827</c:v>
                </c:pt>
                <c:pt idx="108">
                  <c:v>0.0959</c:v>
                </c:pt>
                <c:pt idx="109">
                  <c:v>0.0895</c:v>
                </c:pt>
                <c:pt idx="110">
                  <c:v>0.1013</c:v>
                </c:pt>
                <c:pt idx="111">
                  <c:v>0.1046</c:v>
                </c:pt>
                <c:pt idx="112">
                  <c:v>0.1085</c:v>
                </c:pt>
                <c:pt idx="113">
                  <c:v>0.1211</c:v>
                </c:pt>
                <c:pt idx="114">
                  <c:v>0.1233</c:v>
                </c:pt>
                <c:pt idx="115">
                  <c:v>0.1244</c:v>
                </c:pt>
                <c:pt idx="116">
                  <c:v>0.1358</c:v>
                </c:pt>
                <c:pt idx="117">
                  <c:v>0.1411</c:v>
                </c:pt>
                <c:pt idx="118">
                  <c:v>0.1399</c:v>
                </c:pt>
                <c:pt idx="119">
                  <c:v>0.144</c:v>
                </c:pt>
                <c:pt idx="120">
                  <c:v>0.1447</c:v>
                </c:pt>
                <c:pt idx="121">
                  <c:v>0.1588</c:v>
                </c:pt>
                <c:pt idx="122">
                  <c:v>0.1418</c:v>
                </c:pt>
                <c:pt idx="123">
                  <c:v>0.1602</c:v>
                </c:pt>
                <c:pt idx="124">
                  <c:v>0.1529</c:v>
                </c:pt>
                <c:pt idx="125">
                  <c:v>0.1637</c:v>
                </c:pt>
                <c:pt idx="126">
                  <c:v>0.1572</c:v>
                </c:pt>
                <c:pt idx="127">
                  <c:v>0.1627</c:v>
                </c:pt>
                <c:pt idx="128">
                  <c:v>0.1636</c:v>
                </c:pt>
                <c:pt idx="129">
                  <c:v>0.1553</c:v>
                </c:pt>
                <c:pt idx="130">
                  <c:v>0.1641</c:v>
                </c:pt>
                <c:pt idx="131">
                  <c:v>0.1629</c:v>
                </c:pt>
                <c:pt idx="132">
                  <c:v>0.1578</c:v>
                </c:pt>
                <c:pt idx="133">
                  <c:v>0.1572</c:v>
                </c:pt>
                <c:pt idx="134">
                  <c:v>0.1571</c:v>
                </c:pt>
                <c:pt idx="135">
                  <c:v>0.1562</c:v>
                </c:pt>
                <c:pt idx="136">
                  <c:v>0.1621</c:v>
                </c:pt>
                <c:pt idx="137">
                  <c:v>0.1608</c:v>
                </c:pt>
                <c:pt idx="138">
                  <c:v>0.1649</c:v>
                </c:pt>
                <c:pt idx="139">
                  <c:v>0.1616</c:v>
                </c:pt>
                <c:pt idx="140">
                  <c:v>0.1673</c:v>
                </c:pt>
                <c:pt idx="141">
                  <c:v>0.1622</c:v>
                </c:pt>
                <c:pt idx="142">
                  <c:v>0.1732</c:v>
                </c:pt>
                <c:pt idx="143">
                  <c:v>0.1664</c:v>
                </c:pt>
                <c:pt idx="144">
                  <c:v>0.1645</c:v>
                </c:pt>
                <c:pt idx="145">
                  <c:v>0.178</c:v>
                </c:pt>
                <c:pt idx="146">
                  <c:v>0.1609</c:v>
                </c:pt>
                <c:pt idx="147">
                  <c:v>0.1635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-0.0154</c:v>
                </c:pt>
                <c:pt idx="1">
                  <c:v>-0.0243</c:v>
                </c:pt>
                <c:pt idx="2">
                  <c:v>-0.0145</c:v>
                </c:pt>
                <c:pt idx="3">
                  <c:v>-0.0192</c:v>
                </c:pt>
                <c:pt idx="4">
                  <c:v>-0.0149</c:v>
                </c:pt>
                <c:pt idx="5">
                  <c:v>-0.0108</c:v>
                </c:pt>
                <c:pt idx="6">
                  <c:v>-0.0108</c:v>
                </c:pt>
                <c:pt idx="7">
                  <c:v>-0.0003</c:v>
                </c:pt>
                <c:pt idx="8">
                  <c:v>0.0033</c:v>
                </c:pt>
                <c:pt idx="9">
                  <c:v>0.0011</c:v>
                </c:pt>
                <c:pt idx="10">
                  <c:v>0.0073</c:v>
                </c:pt>
                <c:pt idx="11">
                  <c:v>0.0128</c:v>
                </c:pt>
                <c:pt idx="12">
                  <c:v>0.0111</c:v>
                </c:pt>
                <c:pt idx="13">
                  <c:v>0.0075</c:v>
                </c:pt>
                <c:pt idx="14">
                  <c:v>0.0118</c:v>
                </c:pt>
                <c:pt idx="15">
                  <c:v>0.0128</c:v>
                </c:pt>
                <c:pt idx="16">
                  <c:v>0.0217</c:v>
                </c:pt>
                <c:pt idx="17">
                  <c:v>0.017</c:v>
                </c:pt>
                <c:pt idx="18">
                  <c:v>0.0297</c:v>
                </c:pt>
                <c:pt idx="19">
                  <c:v>0.0223</c:v>
                </c:pt>
                <c:pt idx="20">
                  <c:v>0.0123</c:v>
                </c:pt>
                <c:pt idx="21">
                  <c:v>0.0095</c:v>
                </c:pt>
                <c:pt idx="22">
                  <c:v>0.0076</c:v>
                </c:pt>
                <c:pt idx="23">
                  <c:v>0.0146</c:v>
                </c:pt>
                <c:pt idx="24">
                  <c:v>0.035</c:v>
                </c:pt>
                <c:pt idx="25">
                  <c:v>0.0189</c:v>
                </c:pt>
                <c:pt idx="26">
                  <c:v>0.0498</c:v>
                </c:pt>
                <c:pt idx="27">
                  <c:v>0.0061</c:v>
                </c:pt>
                <c:pt idx="28">
                  <c:v>0.0187</c:v>
                </c:pt>
                <c:pt idx="29">
                  <c:v>0.0285</c:v>
                </c:pt>
                <c:pt idx="30">
                  <c:v>0.0278</c:v>
                </c:pt>
                <c:pt idx="31">
                  <c:v>0.0397</c:v>
                </c:pt>
                <c:pt idx="32">
                  <c:v>0.0326</c:v>
                </c:pt>
                <c:pt idx="33">
                  <c:v>0.0262</c:v>
                </c:pt>
                <c:pt idx="34">
                  <c:v>0.0566</c:v>
                </c:pt>
                <c:pt idx="35">
                  <c:v>0.0578</c:v>
                </c:pt>
                <c:pt idx="36">
                  <c:v>0.0484</c:v>
                </c:pt>
                <c:pt idx="37">
                  <c:v>0.0774</c:v>
                </c:pt>
                <c:pt idx="38">
                  <c:v>0.0533</c:v>
                </c:pt>
                <c:pt idx="39">
                  <c:v>0.1074</c:v>
                </c:pt>
                <c:pt idx="40">
                  <c:v>0.0927</c:v>
                </c:pt>
                <c:pt idx="41">
                  <c:v>0.096</c:v>
                </c:pt>
                <c:pt idx="42">
                  <c:v>0.1181</c:v>
                </c:pt>
                <c:pt idx="43">
                  <c:v>0.122</c:v>
                </c:pt>
                <c:pt idx="44">
                  <c:v>0.1637</c:v>
                </c:pt>
                <c:pt idx="45">
                  <c:v>0.2025</c:v>
                </c:pt>
                <c:pt idx="46">
                  <c:v>0.2448</c:v>
                </c:pt>
                <c:pt idx="47">
                  <c:v>0.3028</c:v>
                </c:pt>
                <c:pt idx="48">
                  <c:v>0.3108</c:v>
                </c:pt>
                <c:pt idx="49">
                  <c:v>0.3609</c:v>
                </c:pt>
                <c:pt idx="50">
                  <c:v>0.3694</c:v>
                </c:pt>
                <c:pt idx="51">
                  <c:v>0.3671</c:v>
                </c:pt>
                <c:pt idx="52">
                  <c:v>0.3514</c:v>
                </c:pt>
                <c:pt idx="53">
                  <c:v>0.3356</c:v>
                </c:pt>
                <c:pt idx="54">
                  <c:v>0.3139</c:v>
                </c:pt>
                <c:pt idx="55">
                  <c:v>0.2732</c:v>
                </c:pt>
                <c:pt idx="56">
                  <c:v>0.2384</c:v>
                </c:pt>
                <c:pt idx="57">
                  <c:v>0.1941</c:v>
                </c:pt>
                <c:pt idx="58">
                  <c:v>0.1536</c:v>
                </c:pt>
                <c:pt idx="59">
                  <c:v>0.1283</c:v>
                </c:pt>
                <c:pt idx="60">
                  <c:v>0.1203</c:v>
                </c:pt>
                <c:pt idx="61">
                  <c:v>0.1115</c:v>
                </c:pt>
                <c:pt idx="62">
                  <c:v>0.1138</c:v>
                </c:pt>
                <c:pt idx="63">
                  <c:v>0.1173</c:v>
                </c:pt>
                <c:pt idx="64">
                  <c:v>0.1189</c:v>
                </c:pt>
                <c:pt idx="65">
                  <c:v>0.1211</c:v>
                </c:pt>
                <c:pt idx="66">
                  <c:v>0.1312</c:v>
                </c:pt>
                <c:pt idx="67">
                  <c:v>0.1346</c:v>
                </c:pt>
                <c:pt idx="68">
                  <c:v>0.1413</c:v>
                </c:pt>
                <c:pt idx="69">
                  <c:v>0.1422</c:v>
                </c:pt>
                <c:pt idx="70">
                  <c:v>0.1554</c:v>
                </c:pt>
                <c:pt idx="71">
                  <c:v>0.1387</c:v>
                </c:pt>
                <c:pt idx="72">
                  <c:v>0.1526</c:v>
                </c:pt>
                <c:pt idx="73">
                  <c:v>0.1458</c:v>
                </c:pt>
                <c:pt idx="74">
                  <c:v>0.1608</c:v>
                </c:pt>
                <c:pt idx="75">
                  <c:v>0.1739</c:v>
                </c:pt>
                <c:pt idx="76">
                  <c:v>0.1802</c:v>
                </c:pt>
                <c:pt idx="77">
                  <c:v>0.1878</c:v>
                </c:pt>
                <c:pt idx="78">
                  <c:v>0.1834</c:v>
                </c:pt>
                <c:pt idx="79">
                  <c:v>0.1965</c:v>
                </c:pt>
                <c:pt idx="80">
                  <c:v>0.2205</c:v>
                </c:pt>
                <c:pt idx="81">
                  <c:v>0.2301</c:v>
                </c:pt>
                <c:pt idx="82">
                  <c:v>0.2447</c:v>
                </c:pt>
                <c:pt idx="83">
                  <c:v>0.2792</c:v>
                </c:pt>
                <c:pt idx="84">
                  <c:v>0.2847</c:v>
                </c:pt>
                <c:pt idx="85">
                  <c:v>0.3118</c:v>
                </c:pt>
                <c:pt idx="86">
                  <c:v>0.3426</c:v>
                </c:pt>
                <c:pt idx="87">
                  <c:v>0.3787</c:v>
                </c:pt>
                <c:pt idx="88">
                  <c:v>0.4173</c:v>
                </c:pt>
                <c:pt idx="89">
                  <c:v>0.4674</c:v>
                </c:pt>
                <c:pt idx="90">
                  <c:v>0.5109</c:v>
                </c:pt>
                <c:pt idx="91">
                  <c:v>0.5833</c:v>
                </c:pt>
                <c:pt idx="92">
                  <c:v>0.6443</c:v>
                </c:pt>
                <c:pt idx="93">
                  <c:v>0.7</c:v>
                </c:pt>
                <c:pt idx="94">
                  <c:v>0.7297</c:v>
                </c:pt>
                <c:pt idx="95">
                  <c:v>0.7438</c:v>
                </c:pt>
                <c:pt idx="96">
                  <c:v>0.7178</c:v>
                </c:pt>
                <c:pt idx="97">
                  <c:v>0.6646</c:v>
                </c:pt>
                <c:pt idx="98">
                  <c:v>0.5943</c:v>
                </c:pt>
                <c:pt idx="99">
                  <c:v>0.506</c:v>
                </c:pt>
                <c:pt idx="100">
                  <c:v>0.415</c:v>
                </c:pt>
                <c:pt idx="101">
                  <c:v>0.3482</c:v>
                </c:pt>
                <c:pt idx="102">
                  <c:v>0.2692</c:v>
                </c:pt>
                <c:pt idx="103">
                  <c:v>0.2248</c:v>
                </c:pt>
                <c:pt idx="104">
                  <c:v>0.1861</c:v>
                </c:pt>
                <c:pt idx="105">
                  <c:v>0.1586</c:v>
                </c:pt>
                <c:pt idx="106">
                  <c:v>0.1489</c:v>
                </c:pt>
                <c:pt idx="107">
                  <c:v>0.1066</c:v>
                </c:pt>
                <c:pt idx="108">
                  <c:v>0.0988</c:v>
                </c:pt>
                <c:pt idx="109">
                  <c:v>0.0669</c:v>
                </c:pt>
                <c:pt idx="110">
                  <c:v>0.0534</c:v>
                </c:pt>
                <c:pt idx="111">
                  <c:v>0.0267</c:v>
                </c:pt>
                <c:pt idx="112">
                  <c:v>0.0076</c:v>
                </c:pt>
                <c:pt idx="113">
                  <c:v>0.0049</c:v>
                </c:pt>
                <c:pt idx="114">
                  <c:v>0.0089</c:v>
                </c:pt>
                <c:pt idx="115">
                  <c:v>0.0011</c:v>
                </c:pt>
                <c:pt idx="116">
                  <c:v>0.0057</c:v>
                </c:pt>
                <c:pt idx="117">
                  <c:v>-0.007</c:v>
                </c:pt>
                <c:pt idx="118">
                  <c:v>-0.0085</c:v>
                </c:pt>
                <c:pt idx="119">
                  <c:v>0.0004</c:v>
                </c:pt>
                <c:pt idx="120">
                  <c:v>0.0018</c:v>
                </c:pt>
                <c:pt idx="121">
                  <c:v>0.0098</c:v>
                </c:pt>
                <c:pt idx="122">
                  <c:v>0.0082</c:v>
                </c:pt>
                <c:pt idx="123">
                  <c:v>0.0015</c:v>
                </c:pt>
                <c:pt idx="124">
                  <c:v>-0.0075</c:v>
                </c:pt>
                <c:pt idx="125">
                  <c:v>-0.0079</c:v>
                </c:pt>
                <c:pt idx="126">
                  <c:v>-0.004</c:v>
                </c:pt>
                <c:pt idx="127">
                  <c:v>0.0129</c:v>
                </c:pt>
                <c:pt idx="128">
                  <c:v>-0.0094</c:v>
                </c:pt>
                <c:pt idx="129">
                  <c:v>0.0126</c:v>
                </c:pt>
                <c:pt idx="130">
                  <c:v>0.0021</c:v>
                </c:pt>
                <c:pt idx="131">
                  <c:v>-0.0114</c:v>
                </c:pt>
                <c:pt idx="132">
                  <c:v>0.0119</c:v>
                </c:pt>
                <c:pt idx="133">
                  <c:v>-0.0067</c:v>
                </c:pt>
                <c:pt idx="134">
                  <c:v>-0.0025</c:v>
                </c:pt>
                <c:pt idx="135">
                  <c:v>0.0018</c:v>
                </c:pt>
                <c:pt idx="136">
                  <c:v>-0.0206</c:v>
                </c:pt>
                <c:pt idx="137">
                  <c:v>-0.012</c:v>
                </c:pt>
                <c:pt idx="138">
                  <c:v>-0.003</c:v>
                </c:pt>
                <c:pt idx="139">
                  <c:v>0.0056</c:v>
                </c:pt>
                <c:pt idx="140">
                  <c:v>-0.0085</c:v>
                </c:pt>
                <c:pt idx="141">
                  <c:v>-0.0019</c:v>
                </c:pt>
                <c:pt idx="142">
                  <c:v>-0.0057</c:v>
                </c:pt>
                <c:pt idx="143">
                  <c:v>-0.0251</c:v>
                </c:pt>
                <c:pt idx="144">
                  <c:v>-0.0026</c:v>
                </c:pt>
                <c:pt idx="145">
                  <c:v>-0.0059</c:v>
                </c:pt>
                <c:pt idx="146">
                  <c:v>0.0057</c:v>
                </c:pt>
                <c:pt idx="147">
                  <c:v>-0.0178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-0.0154</c:v>
                </c:pt>
                <c:pt idx="1">
                  <c:v>-0.0097</c:v>
                </c:pt>
                <c:pt idx="2">
                  <c:v>-0.014</c:v>
                </c:pt>
                <c:pt idx="3">
                  <c:v>-0.0227</c:v>
                </c:pt>
                <c:pt idx="4">
                  <c:v>-0.0074</c:v>
                </c:pt>
                <c:pt idx="5">
                  <c:v>-0.0128</c:v>
                </c:pt>
                <c:pt idx="6">
                  <c:v>-0.0121</c:v>
                </c:pt>
                <c:pt idx="7">
                  <c:v>-0.0026</c:v>
                </c:pt>
                <c:pt idx="8">
                  <c:v>0.0149</c:v>
                </c:pt>
                <c:pt idx="9">
                  <c:v>0.0021</c:v>
                </c:pt>
                <c:pt idx="10">
                  <c:v>0.0117</c:v>
                </c:pt>
                <c:pt idx="11">
                  <c:v>0.0095</c:v>
                </c:pt>
                <c:pt idx="12">
                  <c:v>0.0083</c:v>
                </c:pt>
                <c:pt idx="13">
                  <c:v>0.0217</c:v>
                </c:pt>
                <c:pt idx="14">
                  <c:v>0.0116</c:v>
                </c:pt>
                <c:pt idx="15">
                  <c:v>0.0249</c:v>
                </c:pt>
                <c:pt idx="16">
                  <c:v>0.0292</c:v>
                </c:pt>
                <c:pt idx="17">
                  <c:v>0.0153</c:v>
                </c:pt>
                <c:pt idx="18">
                  <c:v>0.0111</c:v>
                </c:pt>
                <c:pt idx="19">
                  <c:v>0.0171</c:v>
                </c:pt>
                <c:pt idx="20">
                  <c:v>0.014</c:v>
                </c:pt>
                <c:pt idx="21">
                  <c:v>0.022</c:v>
                </c:pt>
                <c:pt idx="22">
                  <c:v>0.0118</c:v>
                </c:pt>
                <c:pt idx="23">
                  <c:v>0.0234</c:v>
                </c:pt>
                <c:pt idx="24">
                  <c:v>0.0221</c:v>
                </c:pt>
                <c:pt idx="25">
                  <c:v>0.0214</c:v>
                </c:pt>
                <c:pt idx="26">
                  <c:v>0.027</c:v>
                </c:pt>
                <c:pt idx="27">
                  <c:v>0.0163</c:v>
                </c:pt>
                <c:pt idx="28">
                  <c:v>0.0327</c:v>
                </c:pt>
                <c:pt idx="29">
                  <c:v>0.016</c:v>
                </c:pt>
                <c:pt idx="30">
                  <c:v>0.0315</c:v>
                </c:pt>
                <c:pt idx="31">
                  <c:v>0.031</c:v>
                </c:pt>
                <c:pt idx="32">
                  <c:v>0.0224</c:v>
                </c:pt>
                <c:pt idx="33">
                  <c:v>0.0431</c:v>
                </c:pt>
                <c:pt idx="34">
                  <c:v>0.0504</c:v>
                </c:pt>
                <c:pt idx="35">
                  <c:v>0.0367</c:v>
                </c:pt>
                <c:pt idx="36">
                  <c:v>0.0483</c:v>
                </c:pt>
                <c:pt idx="37">
                  <c:v>0.06</c:v>
                </c:pt>
                <c:pt idx="38">
                  <c:v>0.0504</c:v>
                </c:pt>
                <c:pt idx="39">
                  <c:v>0.0761</c:v>
                </c:pt>
                <c:pt idx="40">
                  <c:v>0.0889</c:v>
                </c:pt>
                <c:pt idx="41">
                  <c:v>0.1031</c:v>
                </c:pt>
                <c:pt idx="42">
                  <c:v>0.1063</c:v>
                </c:pt>
                <c:pt idx="43">
                  <c:v>0.1195</c:v>
                </c:pt>
                <c:pt idx="44">
                  <c:v>0.1447</c:v>
                </c:pt>
                <c:pt idx="45">
                  <c:v>0.1717</c:v>
                </c:pt>
                <c:pt idx="46">
                  <c:v>0.2265</c:v>
                </c:pt>
                <c:pt idx="47">
                  <c:v>0.2607</c:v>
                </c:pt>
                <c:pt idx="48">
                  <c:v>0.3247</c:v>
                </c:pt>
                <c:pt idx="49">
                  <c:v>0.3371</c:v>
                </c:pt>
                <c:pt idx="50">
                  <c:v>0.359</c:v>
                </c:pt>
                <c:pt idx="51">
                  <c:v>0.3625</c:v>
                </c:pt>
                <c:pt idx="52">
                  <c:v>0.3542</c:v>
                </c:pt>
                <c:pt idx="53">
                  <c:v>0.351</c:v>
                </c:pt>
                <c:pt idx="54">
                  <c:v>0.322</c:v>
                </c:pt>
                <c:pt idx="55">
                  <c:v>0.2861</c:v>
                </c:pt>
                <c:pt idx="56">
                  <c:v>0.2431</c:v>
                </c:pt>
                <c:pt idx="57">
                  <c:v>0.1923</c:v>
                </c:pt>
                <c:pt idx="58">
                  <c:v>0.1701</c:v>
                </c:pt>
                <c:pt idx="59">
                  <c:v>0.1238</c:v>
                </c:pt>
                <c:pt idx="60">
                  <c:v>0.119</c:v>
                </c:pt>
                <c:pt idx="61">
                  <c:v>0.1185</c:v>
                </c:pt>
                <c:pt idx="62">
                  <c:v>0.1142</c:v>
                </c:pt>
                <c:pt idx="63">
                  <c:v>0.1087</c:v>
                </c:pt>
                <c:pt idx="64">
                  <c:v>0.1204</c:v>
                </c:pt>
                <c:pt idx="65">
                  <c:v>0.1303</c:v>
                </c:pt>
                <c:pt idx="66">
                  <c:v>0.1257</c:v>
                </c:pt>
                <c:pt idx="67">
                  <c:v>0.1332</c:v>
                </c:pt>
                <c:pt idx="68">
                  <c:v>0.1318</c:v>
                </c:pt>
                <c:pt idx="69">
                  <c:v>0.1409</c:v>
                </c:pt>
                <c:pt idx="70">
                  <c:v>0.1504</c:v>
                </c:pt>
                <c:pt idx="71">
                  <c:v>0.1443</c:v>
                </c:pt>
                <c:pt idx="72">
                  <c:v>0.1604</c:v>
                </c:pt>
                <c:pt idx="73">
                  <c:v>0.1482</c:v>
                </c:pt>
                <c:pt idx="74">
                  <c:v>0.1626</c:v>
                </c:pt>
                <c:pt idx="75">
                  <c:v>0.1705</c:v>
                </c:pt>
                <c:pt idx="76">
                  <c:v>0.163</c:v>
                </c:pt>
                <c:pt idx="77">
                  <c:v>0.1766</c:v>
                </c:pt>
                <c:pt idx="78">
                  <c:v>0.1902</c:v>
                </c:pt>
                <c:pt idx="79">
                  <c:v>0.1958</c:v>
                </c:pt>
                <c:pt idx="80">
                  <c:v>0.2171</c:v>
                </c:pt>
                <c:pt idx="81">
                  <c:v>0.2289</c:v>
                </c:pt>
                <c:pt idx="82">
                  <c:v>0.253</c:v>
                </c:pt>
                <c:pt idx="83">
                  <c:v>0.253</c:v>
                </c:pt>
                <c:pt idx="84">
                  <c:v>0.2885</c:v>
                </c:pt>
                <c:pt idx="85">
                  <c:v>0.3094</c:v>
                </c:pt>
                <c:pt idx="86">
                  <c:v>0.3284</c:v>
                </c:pt>
                <c:pt idx="87">
                  <c:v>0.3734</c:v>
                </c:pt>
                <c:pt idx="88">
                  <c:v>0.4083</c:v>
                </c:pt>
                <c:pt idx="89">
                  <c:v>0.4647</c:v>
                </c:pt>
                <c:pt idx="90">
                  <c:v>0.5142</c:v>
                </c:pt>
                <c:pt idx="91">
                  <c:v>0.5692</c:v>
                </c:pt>
                <c:pt idx="92">
                  <c:v>0.6433</c:v>
                </c:pt>
                <c:pt idx="93">
                  <c:v>0.685</c:v>
                </c:pt>
                <c:pt idx="94">
                  <c:v>0.7247</c:v>
                </c:pt>
                <c:pt idx="95">
                  <c:v>0.7451</c:v>
                </c:pt>
                <c:pt idx="96">
                  <c:v>0.7511</c:v>
                </c:pt>
                <c:pt idx="97">
                  <c:v>0.6958</c:v>
                </c:pt>
                <c:pt idx="98">
                  <c:v>0.613</c:v>
                </c:pt>
                <c:pt idx="99">
                  <c:v>0.5188</c:v>
                </c:pt>
                <c:pt idx="100">
                  <c:v>0.4248</c:v>
                </c:pt>
                <c:pt idx="101">
                  <c:v>0.3474</c:v>
                </c:pt>
                <c:pt idx="102">
                  <c:v>0.2898</c:v>
                </c:pt>
                <c:pt idx="103">
                  <c:v>0.2359</c:v>
                </c:pt>
                <c:pt idx="104">
                  <c:v>0.1898</c:v>
                </c:pt>
                <c:pt idx="105">
                  <c:v>0.1609</c:v>
                </c:pt>
                <c:pt idx="106">
                  <c:v>0.1321</c:v>
                </c:pt>
                <c:pt idx="107">
                  <c:v>0.1248</c:v>
                </c:pt>
                <c:pt idx="108">
                  <c:v>0.094</c:v>
                </c:pt>
                <c:pt idx="109">
                  <c:v>0.0826</c:v>
                </c:pt>
                <c:pt idx="110">
                  <c:v>0.0659</c:v>
                </c:pt>
                <c:pt idx="111">
                  <c:v>0.0338</c:v>
                </c:pt>
                <c:pt idx="112">
                  <c:v>0.0213</c:v>
                </c:pt>
                <c:pt idx="113">
                  <c:v>0.0194</c:v>
                </c:pt>
                <c:pt idx="114">
                  <c:v>0.0017</c:v>
                </c:pt>
                <c:pt idx="115">
                  <c:v>0.0065</c:v>
                </c:pt>
                <c:pt idx="116">
                  <c:v>-0.0072</c:v>
                </c:pt>
                <c:pt idx="117">
                  <c:v>-0.0014</c:v>
                </c:pt>
                <c:pt idx="118">
                  <c:v>0.0025</c:v>
                </c:pt>
                <c:pt idx="119">
                  <c:v>0.0039</c:v>
                </c:pt>
                <c:pt idx="120">
                  <c:v>-0.0103</c:v>
                </c:pt>
                <c:pt idx="121">
                  <c:v>-0.0016</c:v>
                </c:pt>
                <c:pt idx="122">
                  <c:v>-0.0095</c:v>
                </c:pt>
                <c:pt idx="123">
                  <c:v>0.0034</c:v>
                </c:pt>
                <c:pt idx="124">
                  <c:v>0.0031</c:v>
                </c:pt>
                <c:pt idx="125">
                  <c:v>-0.0042</c:v>
                </c:pt>
                <c:pt idx="126">
                  <c:v>-0.0015</c:v>
                </c:pt>
                <c:pt idx="127">
                  <c:v>-0.0034</c:v>
                </c:pt>
                <c:pt idx="128">
                  <c:v>0.0103</c:v>
                </c:pt>
                <c:pt idx="129">
                  <c:v>-0.0175</c:v>
                </c:pt>
                <c:pt idx="130">
                  <c:v>-0.0062</c:v>
                </c:pt>
                <c:pt idx="131">
                  <c:v>-0.0062</c:v>
                </c:pt>
                <c:pt idx="132">
                  <c:v>0.01</c:v>
                </c:pt>
                <c:pt idx="133">
                  <c:v>-0.0137</c:v>
                </c:pt>
                <c:pt idx="134">
                  <c:v>0.0184</c:v>
                </c:pt>
                <c:pt idx="135">
                  <c:v>-0.0165</c:v>
                </c:pt>
                <c:pt idx="136">
                  <c:v>-0.003</c:v>
                </c:pt>
                <c:pt idx="137">
                  <c:v>0.0039</c:v>
                </c:pt>
                <c:pt idx="138">
                  <c:v>0.0022</c:v>
                </c:pt>
                <c:pt idx="139">
                  <c:v>-0.0067</c:v>
                </c:pt>
                <c:pt idx="140">
                  <c:v>0.0038</c:v>
                </c:pt>
                <c:pt idx="141">
                  <c:v>-0.0135</c:v>
                </c:pt>
                <c:pt idx="142">
                  <c:v>0.0036</c:v>
                </c:pt>
                <c:pt idx="143">
                  <c:v>-0.0068</c:v>
                </c:pt>
                <c:pt idx="144">
                  <c:v>-0.0033</c:v>
                </c:pt>
                <c:pt idx="145">
                  <c:v>-0.0009</c:v>
                </c:pt>
                <c:pt idx="146">
                  <c:v>-0.0064</c:v>
                </c:pt>
                <c:pt idx="147">
                  <c:v>-0.0013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0.25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.25"/>
          <c:min val="-0.2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PIR(PUR) 준불연  0.58 · 0.53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6"/>
          <c:w val="0.84"/>
          <c:h val="0.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0.022</c:v>
                </c:pt>
                <c:pt idx="1">
                  <c:v>0.0048</c:v>
                </c:pt>
                <c:pt idx="2">
                  <c:v>0.0358</c:v>
                </c:pt>
                <c:pt idx="3">
                  <c:v>0.0036</c:v>
                </c:pt>
                <c:pt idx="4">
                  <c:v>0.0318</c:v>
                </c:pt>
                <c:pt idx="5">
                  <c:v>0.0326</c:v>
                </c:pt>
                <c:pt idx="6">
                  <c:v>0.0448</c:v>
                </c:pt>
                <c:pt idx="7">
                  <c:v>0.0567</c:v>
                </c:pt>
                <c:pt idx="8">
                  <c:v>0.0525</c:v>
                </c:pt>
                <c:pt idx="9">
                  <c:v>0.0434</c:v>
                </c:pt>
                <c:pt idx="10">
                  <c:v>0.0637</c:v>
                </c:pt>
                <c:pt idx="11">
                  <c:v>0.0573</c:v>
                </c:pt>
                <c:pt idx="12">
                  <c:v>0.0548</c:v>
                </c:pt>
                <c:pt idx="13">
                  <c:v>0.0613</c:v>
                </c:pt>
                <c:pt idx="14">
                  <c:v>0.0651</c:v>
                </c:pt>
                <c:pt idx="15">
                  <c:v>0.0866</c:v>
                </c:pt>
                <c:pt idx="16">
                  <c:v>0.0827</c:v>
                </c:pt>
                <c:pt idx="17">
                  <c:v>0.0828</c:v>
                </c:pt>
                <c:pt idx="18">
                  <c:v>0.0853</c:v>
                </c:pt>
                <c:pt idx="19">
                  <c:v>0.0661</c:v>
                </c:pt>
                <c:pt idx="20">
                  <c:v>0.0819</c:v>
                </c:pt>
                <c:pt idx="21">
                  <c:v>0.0531</c:v>
                </c:pt>
                <c:pt idx="22">
                  <c:v>0.0918</c:v>
                </c:pt>
                <c:pt idx="23">
                  <c:v>0.0132</c:v>
                </c:pt>
                <c:pt idx="24">
                  <c:v>0.0527</c:v>
                </c:pt>
                <c:pt idx="25">
                  <c:v>0.1796</c:v>
                </c:pt>
                <c:pt idx="26">
                  <c:v>0.1501</c:v>
                </c:pt>
                <c:pt idx="27">
                  <c:v>0.1318</c:v>
                </c:pt>
                <c:pt idx="28">
                  <c:v>0.1303</c:v>
                </c:pt>
                <c:pt idx="29">
                  <c:v>0.1177</c:v>
                </c:pt>
                <c:pt idx="30">
                  <c:v>0.1344</c:v>
                </c:pt>
                <c:pt idx="31">
                  <c:v>0.1195</c:v>
                </c:pt>
                <c:pt idx="32">
                  <c:v>0.1305</c:v>
                </c:pt>
                <c:pt idx="33">
                  <c:v>0.1284</c:v>
                </c:pt>
                <c:pt idx="34">
                  <c:v>0.1404</c:v>
                </c:pt>
                <c:pt idx="35">
                  <c:v>0.1178</c:v>
                </c:pt>
                <c:pt idx="36">
                  <c:v>0.1152</c:v>
                </c:pt>
                <c:pt idx="37">
                  <c:v>0.1127</c:v>
                </c:pt>
                <c:pt idx="38">
                  <c:v>0.1248</c:v>
                </c:pt>
                <c:pt idx="39">
                  <c:v>0.0753</c:v>
                </c:pt>
                <c:pt idx="40">
                  <c:v>0.0976</c:v>
                </c:pt>
                <c:pt idx="41">
                  <c:v>0.0892</c:v>
                </c:pt>
                <c:pt idx="42">
                  <c:v>0.0969</c:v>
                </c:pt>
                <c:pt idx="43">
                  <c:v>0.1404</c:v>
                </c:pt>
                <c:pt idx="44">
                  <c:v>0.1551</c:v>
                </c:pt>
                <c:pt idx="45">
                  <c:v>0.1863</c:v>
                </c:pt>
                <c:pt idx="46">
                  <c:v>0.2552</c:v>
                </c:pt>
                <c:pt idx="47">
                  <c:v>0.2626</c:v>
                </c:pt>
                <c:pt idx="48">
                  <c:v>0.295</c:v>
                </c:pt>
                <c:pt idx="49">
                  <c:v>0.3381</c:v>
                </c:pt>
                <c:pt idx="50">
                  <c:v>0.3271</c:v>
                </c:pt>
                <c:pt idx="51">
                  <c:v>0.3269</c:v>
                </c:pt>
                <c:pt idx="52">
                  <c:v>0.3515</c:v>
                </c:pt>
                <c:pt idx="53">
                  <c:v>0.3572</c:v>
                </c:pt>
                <c:pt idx="54">
                  <c:v>0.3864</c:v>
                </c:pt>
                <c:pt idx="55">
                  <c:v>0.4186</c:v>
                </c:pt>
                <c:pt idx="56">
                  <c:v>0.4696</c:v>
                </c:pt>
                <c:pt idx="57">
                  <c:v>0.4807</c:v>
                </c:pt>
                <c:pt idx="58">
                  <c:v>0.4991</c:v>
                </c:pt>
                <c:pt idx="59">
                  <c:v>0.4547</c:v>
                </c:pt>
                <c:pt idx="60">
                  <c:v>0.398</c:v>
                </c:pt>
                <c:pt idx="61">
                  <c:v>0.3493</c:v>
                </c:pt>
                <c:pt idx="62">
                  <c:v>0.2603</c:v>
                </c:pt>
                <c:pt idx="63">
                  <c:v>0.226</c:v>
                </c:pt>
                <c:pt idx="64">
                  <c:v>0.1976</c:v>
                </c:pt>
                <c:pt idx="65">
                  <c:v>0.1852</c:v>
                </c:pt>
                <c:pt idx="66">
                  <c:v>0.1743</c:v>
                </c:pt>
                <c:pt idx="67">
                  <c:v>0.1708</c:v>
                </c:pt>
                <c:pt idx="68">
                  <c:v>0.1647</c:v>
                </c:pt>
                <c:pt idx="69">
                  <c:v>0.1416</c:v>
                </c:pt>
                <c:pt idx="70">
                  <c:v>0.1338</c:v>
                </c:pt>
                <c:pt idx="71">
                  <c:v>0.1142</c:v>
                </c:pt>
                <c:pt idx="72">
                  <c:v>0.1167</c:v>
                </c:pt>
                <c:pt idx="73">
                  <c:v>0.1124</c:v>
                </c:pt>
                <c:pt idx="74">
                  <c:v>0.0715</c:v>
                </c:pt>
                <c:pt idx="75">
                  <c:v>0.0881</c:v>
                </c:pt>
                <c:pt idx="76">
                  <c:v>0.0783</c:v>
                </c:pt>
                <c:pt idx="77">
                  <c:v>0.0817</c:v>
                </c:pt>
                <c:pt idx="78">
                  <c:v>0.0828</c:v>
                </c:pt>
                <c:pt idx="79">
                  <c:v>0.0655</c:v>
                </c:pt>
                <c:pt idx="80">
                  <c:v>0.062</c:v>
                </c:pt>
                <c:pt idx="81">
                  <c:v>0.0767</c:v>
                </c:pt>
                <c:pt idx="82">
                  <c:v>0.0575</c:v>
                </c:pt>
                <c:pt idx="83">
                  <c:v>0.0655</c:v>
                </c:pt>
                <c:pt idx="84">
                  <c:v>0.0631</c:v>
                </c:pt>
                <c:pt idx="85">
                  <c:v>0.0606</c:v>
                </c:pt>
                <c:pt idx="86">
                  <c:v>0.0472</c:v>
                </c:pt>
                <c:pt idx="87">
                  <c:v>0.0387</c:v>
                </c:pt>
                <c:pt idx="88">
                  <c:v>0.0531</c:v>
                </c:pt>
                <c:pt idx="89">
                  <c:v>0.0417</c:v>
                </c:pt>
                <c:pt idx="90">
                  <c:v>0.0269</c:v>
                </c:pt>
                <c:pt idx="91">
                  <c:v>0.0287</c:v>
                </c:pt>
                <c:pt idx="92">
                  <c:v>0.0296</c:v>
                </c:pt>
                <c:pt idx="93">
                  <c:v>0.0559</c:v>
                </c:pt>
                <c:pt idx="94">
                  <c:v>0.0645</c:v>
                </c:pt>
                <c:pt idx="95">
                  <c:v>0.0563</c:v>
                </c:pt>
                <c:pt idx="96">
                  <c:v>0.0829</c:v>
                </c:pt>
                <c:pt idx="97">
                  <c:v>0.0456</c:v>
                </c:pt>
                <c:pt idx="98">
                  <c:v>0.0621</c:v>
                </c:pt>
                <c:pt idx="99">
                  <c:v>0.0573</c:v>
                </c:pt>
                <c:pt idx="100">
                  <c:v>0.0599</c:v>
                </c:pt>
                <c:pt idx="101">
                  <c:v>0.0632</c:v>
                </c:pt>
                <c:pt idx="102">
                  <c:v>0.0727</c:v>
                </c:pt>
                <c:pt idx="103">
                  <c:v>0.0422</c:v>
                </c:pt>
                <c:pt idx="104">
                  <c:v>0.0602</c:v>
                </c:pt>
                <c:pt idx="105">
                  <c:v>0.0452</c:v>
                </c:pt>
                <c:pt idx="106">
                  <c:v>0.0719</c:v>
                </c:pt>
                <c:pt idx="107">
                  <c:v>0.0466</c:v>
                </c:pt>
                <c:pt idx="108">
                  <c:v>0.0457</c:v>
                </c:pt>
                <c:pt idx="109">
                  <c:v>0.0662</c:v>
                </c:pt>
                <c:pt idx="110">
                  <c:v>0.0631</c:v>
                </c:pt>
                <c:pt idx="111">
                  <c:v>0.0585</c:v>
                </c:pt>
                <c:pt idx="112">
                  <c:v>0.0821</c:v>
                </c:pt>
                <c:pt idx="113">
                  <c:v>0.0735</c:v>
                </c:pt>
                <c:pt idx="114">
                  <c:v>0.0834</c:v>
                </c:pt>
                <c:pt idx="115">
                  <c:v>0.0889</c:v>
                </c:pt>
                <c:pt idx="116">
                  <c:v>0.0993</c:v>
                </c:pt>
                <c:pt idx="117">
                  <c:v>0.1077</c:v>
                </c:pt>
                <c:pt idx="118">
                  <c:v>0.11</c:v>
                </c:pt>
                <c:pt idx="119">
                  <c:v>0.1194</c:v>
                </c:pt>
                <c:pt idx="120">
                  <c:v>0.1382</c:v>
                </c:pt>
                <c:pt idx="121">
                  <c:v>0.1191</c:v>
                </c:pt>
                <c:pt idx="122">
                  <c:v>0.1506</c:v>
                </c:pt>
                <c:pt idx="123">
                  <c:v>0.1495</c:v>
                </c:pt>
                <c:pt idx="124">
                  <c:v>0.1476</c:v>
                </c:pt>
                <c:pt idx="125">
                  <c:v>0.1706</c:v>
                </c:pt>
                <c:pt idx="126">
                  <c:v>0.178</c:v>
                </c:pt>
                <c:pt idx="127">
                  <c:v>0.1747</c:v>
                </c:pt>
                <c:pt idx="128">
                  <c:v>0.1804</c:v>
                </c:pt>
                <c:pt idx="129">
                  <c:v>0.1868</c:v>
                </c:pt>
                <c:pt idx="130">
                  <c:v>0.1827</c:v>
                </c:pt>
                <c:pt idx="131">
                  <c:v>0.2034</c:v>
                </c:pt>
                <c:pt idx="132">
                  <c:v>0.1884</c:v>
                </c:pt>
                <c:pt idx="133">
                  <c:v>0.2036</c:v>
                </c:pt>
                <c:pt idx="134">
                  <c:v>0.2105</c:v>
                </c:pt>
                <c:pt idx="135">
                  <c:v>0.1975</c:v>
                </c:pt>
                <c:pt idx="136">
                  <c:v>0.1973</c:v>
                </c:pt>
                <c:pt idx="137">
                  <c:v>0.2073</c:v>
                </c:pt>
                <c:pt idx="138">
                  <c:v>0.2004</c:v>
                </c:pt>
                <c:pt idx="139">
                  <c:v>0.1981</c:v>
                </c:pt>
                <c:pt idx="140">
                  <c:v>0.2072</c:v>
                </c:pt>
                <c:pt idx="141">
                  <c:v>0.2065</c:v>
                </c:pt>
                <c:pt idx="142">
                  <c:v>0.2042</c:v>
                </c:pt>
                <c:pt idx="143">
                  <c:v>0.2212</c:v>
                </c:pt>
                <c:pt idx="144">
                  <c:v>0.1947</c:v>
                </c:pt>
                <c:pt idx="145">
                  <c:v>0.2088</c:v>
                </c:pt>
                <c:pt idx="146">
                  <c:v>0.2092</c:v>
                </c:pt>
                <c:pt idx="147">
                  <c:v>0.2042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-0.014</c:v>
                </c:pt>
                <c:pt idx="1">
                  <c:v>-0.0238</c:v>
                </c:pt>
                <c:pt idx="2">
                  <c:v>0</c:v>
                </c:pt>
                <c:pt idx="3">
                  <c:v>-0.0048</c:v>
                </c:pt>
                <c:pt idx="4">
                  <c:v>-0.0095</c:v>
                </c:pt>
                <c:pt idx="5">
                  <c:v>0.0029</c:v>
                </c:pt>
                <c:pt idx="6">
                  <c:v>0.0061</c:v>
                </c:pt>
                <c:pt idx="7">
                  <c:v>0.0121</c:v>
                </c:pt>
                <c:pt idx="8">
                  <c:v>0.0024</c:v>
                </c:pt>
                <c:pt idx="9">
                  <c:v>0.0186</c:v>
                </c:pt>
                <c:pt idx="10">
                  <c:v>0.0236</c:v>
                </c:pt>
                <c:pt idx="11">
                  <c:v>0.0267</c:v>
                </c:pt>
                <c:pt idx="12">
                  <c:v>0.0355</c:v>
                </c:pt>
                <c:pt idx="13">
                  <c:v>0.0277</c:v>
                </c:pt>
                <c:pt idx="14">
                  <c:v>0.0522</c:v>
                </c:pt>
                <c:pt idx="15">
                  <c:v>0.0396</c:v>
                </c:pt>
                <c:pt idx="16">
                  <c:v>0.0519</c:v>
                </c:pt>
                <c:pt idx="17">
                  <c:v>0.0606</c:v>
                </c:pt>
                <c:pt idx="18">
                  <c:v>0.0488</c:v>
                </c:pt>
                <c:pt idx="19">
                  <c:v>0.0505</c:v>
                </c:pt>
                <c:pt idx="20">
                  <c:v>0.0465</c:v>
                </c:pt>
                <c:pt idx="21">
                  <c:v>0.0625</c:v>
                </c:pt>
                <c:pt idx="22">
                  <c:v>0.0542</c:v>
                </c:pt>
                <c:pt idx="23">
                  <c:v>0.0518</c:v>
                </c:pt>
                <c:pt idx="24">
                  <c:v>0.0589</c:v>
                </c:pt>
                <c:pt idx="25">
                  <c:v>0.058</c:v>
                </c:pt>
                <c:pt idx="26">
                  <c:v>0.0669</c:v>
                </c:pt>
                <c:pt idx="27">
                  <c:v>0.0782</c:v>
                </c:pt>
                <c:pt idx="28">
                  <c:v>0.0579</c:v>
                </c:pt>
                <c:pt idx="29">
                  <c:v>0.09</c:v>
                </c:pt>
                <c:pt idx="30">
                  <c:v>0.0975</c:v>
                </c:pt>
                <c:pt idx="31">
                  <c:v>0.0958</c:v>
                </c:pt>
                <c:pt idx="32">
                  <c:v>0.1058</c:v>
                </c:pt>
                <c:pt idx="33">
                  <c:v>0.1195</c:v>
                </c:pt>
                <c:pt idx="34">
                  <c:v>0.1247</c:v>
                </c:pt>
                <c:pt idx="35">
                  <c:v>0.1269</c:v>
                </c:pt>
                <c:pt idx="36">
                  <c:v>0.1264</c:v>
                </c:pt>
                <c:pt idx="37">
                  <c:v>0.1348</c:v>
                </c:pt>
                <c:pt idx="38">
                  <c:v>0.1151</c:v>
                </c:pt>
                <c:pt idx="39">
                  <c:v>0.084</c:v>
                </c:pt>
                <c:pt idx="40">
                  <c:v>0.0749</c:v>
                </c:pt>
                <c:pt idx="41">
                  <c:v>0.0913</c:v>
                </c:pt>
                <c:pt idx="42">
                  <c:v>0.0979</c:v>
                </c:pt>
                <c:pt idx="43">
                  <c:v>0.1262</c:v>
                </c:pt>
                <c:pt idx="44">
                  <c:v>0.1664</c:v>
                </c:pt>
                <c:pt idx="45">
                  <c:v>0.2122</c:v>
                </c:pt>
                <c:pt idx="46">
                  <c:v>0.2537</c:v>
                </c:pt>
                <c:pt idx="47">
                  <c:v>0.3069</c:v>
                </c:pt>
                <c:pt idx="48">
                  <c:v>0.3523</c:v>
                </c:pt>
                <c:pt idx="49">
                  <c:v>0.3613</c:v>
                </c:pt>
                <c:pt idx="50">
                  <c:v>0.3893</c:v>
                </c:pt>
                <c:pt idx="51">
                  <c:v>0.3992</c:v>
                </c:pt>
                <c:pt idx="52">
                  <c:v>0.4235</c:v>
                </c:pt>
                <c:pt idx="53">
                  <c:v>0.4761</c:v>
                </c:pt>
                <c:pt idx="54">
                  <c:v>0.53</c:v>
                </c:pt>
                <c:pt idx="55">
                  <c:v>0.5522</c:v>
                </c:pt>
                <c:pt idx="56">
                  <c:v>0.5313</c:v>
                </c:pt>
                <c:pt idx="57">
                  <c:v>0.5225</c:v>
                </c:pt>
                <c:pt idx="58">
                  <c:v>0.48</c:v>
                </c:pt>
                <c:pt idx="59">
                  <c:v>0.4243</c:v>
                </c:pt>
                <c:pt idx="60">
                  <c:v>0.3794</c:v>
                </c:pt>
                <c:pt idx="61">
                  <c:v>0.3079</c:v>
                </c:pt>
                <c:pt idx="62">
                  <c:v>0.2625</c:v>
                </c:pt>
                <c:pt idx="63">
                  <c:v>0.2374</c:v>
                </c:pt>
                <c:pt idx="64">
                  <c:v>0.2099</c:v>
                </c:pt>
                <c:pt idx="65">
                  <c:v>0.1952</c:v>
                </c:pt>
                <c:pt idx="66">
                  <c:v>0.1823</c:v>
                </c:pt>
                <c:pt idx="67">
                  <c:v>0.1802</c:v>
                </c:pt>
                <c:pt idx="68">
                  <c:v>0.1801</c:v>
                </c:pt>
                <c:pt idx="69">
                  <c:v>0.1537</c:v>
                </c:pt>
                <c:pt idx="70">
                  <c:v>0.1409</c:v>
                </c:pt>
                <c:pt idx="71">
                  <c:v>0.1481</c:v>
                </c:pt>
                <c:pt idx="72">
                  <c:v>0.1339</c:v>
                </c:pt>
                <c:pt idx="73">
                  <c:v>0.118</c:v>
                </c:pt>
                <c:pt idx="74">
                  <c:v>0.1325</c:v>
                </c:pt>
                <c:pt idx="75">
                  <c:v>0.106</c:v>
                </c:pt>
                <c:pt idx="76">
                  <c:v>0.1022</c:v>
                </c:pt>
                <c:pt idx="77">
                  <c:v>0.1158</c:v>
                </c:pt>
                <c:pt idx="78">
                  <c:v>0.0767</c:v>
                </c:pt>
                <c:pt idx="79">
                  <c:v>0.0955</c:v>
                </c:pt>
                <c:pt idx="80">
                  <c:v>0.0816</c:v>
                </c:pt>
                <c:pt idx="81">
                  <c:v>0.0846</c:v>
                </c:pt>
                <c:pt idx="82">
                  <c:v>0.0709</c:v>
                </c:pt>
                <c:pt idx="83">
                  <c:v>0.0735</c:v>
                </c:pt>
                <c:pt idx="84">
                  <c:v>0.0616</c:v>
                </c:pt>
                <c:pt idx="85">
                  <c:v>0.0596</c:v>
                </c:pt>
                <c:pt idx="86">
                  <c:v>0.0671</c:v>
                </c:pt>
                <c:pt idx="87">
                  <c:v>0.0628</c:v>
                </c:pt>
                <c:pt idx="88">
                  <c:v>0.0656</c:v>
                </c:pt>
                <c:pt idx="89">
                  <c:v>0.0517</c:v>
                </c:pt>
                <c:pt idx="90">
                  <c:v>0.057</c:v>
                </c:pt>
                <c:pt idx="91">
                  <c:v>0.0671</c:v>
                </c:pt>
                <c:pt idx="92">
                  <c:v>0.0817</c:v>
                </c:pt>
                <c:pt idx="93">
                  <c:v>0.081</c:v>
                </c:pt>
                <c:pt idx="94">
                  <c:v>0.0744</c:v>
                </c:pt>
                <c:pt idx="95">
                  <c:v>0.0636</c:v>
                </c:pt>
                <c:pt idx="96">
                  <c:v>0.0495</c:v>
                </c:pt>
                <c:pt idx="97">
                  <c:v>0.0624</c:v>
                </c:pt>
                <c:pt idx="98">
                  <c:v>0.0603</c:v>
                </c:pt>
                <c:pt idx="99">
                  <c:v>0.0524</c:v>
                </c:pt>
                <c:pt idx="100">
                  <c:v>0.0583</c:v>
                </c:pt>
                <c:pt idx="101">
                  <c:v>0.0576</c:v>
                </c:pt>
                <c:pt idx="102">
                  <c:v>0.0502</c:v>
                </c:pt>
                <c:pt idx="103">
                  <c:v>0.0349</c:v>
                </c:pt>
                <c:pt idx="104">
                  <c:v>0.0479</c:v>
                </c:pt>
                <c:pt idx="105">
                  <c:v>0.0478</c:v>
                </c:pt>
                <c:pt idx="106">
                  <c:v>0.0588</c:v>
                </c:pt>
                <c:pt idx="107">
                  <c:v>0.0427</c:v>
                </c:pt>
                <c:pt idx="108">
                  <c:v>0.0539</c:v>
                </c:pt>
                <c:pt idx="109">
                  <c:v>0.0494</c:v>
                </c:pt>
                <c:pt idx="110">
                  <c:v>0.0596</c:v>
                </c:pt>
                <c:pt idx="111">
                  <c:v>0.0628</c:v>
                </c:pt>
                <c:pt idx="112">
                  <c:v>0.0635</c:v>
                </c:pt>
                <c:pt idx="113">
                  <c:v>0.0784</c:v>
                </c:pt>
                <c:pt idx="114">
                  <c:v>0.0718</c:v>
                </c:pt>
                <c:pt idx="115">
                  <c:v>0.0758</c:v>
                </c:pt>
                <c:pt idx="116">
                  <c:v>0.0856</c:v>
                </c:pt>
                <c:pt idx="117">
                  <c:v>0.0727</c:v>
                </c:pt>
                <c:pt idx="118">
                  <c:v>0.0953</c:v>
                </c:pt>
                <c:pt idx="119">
                  <c:v>0.1009</c:v>
                </c:pt>
                <c:pt idx="120">
                  <c:v>0.098</c:v>
                </c:pt>
                <c:pt idx="121">
                  <c:v>0.1236</c:v>
                </c:pt>
                <c:pt idx="122">
                  <c:v>0.1292</c:v>
                </c:pt>
                <c:pt idx="123">
                  <c:v>0.1289</c:v>
                </c:pt>
                <c:pt idx="124">
                  <c:v>0.1368</c:v>
                </c:pt>
                <c:pt idx="125">
                  <c:v>0.1617</c:v>
                </c:pt>
                <c:pt idx="126">
                  <c:v>0.1534</c:v>
                </c:pt>
                <c:pt idx="127">
                  <c:v>0.183</c:v>
                </c:pt>
                <c:pt idx="128">
                  <c:v>0.1598</c:v>
                </c:pt>
                <c:pt idx="129">
                  <c:v>0.1812</c:v>
                </c:pt>
                <c:pt idx="130">
                  <c:v>0.1762</c:v>
                </c:pt>
                <c:pt idx="131">
                  <c:v>0.1957</c:v>
                </c:pt>
                <c:pt idx="132">
                  <c:v>0.1806</c:v>
                </c:pt>
                <c:pt idx="133">
                  <c:v>0.2078</c:v>
                </c:pt>
                <c:pt idx="134">
                  <c:v>0.1845</c:v>
                </c:pt>
                <c:pt idx="135">
                  <c:v>0.1978</c:v>
                </c:pt>
                <c:pt idx="136">
                  <c:v>0.1978</c:v>
                </c:pt>
                <c:pt idx="137">
                  <c:v>0.219</c:v>
                </c:pt>
                <c:pt idx="138">
                  <c:v>0.207</c:v>
                </c:pt>
                <c:pt idx="139">
                  <c:v>0.2202</c:v>
                </c:pt>
                <c:pt idx="140">
                  <c:v>0.2052</c:v>
                </c:pt>
                <c:pt idx="141">
                  <c:v>0.2243</c:v>
                </c:pt>
                <c:pt idx="142">
                  <c:v>0.2147</c:v>
                </c:pt>
                <c:pt idx="143">
                  <c:v>0.2267</c:v>
                </c:pt>
                <c:pt idx="144">
                  <c:v>0.2245</c:v>
                </c:pt>
                <c:pt idx="145">
                  <c:v>0.1959</c:v>
                </c:pt>
                <c:pt idx="146">
                  <c:v>0.2257</c:v>
                </c:pt>
                <c:pt idx="147">
                  <c:v>0.2197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-0.0056</c:v>
                </c:pt>
                <c:pt idx="1">
                  <c:v>-0.0192</c:v>
                </c:pt>
                <c:pt idx="2">
                  <c:v>-0.011</c:v>
                </c:pt>
                <c:pt idx="3">
                  <c:v>-0.0084</c:v>
                </c:pt>
                <c:pt idx="4">
                  <c:v>-0.0146</c:v>
                </c:pt>
                <c:pt idx="5">
                  <c:v>-0.0083</c:v>
                </c:pt>
                <c:pt idx="6">
                  <c:v>0.0002</c:v>
                </c:pt>
                <c:pt idx="7">
                  <c:v>0.0079</c:v>
                </c:pt>
                <c:pt idx="8">
                  <c:v>0.0055</c:v>
                </c:pt>
                <c:pt idx="9">
                  <c:v>0.0076</c:v>
                </c:pt>
                <c:pt idx="10">
                  <c:v>0.0243</c:v>
                </c:pt>
                <c:pt idx="11">
                  <c:v>0.0354</c:v>
                </c:pt>
                <c:pt idx="12">
                  <c:v>0.0331</c:v>
                </c:pt>
                <c:pt idx="13">
                  <c:v>0.0295</c:v>
                </c:pt>
                <c:pt idx="14">
                  <c:v>0.0307</c:v>
                </c:pt>
                <c:pt idx="15">
                  <c:v>0.0361</c:v>
                </c:pt>
                <c:pt idx="16">
                  <c:v>0.0484</c:v>
                </c:pt>
                <c:pt idx="17">
                  <c:v>0.0363</c:v>
                </c:pt>
                <c:pt idx="18">
                  <c:v>0.0316</c:v>
                </c:pt>
                <c:pt idx="19">
                  <c:v>0.0548</c:v>
                </c:pt>
                <c:pt idx="20">
                  <c:v>0.0249</c:v>
                </c:pt>
                <c:pt idx="21">
                  <c:v>0.0243</c:v>
                </c:pt>
                <c:pt idx="22">
                  <c:v>0.024</c:v>
                </c:pt>
                <c:pt idx="23">
                  <c:v>0.0327</c:v>
                </c:pt>
                <c:pt idx="24">
                  <c:v>0.0465</c:v>
                </c:pt>
                <c:pt idx="25">
                  <c:v>0.0372</c:v>
                </c:pt>
                <c:pt idx="26">
                  <c:v>0.0467</c:v>
                </c:pt>
                <c:pt idx="27">
                  <c:v>0.0546</c:v>
                </c:pt>
                <c:pt idx="28">
                  <c:v>0.0409</c:v>
                </c:pt>
                <c:pt idx="29">
                  <c:v>0.0673</c:v>
                </c:pt>
                <c:pt idx="30">
                  <c:v>0.0632</c:v>
                </c:pt>
                <c:pt idx="31">
                  <c:v>0.0629</c:v>
                </c:pt>
                <c:pt idx="32">
                  <c:v>0.084</c:v>
                </c:pt>
                <c:pt idx="33">
                  <c:v>0.0858</c:v>
                </c:pt>
                <c:pt idx="34">
                  <c:v>0.0907</c:v>
                </c:pt>
                <c:pt idx="35">
                  <c:v>0.0905</c:v>
                </c:pt>
                <c:pt idx="36">
                  <c:v>0.096</c:v>
                </c:pt>
                <c:pt idx="37">
                  <c:v>0.0897</c:v>
                </c:pt>
                <c:pt idx="38">
                  <c:v>0.0922</c:v>
                </c:pt>
                <c:pt idx="39">
                  <c:v>0.0712</c:v>
                </c:pt>
                <c:pt idx="40">
                  <c:v>0.0662</c:v>
                </c:pt>
                <c:pt idx="41">
                  <c:v>0.093</c:v>
                </c:pt>
                <c:pt idx="42">
                  <c:v>0.0907</c:v>
                </c:pt>
                <c:pt idx="43">
                  <c:v>0.1346</c:v>
                </c:pt>
                <c:pt idx="44">
                  <c:v>0.141</c:v>
                </c:pt>
                <c:pt idx="45">
                  <c:v>0.1913</c:v>
                </c:pt>
                <c:pt idx="46">
                  <c:v>0.2224</c:v>
                </c:pt>
                <c:pt idx="47">
                  <c:v>0.2526</c:v>
                </c:pt>
                <c:pt idx="48">
                  <c:v>0.2629</c:v>
                </c:pt>
                <c:pt idx="49">
                  <c:v>0.2888</c:v>
                </c:pt>
                <c:pt idx="50">
                  <c:v>0.292</c:v>
                </c:pt>
                <c:pt idx="51">
                  <c:v>0.2927</c:v>
                </c:pt>
                <c:pt idx="52">
                  <c:v>0.2932</c:v>
                </c:pt>
                <c:pt idx="53">
                  <c:v>0.2899</c:v>
                </c:pt>
                <c:pt idx="54">
                  <c:v>0.2838</c:v>
                </c:pt>
                <c:pt idx="55">
                  <c:v>0.2608</c:v>
                </c:pt>
                <c:pt idx="56">
                  <c:v>0.2282</c:v>
                </c:pt>
                <c:pt idx="57">
                  <c:v>0.2149</c:v>
                </c:pt>
                <c:pt idx="58">
                  <c:v>0.2078</c:v>
                </c:pt>
                <c:pt idx="59">
                  <c:v>0.184</c:v>
                </c:pt>
                <c:pt idx="60">
                  <c:v>0.1817</c:v>
                </c:pt>
                <c:pt idx="61">
                  <c:v>0.1838</c:v>
                </c:pt>
                <c:pt idx="62">
                  <c:v>0.1695</c:v>
                </c:pt>
                <c:pt idx="63">
                  <c:v>0.1789</c:v>
                </c:pt>
                <c:pt idx="64">
                  <c:v>0.1737</c:v>
                </c:pt>
                <c:pt idx="65">
                  <c:v>0.1605</c:v>
                </c:pt>
                <c:pt idx="66">
                  <c:v>0.1744</c:v>
                </c:pt>
                <c:pt idx="67">
                  <c:v>0.1518</c:v>
                </c:pt>
                <c:pt idx="68">
                  <c:v>0.165</c:v>
                </c:pt>
                <c:pt idx="69">
                  <c:v>0.1627</c:v>
                </c:pt>
                <c:pt idx="70">
                  <c:v>0.1526</c:v>
                </c:pt>
                <c:pt idx="71">
                  <c:v>0.1766</c:v>
                </c:pt>
                <c:pt idx="72">
                  <c:v>0.1584</c:v>
                </c:pt>
                <c:pt idx="73">
                  <c:v>0.1513</c:v>
                </c:pt>
                <c:pt idx="74">
                  <c:v>0.1635</c:v>
                </c:pt>
                <c:pt idx="75">
                  <c:v>0.173</c:v>
                </c:pt>
                <c:pt idx="76">
                  <c:v>0.1571</c:v>
                </c:pt>
                <c:pt idx="77">
                  <c:v>0.1682</c:v>
                </c:pt>
                <c:pt idx="78">
                  <c:v>0.172</c:v>
                </c:pt>
                <c:pt idx="79">
                  <c:v>0.1864</c:v>
                </c:pt>
                <c:pt idx="80">
                  <c:v>0.1652</c:v>
                </c:pt>
                <c:pt idx="81">
                  <c:v>0.2053</c:v>
                </c:pt>
                <c:pt idx="82">
                  <c:v>0.1948</c:v>
                </c:pt>
                <c:pt idx="83">
                  <c:v>0.2058</c:v>
                </c:pt>
                <c:pt idx="84">
                  <c:v>0.2339</c:v>
                </c:pt>
                <c:pt idx="85">
                  <c:v>0.254</c:v>
                </c:pt>
                <c:pt idx="86">
                  <c:v>0.2572</c:v>
                </c:pt>
                <c:pt idx="87">
                  <c:v>0.2939</c:v>
                </c:pt>
                <c:pt idx="88">
                  <c:v>0.32</c:v>
                </c:pt>
                <c:pt idx="89">
                  <c:v>0.3452</c:v>
                </c:pt>
                <c:pt idx="90">
                  <c:v>0.3791</c:v>
                </c:pt>
                <c:pt idx="91">
                  <c:v>0.3827</c:v>
                </c:pt>
                <c:pt idx="92">
                  <c:v>0.3999</c:v>
                </c:pt>
                <c:pt idx="93">
                  <c:v>0.4025</c:v>
                </c:pt>
                <c:pt idx="94">
                  <c:v>0.4562</c:v>
                </c:pt>
                <c:pt idx="95">
                  <c:v>0.5023</c:v>
                </c:pt>
                <c:pt idx="96">
                  <c:v>0.5193</c:v>
                </c:pt>
                <c:pt idx="97">
                  <c:v>0.4951</c:v>
                </c:pt>
                <c:pt idx="98">
                  <c:v>0.4541</c:v>
                </c:pt>
                <c:pt idx="99">
                  <c:v>0.3898</c:v>
                </c:pt>
                <c:pt idx="100">
                  <c:v>0.3133</c:v>
                </c:pt>
                <c:pt idx="101">
                  <c:v>0.2716</c:v>
                </c:pt>
                <c:pt idx="102">
                  <c:v>0.2346</c:v>
                </c:pt>
                <c:pt idx="103">
                  <c:v>0.1944</c:v>
                </c:pt>
                <c:pt idx="104">
                  <c:v>0.172</c:v>
                </c:pt>
                <c:pt idx="105">
                  <c:v>0.1457</c:v>
                </c:pt>
                <c:pt idx="106">
                  <c:v>0.1356</c:v>
                </c:pt>
                <c:pt idx="107">
                  <c:v>0.1226</c:v>
                </c:pt>
                <c:pt idx="108">
                  <c:v>0.123</c:v>
                </c:pt>
                <c:pt idx="109">
                  <c:v>0.1131</c:v>
                </c:pt>
                <c:pt idx="110">
                  <c:v>0.1047</c:v>
                </c:pt>
                <c:pt idx="111">
                  <c:v>0.1004</c:v>
                </c:pt>
                <c:pt idx="112">
                  <c:v>0.0931</c:v>
                </c:pt>
                <c:pt idx="113">
                  <c:v>0.0966</c:v>
                </c:pt>
                <c:pt idx="114">
                  <c:v>0.0771</c:v>
                </c:pt>
                <c:pt idx="115">
                  <c:v>0.0838</c:v>
                </c:pt>
                <c:pt idx="116">
                  <c:v>0.067</c:v>
                </c:pt>
                <c:pt idx="117">
                  <c:v>0.0655</c:v>
                </c:pt>
                <c:pt idx="118">
                  <c:v>0.0602</c:v>
                </c:pt>
                <c:pt idx="119">
                  <c:v>0.0627</c:v>
                </c:pt>
                <c:pt idx="120">
                  <c:v>0.0567</c:v>
                </c:pt>
                <c:pt idx="121">
                  <c:v>0.0585</c:v>
                </c:pt>
                <c:pt idx="122">
                  <c:v>0.0514</c:v>
                </c:pt>
                <c:pt idx="123">
                  <c:v>0.0503</c:v>
                </c:pt>
                <c:pt idx="124">
                  <c:v>0.0469</c:v>
                </c:pt>
                <c:pt idx="125">
                  <c:v>0.0357</c:v>
                </c:pt>
                <c:pt idx="126">
                  <c:v>0.0387</c:v>
                </c:pt>
                <c:pt idx="127">
                  <c:v>0.0326</c:v>
                </c:pt>
                <c:pt idx="128">
                  <c:v>0.0397</c:v>
                </c:pt>
                <c:pt idx="129">
                  <c:v>0.0353</c:v>
                </c:pt>
                <c:pt idx="130">
                  <c:v>0.0335</c:v>
                </c:pt>
                <c:pt idx="131">
                  <c:v>0.0461</c:v>
                </c:pt>
                <c:pt idx="132">
                  <c:v>0.0295</c:v>
                </c:pt>
                <c:pt idx="133">
                  <c:v>0.0409</c:v>
                </c:pt>
                <c:pt idx="134">
                  <c:v>0.0373</c:v>
                </c:pt>
                <c:pt idx="135">
                  <c:v>0.0363</c:v>
                </c:pt>
                <c:pt idx="136">
                  <c:v>0.0421</c:v>
                </c:pt>
                <c:pt idx="137">
                  <c:v>0.0383</c:v>
                </c:pt>
                <c:pt idx="138">
                  <c:v>0.0501</c:v>
                </c:pt>
                <c:pt idx="139">
                  <c:v>0.0604</c:v>
                </c:pt>
                <c:pt idx="140">
                  <c:v>0.0603</c:v>
                </c:pt>
                <c:pt idx="141">
                  <c:v>0.0525</c:v>
                </c:pt>
                <c:pt idx="142">
                  <c:v>0.0787</c:v>
                </c:pt>
                <c:pt idx="143">
                  <c:v>0.07</c:v>
                </c:pt>
                <c:pt idx="144">
                  <c:v>0.0782</c:v>
                </c:pt>
                <c:pt idx="145">
                  <c:v>0.066</c:v>
                </c:pt>
                <c:pt idx="146">
                  <c:v>0.0544</c:v>
                </c:pt>
                <c:pt idx="147">
                  <c:v>0.0533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-0.0141</c:v>
                </c:pt>
                <c:pt idx="1">
                  <c:v>-0.0021</c:v>
                </c:pt>
                <c:pt idx="2">
                  <c:v>-0.0315</c:v>
                </c:pt>
                <c:pt idx="3">
                  <c:v>-0.0067</c:v>
                </c:pt>
                <c:pt idx="4">
                  <c:v>-0.0061</c:v>
                </c:pt>
                <c:pt idx="5">
                  <c:v>-0.0052</c:v>
                </c:pt>
                <c:pt idx="6">
                  <c:v>-0.0021</c:v>
                </c:pt>
                <c:pt idx="7">
                  <c:v>0.0072</c:v>
                </c:pt>
                <c:pt idx="8">
                  <c:v>0.0169</c:v>
                </c:pt>
                <c:pt idx="9">
                  <c:v>0.0113</c:v>
                </c:pt>
                <c:pt idx="10">
                  <c:v>0.0141</c:v>
                </c:pt>
                <c:pt idx="11">
                  <c:v>0.0214</c:v>
                </c:pt>
                <c:pt idx="12">
                  <c:v>0.0136</c:v>
                </c:pt>
                <c:pt idx="13">
                  <c:v>0.0264</c:v>
                </c:pt>
                <c:pt idx="14">
                  <c:v>0.0346</c:v>
                </c:pt>
                <c:pt idx="15">
                  <c:v>0.0351</c:v>
                </c:pt>
                <c:pt idx="16">
                  <c:v>0.0308</c:v>
                </c:pt>
                <c:pt idx="17">
                  <c:v>0.0303</c:v>
                </c:pt>
                <c:pt idx="18">
                  <c:v>0.029</c:v>
                </c:pt>
                <c:pt idx="19">
                  <c:v>0.0253</c:v>
                </c:pt>
                <c:pt idx="20">
                  <c:v>0.0293</c:v>
                </c:pt>
                <c:pt idx="21">
                  <c:v>0.0279</c:v>
                </c:pt>
                <c:pt idx="22">
                  <c:v>0.021</c:v>
                </c:pt>
                <c:pt idx="23">
                  <c:v>0.0312</c:v>
                </c:pt>
                <c:pt idx="24">
                  <c:v>0.0383</c:v>
                </c:pt>
                <c:pt idx="25">
                  <c:v>0.0326</c:v>
                </c:pt>
                <c:pt idx="26">
                  <c:v>0.037</c:v>
                </c:pt>
                <c:pt idx="27">
                  <c:v>0.0421</c:v>
                </c:pt>
                <c:pt idx="28">
                  <c:v>0.0527</c:v>
                </c:pt>
                <c:pt idx="29">
                  <c:v>0.0555</c:v>
                </c:pt>
                <c:pt idx="30">
                  <c:v>0.0639</c:v>
                </c:pt>
                <c:pt idx="31">
                  <c:v>0.0736</c:v>
                </c:pt>
                <c:pt idx="32">
                  <c:v>0.073</c:v>
                </c:pt>
                <c:pt idx="33">
                  <c:v>0.0876</c:v>
                </c:pt>
                <c:pt idx="34">
                  <c:v>0.0879</c:v>
                </c:pt>
                <c:pt idx="35">
                  <c:v>0.0983</c:v>
                </c:pt>
                <c:pt idx="36">
                  <c:v>0.0854</c:v>
                </c:pt>
                <c:pt idx="37">
                  <c:v>0.1015</c:v>
                </c:pt>
                <c:pt idx="38">
                  <c:v>0.0825</c:v>
                </c:pt>
                <c:pt idx="39">
                  <c:v>0.0802</c:v>
                </c:pt>
                <c:pt idx="40">
                  <c:v>0.0696</c:v>
                </c:pt>
                <c:pt idx="41">
                  <c:v>0.0761</c:v>
                </c:pt>
                <c:pt idx="42">
                  <c:v>0.094</c:v>
                </c:pt>
                <c:pt idx="43">
                  <c:v>0.1078</c:v>
                </c:pt>
                <c:pt idx="44">
                  <c:v>0.1289</c:v>
                </c:pt>
                <c:pt idx="45">
                  <c:v>0.17</c:v>
                </c:pt>
                <c:pt idx="46">
                  <c:v>0.2045</c:v>
                </c:pt>
                <c:pt idx="47">
                  <c:v>0.2394</c:v>
                </c:pt>
                <c:pt idx="48">
                  <c:v>0.2612</c:v>
                </c:pt>
                <c:pt idx="49">
                  <c:v>0.2725</c:v>
                </c:pt>
                <c:pt idx="50">
                  <c:v>0.2863</c:v>
                </c:pt>
                <c:pt idx="51">
                  <c:v>0.284</c:v>
                </c:pt>
                <c:pt idx="52">
                  <c:v>0.2943</c:v>
                </c:pt>
                <c:pt idx="53">
                  <c:v>0.286</c:v>
                </c:pt>
                <c:pt idx="54">
                  <c:v>0.2712</c:v>
                </c:pt>
                <c:pt idx="55">
                  <c:v>0.2402</c:v>
                </c:pt>
                <c:pt idx="56">
                  <c:v>0.2376</c:v>
                </c:pt>
                <c:pt idx="57">
                  <c:v>0.2085</c:v>
                </c:pt>
                <c:pt idx="58">
                  <c:v>0.2063</c:v>
                </c:pt>
                <c:pt idx="59">
                  <c:v>0.187</c:v>
                </c:pt>
                <c:pt idx="60">
                  <c:v>0.1906</c:v>
                </c:pt>
                <c:pt idx="61">
                  <c:v>0.1729</c:v>
                </c:pt>
                <c:pt idx="62">
                  <c:v>0.1819</c:v>
                </c:pt>
                <c:pt idx="63">
                  <c:v>0.1651</c:v>
                </c:pt>
                <c:pt idx="64">
                  <c:v>0.168</c:v>
                </c:pt>
                <c:pt idx="65">
                  <c:v>0.1721</c:v>
                </c:pt>
                <c:pt idx="66">
                  <c:v>0.1661</c:v>
                </c:pt>
                <c:pt idx="67">
                  <c:v>0.1687</c:v>
                </c:pt>
                <c:pt idx="68">
                  <c:v>0.1519</c:v>
                </c:pt>
                <c:pt idx="69">
                  <c:v>0.1734</c:v>
                </c:pt>
                <c:pt idx="70">
                  <c:v>0.1545</c:v>
                </c:pt>
                <c:pt idx="71">
                  <c:v>0.1568</c:v>
                </c:pt>
                <c:pt idx="72">
                  <c:v>0.1678</c:v>
                </c:pt>
                <c:pt idx="73">
                  <c:v>0.1657</c:v>
                </c:pt>
                <c:pt idx="74">
                  <c:v>0.1602</c:v>
                </c:pt>
                <c:pt idx="75">
                  <c:v>0.1669</c:v>
                </c:pt>
                <c:pt idx="76">
                  <c:v>0.1658</c:v>
                </c:pt>
                <c:pt idx="77">
                  <c:v>0.1694</c:v>
                </c:pt>
                <c:pt idx="78">
                  <c:v>0.1608</c:v>
                </c:pt>
                <c:pt idx="79">
                  <c:v>0.1874</c:v>
                </c:pt>
                <c:pt idx="80">
                  <c:v>0.1872</c:v>
                </c:pt>
                <c:pt idx="81">
                  <c:v>0.2014</c:v>
                </c:pt>
                <c:pt idx="82">
                  <c:v>0.2022</c:v>
                </c:pt>
                <c:pt idx="83">
                  <c:v>0.2267</c:v>
                </c:pt>
                <c:pt idx="84">
                  <c:v>0.2409</c:v>
                </c:pt>
                <c:pt idx="85">
                  <c:v>0.2584</c:v>
                </c:pt>
                <c:pt idx="86">
                  <c:v>0.2757</c:v>
                </c:pt>
                <c:pt idx="87">
                  <c:v>0.2995</c:v>
                </c:pt>
                <c:pt idx="88">
                  <c:v>0.3371</c:v>
                </c:pt>
                <c:pt idx="89">
                  <c:v>0.3612</c:v>
                </c:pt>
                <c:pt idx="90">
                  <c:v>0.3886</c:v>
                </c:pt>
                <c:pt idx="91">
                  <c:v>0.421</c:v>
                </c:pt>
                <c:pt idx="92">
                  <c:v>0.4502</c:v>
                </c:pt>
                <c:pt idx="93">
                  <c:v>0.5037</c:v>
                </c:pt>
                <c:pt idx="94">
                  <c:v>0.5476</c:v>
                </c:pt>
                <c:pt idx="95">
                  <c:v>0.563</c:v>
                </c:pt>
                <c:pt idx="96">
                  <c:v>0.5012</c:v>
                </c:pt>
                <c:pt idx="97">
                  <c:v>0.6245</c:v>
                </c:pt>
                <c:pt idx="98">
                  <c:v>0.3888</c:v>
                </c:pt>
                <c:pt idx="99">
                  <c:v>0.3666</c:v>
                </c:pt>
                <c:pt idx="100">
                  <c:v>0.2847</c:v>
                </c:pt>
                <c:pt idx="101">
                  <c:v>0.2347</c:v>
                </c:pt>
                <c:pt idx="102">
                  <c:v>0.2254</c:v>
                </c:pt>
                <c:pt idx="103">
                  <c:v>0.1587</c:v>
                </c:pt>
                <c:pt idx="104">
                  <c:v>0.166</c:v>
                </c:pt>
                <c:pt idx="105">
                  <c:v>0.1371</c:v>
                </c:pt>
                <c:pt idx="106">
                  <c:v>0.117</c:v>
                </c:pt>
                <c:pt idx="107">
                  <c:v>0.1084</c:v>
                </c:pt>
                <c:pt idx="108">
                  <c:v>0.1077</c:v>
                </c:pt>
                <c:pt idx="109">
                  <c:v>0.1055</c:v>
                </c:pt>
                <c:pt idx="110">
                  <c:v>0.1019</c:v>
                </c:pt>
                <c:pt idx="111">
                  <c:v>0.0926</c:v>
                </c:pt>
                <c:pt idx="112">
                  <c:v>0.0998</c:v>
                </c:pt>
                <c:pt idx="113">
                  <c:v>0.0861</c:v>
                </c:pt>
                <c:pt idx="114">
                  <c:v>0.0844</c:v>
                </c:pt>
                <c:pt idx="115">
                  <c:v>0.0686</c:v>
                </c:pt>
                <c:pt idx="116">
                  <c:v>0.0825</c:v>
                </c:pt>
                <c:pt idx="117">
                  <c:v>0.0717</c:v>
                </c:pt>
                <c:pt idx="118">
                  <c:v>0.0683</c:v>
                </c:pt>
                <c:pt idx="119">
                  <c:v>0.067</c:v>
                </c:pt>
                <c:pt idx="120">
                  <c:v>0.0584</c:v>
                </c:pt>
                <c:pt idx="121">
                  <c:v>0.0465</c:v>
                </c:pt>
                <c:pt idx="122">
                  <c:v>0.0651</c:v>
                </c:pt>
                <c:pt idx="123">
                  <c:v>0.0328</c:v>
                </c:pt>
                <c:pt idx="124">
                  <c:v>0.0532</c:v>
                </c:pt>
                <c:pt idx="125">
                  <c:v>0.0422</c:v>
                </c:pt>
                <c:pt idx="126">
                  <c:v>0.0453</c:v>
                </c:pt>
                <c:pt idx="127">
                  <c:v>0.0338</c:v>
                </c:pt>
                <c:pt idx="128">
                  <c:v>0.0439</c:v>
                </c:pt>
                <c:pt idx="129">
                  <c:v>0.0398</c:v>
                </c:pt>
                <c:pt idx="130">
                  <c:v>0.0319</c:v>
                </c:pt>
                <c:pt idx="131">
                  <c:v>0.0333</c:v>
                </c:pt>
                <c:pt idx="132">
                  <c:v>0.0336</c:v>
                </c:pt>
                <c:pt idx="133">
                  <c:v>0.0335</c:v>
                </c:pt>
                <c:pt idx="134">
                  <c:v>0.0469</c:v>
                </c:pt>
                <c:pt idx="135">
                  <c:v>0.0503</c:v>
                </c:pt>
                <c:pt idx="136">
                  <c:v>0.0303</c:v>
                </c:pt>
                <c:pt idx="137">
                  <c:v>0.0424</c:v>
                </c:pt>
                <c:pt idx="138">
                  <c:v>0.0458</c:v>
                </c:pt>
                <c:pt idx="139">
                  <c:v>0.0562</c:v>
                </c:pt>
                <c:pt idx="140">
                  <c:v>0.0523</c:v>
                </c:pt>
                <c:pt idx="141">
                  <c:v>0.0732</c:v>
                </c:pt>
                <c:pt idx="142">
                  <c:v>0.0583</c:v>
                </c:pt>
                <c:pt idx="143">
                  <c:v>0.0596</c:v>
                </c:pt>
                <c:pt idx="144">
                  <c:v>0.0707</c:v>
                </c:pt>
                <c:pt idx="145">
                  <c:v>0.0548</c:v>
                </c:pt>
                <c:pt idx="146">
                  <c:v>0.0587</c:v>
                </c:pt>
                <c:pt idx="147">
                  <c:v>0.0656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0.25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.25"/>
          <c:min val="-0.2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PF 준불연 외부용  0.41 · 0.27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6"/>
          <c:w val="0.84"/>
          <c:h val="0.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0.0515</c:v>
                </c:pt>
                <c:pt idx="1">
                  <c:v>0.0464</c:v>
                </c:pt>
                <c:pt idx="2">
                  <c:v>0.0379</c:v>
                </c:pt>
                <c:pt idx="3">
                  <c:v>0.0149</c:v>
                </c:pt>
                <c:pt idx="4">
                  <c:v>0.0242</c:v>
                </c:pt>
                <c:pt idx="5">
                  <c:v>0.0293</c:v>
                </c:pt>
                <c:pt idx="6">
                  <c:v>0.0088</c:v>
                </c:pt>
                <c:pt idx="7">
                  <c:v>0.0216</c:v>
                </c:pt>
                <c:pt idx="8">
                  <c:v>0.0157</c:v>
                </c:pt>
                <c:pt idx="9">
                  <c:v>0.0221</c:v>
                </c:pt>
                <c:pt idx="10">
                  <c:v>0.0176</c:v>
                </c:pt>
                <c:pt idx="11">
                  <c:v>0.019</c:v>
                </c:pt>
                <c:pt idx="12">
                  <c:v>0.0254</c:v>
                </c:pt>
                <c:pt idx="13">
                  <c:v>0.0267</c:v>
                </c:pt>
                <c:pt idx="14">
                  <c:v>0.0331</c:v>
                </c:pt>
                <c:pt idx="15">
                  <c:v>0.0475</c:v>
                </c:pt>
                <c:pt idx="16">
                  <c:v>0.0185</c:v>
                </c:pt>
                <c:pt idx="17">
                  <c:v>0.0327</c:v>
                </c:pt>
                <c:pt idx="18">
                  <c:v>0.044</c:v>
                </c:pt>
                <c:pt idx="19">
                  <c:v>0.0405</c:v>
                </c:pt>
                <c:pt idx="20">
                  <c:v>0.0556</c:v>
                </c:pt>
                <c:pt idx="21">
                  <c:v>0.0457</c:v>
                </c:pt>
                <c:pt idx="22">
                  <c:v>0.0692</c:v>
                </c:pt>
                <c:pt idx="23">
                  <c:v>0.061</c:v>
                </c:pt>
                <c:pt idx="24">
                  <c:v>0.081</c:v>
                </c:pt>
                <c:pt idx="25">
                  <c:v>0.0759</c:v>
                </c:pt>
                <c:pt idx="26">
                  <c:v>0.0848</c:v>
                </c:pt>
                <c:pt idx="27">
                  <c:v>0.0864</c:v>
                </c:pt>
                <c:pt idx="28">
                  <c:v>0.0924</c:v>
                </c:pt>
                <c:pt idx="29">
                  <c:v>0.0961</c:v>
                </c:pt>
                <c:pt idx="30">
                  <c:v>0.1063</c:v>
                </c:pt>
                <c:pt idx="31">
                  <c:v>0.1267</c:v>
                </c:pt>
                <c:pt idx="32">
                  <c:v>0.119</c:v>
                </c:pt>
                <c:pt idx="33">
                  <c:v>0.1312</c:v>
                </c:pt>
                <c:pt idx="34">
                  <c:v>0.1339</c:v>
                </c:pt>
                <c:pt idx="35">
                  <c:v>0.1226</c:v>
                </c:pt>
                <c:pt idx="36">
                  <c:v>0.1128</c:v>
                </c:pt>
                <c:pt idx="37">
                  <c:v>0.1234</c:v>
                </c:pt>
                <c:pt idx="38">
                  <c:v>0.1335</c:v>
                </c:pt>
                <c:pt idx="39">
                  <c:v>0.1458</c:v>
                </c:pt>
                <c:pt idx="40">
                  <c:v>0.133</c:v>
                </c:pt>
                <c:pt idx="41">
                  <c:v>0.1517</c:v>
                </c:pt>
                <c:pt idx="42">
                  <c:v>0.1378</c:v>
                </c:pt>
                <c:pt idx="43">
                  <c:v>0.1496</c:v>
                </c:pt>
                <c:pt idx="44">
                  <c:v>0.1586</c:v>
                </c:pt>
                <c:pt idx="45">
                  <c:v>0.159</c:v>
                </c:pt>
                <c:pt idx="46">
                  <c:v>0.175</c:v>
                </c:pt>
                <c:pt idx="47">
                  <c:v>0.1644</c:v>
                </c:pt>
                <c:pt idx="48">
                  <c:v>0.1914</c:v>
                </c:pt>
                <c:pt idx="49">
                  <c:v>0.1563</c:v>
                </c:pt>
                <c:pt idx="50">
                  <c:v>0.1739</c:v>
                </c:pt>
                <c:pt idx="51">
                  <c:v>0.171</c:v>
                </c:pt>
                <c:pt idx="52">
                  <c:v>0.1662</c:v>
                </c:pt>
                <c:pt idx="53">
                  <c:v>0.1752</c:v>
                </c:pt>
                <c:pt idx="54">
                  <c:v>0.1724</c:v>
                </c:pt>
                <c:pt idx="55">
                  <c:v>0.1471</c:v>
                </c:pt>
                <c:pt idx="56">
                  <c:v>0.1652</c:v>
                </c:pt>
                <c:pt idx="57">
                  <c:v>0.1422</c:v>
                </c:pt>
                <c:pt idx="58">
                  <c:v>0.1434</c:v>
                </c:pt>
                <c:pt idx="59">
                  <c:v>0.138</c:v>
                </c:pt>
                <c:pt idx="60">
                  <c:v>0.1138</c:v>
                </c:pt>
                <c:pt idx="61">
                  <c:v>0.1203</c:v>
                </c:pt>
                <c:pt idx="62">
                  <c:v>0.109</c:v>
                </c:pt>
                <c:pt idx="63">
                  <c:v>0.1141</c:v>
                </c:pt>
                <c:pt idx="64">
                  <c:v>0.0929</c:v>
                </c:pt>
                <c:pt idx="65">
                  <c:v>0.1041</c:v>
                </c:pt>
                <c:pt idx="66">
                  <c:v>0.0959</c:v>
                </c:pt>
                <c:pt idx="67">
                  <c:v>0.0987</c:v>
                </c:pt>
                <c:pt idx="68">
                  <c:v>0.0866</c:v>
                </c:pt>
                <c:pt idx="69">
                  <c:v>0.0929</c:v>
                </c:pt>
                <c:pt idx="70">
                  <c:v>0.094</c:v>
                </c:pt>
                <c:pt idx="71">
                  <c:v>0.0875</c:v>
                </c:pt>
                <c:pt idx="72">
                  <c:v>0.0999</c:v>
                </c:pt>
                <c:pt idx="73">
                  <c:v>0.0899</c:v>
                </c:pt>
                <c:pt idx="74">
                  <c:v>0.0714</c:v>
                </c:pt>
                <c:pt idx="75">
                  <c:v>0.1093</c:v>
                </c:pt>
                <c:pt idx="76">
                  <c:v>0.0619</c:v>
                </c:pt>
                <c:pt idx="77">
                  <c:v>0.0929</c:v>
                </c:pt>
                <c:pt idx="78">
                  <c:v>0.0602</c:v>
                </c:pt>
                <c:pt idx="79">
                  <c:v>0.0716</c:v>
                </c:pt>
                <c:pt idx="80">
                  <c:v>0.0588</c:v>
                </c:pt>
                <c:pt idx="81">
                  <c:v>0.0521</c:v>
                </c:pt>
                <c:pt idx="82">
                  <c:v>0.0565</c:v>
                </c:pt>
                <c:pt idx="83">
                  <c:v>0.0619</c:v>
                </c:pt>
                <c:pt idx="84">
                  <c:v>0.0718</c:v>
                </c:pt>
                <c:pt idx="85">
                  <c:v>0.0681</c:v>
                </c:pt>
                <c:pt idx="86">
                  <c:v>0.0619</c:v>
                </c:pt>
                <c:pt idx="87">
                  <c:v>0.0902</c:v>
                </c:pt>
                <c:pt idx="88">
                  <c:v>0.0875</c:v>
                </c:pt>
                <c:pt idx="89">
                  <c:v>0.0987</c:v>
                </c:pt>
                <c:pt idx="90">
                  <c:v>0.105</c:v>
                </c:pt>
                <c:pt idx="91">
                  <c:v>0.1055</c:v>
                </c:pt>
                <c:pt idx="92">
                  <c:v>0.1245</c:v>
                </c:pt>
                <c:pt idx="93">
                  <c:v>0.1075</c:v>
                </c:pt>
                <c:pt idx="94">
                  <c:v>0.1181</c:v>
                </c:pt>
                <c:pt idx="95">
                  <c:v>0.1328</c:v>
                </c:pt>
                <c:pt idx="96">
                  <c:v>0.1321</c:v>
                </c:pt>
                <c:pt idx="97">
                  <c:v>0.1166</c:v>
                </c:pt>
                <c:pt idx="98">
                  <c:v>0.1391</c:v>
                </c:pt>
                <c:pt idx="99">
                  <c:v>0.1304</c:v>
                </c:pt>
                <c:pt idx="100">
                  <c:v>0.1555</c:v>
                </c:pt>
                <c:pt idx="101">
                  <c:v>0.1448</c:v>
                </c:pt>
                <c:pt idx="102">
                  <c:v>0.1499</c:v>
                </c:pt>
                <c:pt idx="103">
                  <c:v>0.1518</c:v>
                </c:pt>
                <c:pt idx="104">
                  <c:v>0.157</c:v>
                </c:pt>
                <c:pt idx="105">
                  <c:v>0.1601</c:v>
                </c:pt>
                <c:pt idx="106">
                  <c:v>0.1541</c:v>
                </c:pt>
                <c:pt idx="107">
                  <c:v>0.1548</c:v>
                </c:pt>
                <c:pt idx="108">
                  <c:v>0.1619</c:v>
                </c:pt>
                <c:pt idx="109">
                  <c:v>0.171</c:v>
                </c:pt>
                <c:pt idx="110">
                  <c:v>0.1792</c:v>
                </c:pt>
                <c:pt idx="111">
                  <c:v>0.1738</c:v>
                </c:pt>
                <c:pt idx="112">
                  <c:v>0.1734</c:v>
                </c:pt>
                <c:pt idx="113">
                  <c:v>0.1924</c:v>
                </c:pt>
                <c:pt idx="114">
                  <c:v>0.1704</c:v>
                </c:pt>
                <c:pt idx="115">
                  <c:v>0.1941</c:v>
                </c:pt>
                <c:pt idx="116">
                  <c:v>0.1892</c:v>
                </c:pt>
                <c:pt idx="117">
                  <c:v>0.1995</c:v>
                </c:pt>
                <c:pt idx="118">
                  <c:v>0.2063</c:v>
                </c:pt>
                <c:pt idx="119">
                  <c:v>0.1894</c:v>
                </c:pt>
                <c:pt idx="120">
                  <c:v>0.2041</c:v>
                </c:pt>
                <c:pt idx="121">
                  <c:v>0.2084</c:v>
                </c:pt>
                <c:pt idx="122">
                  <c:v>0.2116</c:v>
                </c:pt>
                <c:pt idx="123">
                  <c:v>0.2135</c:v>
                </c:pt>
                <c:pt idx="124">
                  <c:v>0.2086</c:v>
                </c:pt>
                <c:pt idx="125">
                  <c:v>0.2298</c:v>
                </c:pt>
                <c:pt idx="126">
                  <c:v>0.2193</c:v>
                </c:pt>
                <c:pt idx="127">
                  <c:v>0.2219</c:v>
                </c:pt>
                <c:pt idx="128">
                  <c:v>0.2268</c:v>
                </c:pt>
                <c:pt idx="129">
                  <c:v>0.225</c:v>
                </c:pt>
                <c:pt idx="130">
                  <c:v>0.2307</c:v>
                </c:pt>
                <c:pt idx="131">
                  <c:v>0.2479</c:v>
                </c:pt>
                <c:pt idx="132">
                  <c:v>0.2313</c:v>
                </c:pt>
                <c:pt idx="133">
                  <c:v>0.2515</c:v>
                </c:pt>
                <c:pt idx="134">
                  <c:v>0.2615</c:v>
                </c:pt>
                <c:pt idx="135">
                  <c:v>0.2597</c:v>
                </c:pt>
                <c:pt idx="136">
                  <c:v>0.2661</c:v>
                </c:pt>
                <c:pt idx="137">
                  <c:v>0.268</c:v>
                </c:pt>
                <c:pt idx="138">
                  <c:v>0.2635</c:v>
                </c:pt>
                <c:pt idx="139">
                  <c:v>0.2747</c:v>
                </c:pt>
                <c:pt idx="140">
                  <c:v>0.2821</c:v>
                </c:pt>
                <c:pt idx="141">
                  <c:v>0.2799</c:v>
                </c:pt>
                <c:pt idx="142">
                  <c:v>0.2856</c:v>
                </c:pt>
                <c:pt idx="143">
                  <c:v>0.2867</c:v>
                </c:pt>
                <c:pt idx="144">
                  <c:v>0.2829</c:v>
                </c:pt>
                <c:pt idx="145">
                  <c:v>0.2981</c:v>
                </c:pt>
                <c:pt idx="146">
                  <c:v>0.2941</c:v>
                </c:pt>
                <c:pt idx="147">
                  <c:v>0.2924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0.0614</c:v>
                </c:pt>
                <c:pt idx="1">
                  <c:v>0.0591</c:v>
                </c:pt>
                <c:pt idx="2">
                  <c:v>0.0556</c:v>
                </c:pt>
                <c:pt idx="3">
                  <c:v>0.0324</c:v>
                </c:pt>
                <c:pt idx="4">
                  <c:v>0.0357</c:v>
                </c:pt>
                <c:pt idx="5">
                  <c:v>0.0308</c:v>
                </c:pt>
                <c:pt idx="6">
                  <c:v>0.0225</c:v>
                </c:pt>
                <c:pt idx="7">
                  <c:v>0.0218</c:v>
                </c:pt>
                <c:pt idx="8">
                  <c:v>0.01</c:v>
                </c:pt>
                <c:pt idx="9">
                  <c:v>0.0228</c:v>
                </c:pt>
                <c:pt idx="10">
                  <c:v>0.0211</c:v>
                </c:pt>
                <c:pt idx="11">
                  <c:v>0.0183</c:v>
                </c:pt>
                <c:pt idx="12">
                  <c:v>0.0234</c:v>
                </c:pt>
                <c:pt idx="13">
                  <c:v>0.0245</c:v>
                </c:pt>
                <c:pt idx="14">
                  <c:v>0.0285</c:v>
                </c:pt>
                <c:pt idx="15">
                  <c:v>0.0363</c:v>
                </c:pt>
                <c:pt idx="16">
                  <c:v>0.0341</c:v>
                </c:pt>
                <c:pt idx="17">
                  <c:v>0.042</c:v>
                </c:pt>
                <c:pt idx="18">
                  <c:v>0.0352</c:v>
                </c:pt>
                <c:pt idx="19">
                  <c:v>0.0431</c:v>
                </c:pt>
                <c:pt idx="20">
                  <c:v>0.0471</c:v>
                </c:pt>
                <c:pt idx="21">
                  <c:v>0.0633</c:v>
                </c:pt>
                <c:pt idx="22">
                  <c:v>0.0544</c:v>
                </c:pt>
                <c:pt idx="23">
                  <c:v>0.0738</c:v>
                </c:pt>
                <c:pt idx="24">
                  <c:v>0.0734</c:v>
                </c:pt>
                <c:pt idx="25">
                  <c:v>0.0812</c:v>
                </c:pt>
                <c:pt idx="26">
                  <c:v>0.0822</c:v>
                </c:pt>
                <c:pt idx="27">
                  <c:v>0.0919</c:v>
                </c:pt>
                <c:pt idx="28">
                  <c:v>0.0909</c:v>
                </c:pt>
                <c:pt idx="29">
                  <c:v>0.1167</c:v>
                </c:pt>
                <c:pt idx="30">
                  <c:v>0.1001</c:v>
                </c:pt>
                <c:pt idx="31">
                  <c:v>0.1235</c:v>
                </c:pt>
                <c:pt idx="32">
                  <c:v>0.1345</c:v>
                </c:pt>
                <c:pt idx="33">
                  <c:v>0.1321</c:v>
                </c:pt>
                <c:pt idx="34">
                  <c:v>0.1439</c:v>
                </c:pt>
                <c:pt idx="35">
                  <c:v>0.1381</c:v>
                </c:pt>
                <c:pt idx="36">
                  <c:v>0.137</c:v>
                </c:pt>
                <c:pt idx="37">
                  <c:v>0.1363</c:v>
                </c:pt>
                <c:pt idx="38">
                  <c:v>0.1422</c:v>
                </c:pt>
                <c:pt idx="39">
                  <c:v>0.1363</c:v>
                </c:pt>
                <c:pt idx="40">
                  <c:v>0.1487</c:v>
                </c:pt>
                <c:pt idx="41">
                  <c:v>0.1528</c:v>
                </c:pt>
                <c:pt idx="42">
                  <c:v>0.1527</c:v>
                </c:pt>
                <c:pt idx="43">
                  <c:v>0.1712</c:v>
                </c:pt>
                <c:pt idx="44">
                  <c:v>0.1635</c:v>
                </c:pt>
                <c:pt idx="45">
                  <c:v>0.1858</c:v>
                </c:pt>
                <c:pt idx="46">
                  <c:v>0.1802</c:v>
                </c:pt>
                <c:pt idx="47">
                  <c:v>0.182</c:v>
                </c:pt>
                <c:pt idx="48">
                  <c:v>0.1891</c:v>
                </c:pt>
                <c:pt idx="49">
                  <c:v>0.1893</c:v>
                </c:pt>
                <c:pt idx="50">
                  <c:v>0.1993</c:v>
                </c:pt>
                <c:pt idx="51">
                  <c:v>0.2008</c:v>
                </c:pt>
                <c:pt idx="52">
                  <c:v>0.1973</c:v>
                </c:pt>
                <c:pt idx="53">
                  <c:v>0.1943</c:v>
                </c:pt>
                <c:pt idx="54">
                  <c:v>0.1927</c:v>
                </c:pt>
                <c:pt idx="55">
                  <c:v>0.1849</c:v>
                </c:pt>
                <c:pt idx="56">
                  <c:v>0.1704</c:v>
                </c:pt>
                <c:pt idx="57">
                  <c:v>0.1679</c:v>
                </c:pt>
                <c:pt idx="58">
                  <c:v>0.1521</c:v>
                </c:pt>
                <c:pt idx="59">
                  <c:v>0.1578</c:v>
                </c:pt>
                <c:pt idx="60">
                  <c:v>0.1423</c:v>
                </c:pt>
                <c:pt idx="61">
                  <c:v>0.1356</c:v>
                </c:pt>
                <c:pt idx="62">
                  <c:v>0.1276</c:v>
                </c:pt>
                <c:pt idx="63">
                  <c:v>0.1194</c:v>
                </c:pt>
                <c:pt idx="64">
                  <c:v>0.1162</c:v>
                </c:pt>
                <c:pt idx="65">
                  <c:v>0.1167</c:v>
                </c:pt>
                <c:pt idx="66">
                  <c:v>0.1062</c:v>
                </c:pt>
                <c:pt idx="67">
                  <c:v>0.1062</c:v>
                </c:pt>
                <c:pt idx="68">
                  <c:v>0.1039</c:v>
                </c:pt>
                <c:pt idx="69">
                  <c:v>0.099</c:v>
                </c:pt>
                <c:pt idx="70">
                  <c:v>0.0949</c:v>
                </c:pt>
                <c:pt idx="71">
                  <c:v>0.1073</c:v>
                </c:pt>
                <c:pt idx="72">
                  <c:v>0.1034</c:v>
                </c:pt>
                <c:pt idx="73">
                  <c:v>0.1015</c:v>
                </c:pt>
                <c:pt idx="74">
                  <c:v>0.1026</c:v>
                </c:pt>
                <c:pt idx="75">
                  <c:v>0.0922</c:v>
                </c:pt>
                <c:pt idx="76">
                  <c:v>0.0878</c:v>
                </c:pt>
                <c:pt idx="77">
                  <c:v>0.0917</c:v>
                </c:pt>
                <c:pt idx="78">
                  <c:v>0.0683</c:v>
                </c:pt>
                <c:pt idx="79">
                  <c:v>0.0715</c:v>
                </c:pt>
                <c:pt idx="80">
                  <c:v>0.0635</c:v>
                </c:pt>
                <c:pt idx="81">
                  <c:v>0.0637</c:v>
                </c:pt>
                <c:pt idx="82">
                  <c:v>0.0643</c:v>
                </c:pt>
                <c:pt idx="83">
                  <c:v>0.0595</c:v>
                </c:pt>
                <c:pt idx="84">
                  <c:v>0.0624</c:v>
                </c:pt>
                <c:pt idx="85">
                  <c:v>0.0702</c:v>
                </c:pt>
                <c:pt idx="86">
                  <c:v>0.0807</c:v>
                </c:pt>
                <c:pt idx="87">
                  <c:v>0.0801</c:v>
                </c:pt>
                <c:pt idx="88">
                  <c:v>0.0996</c:v>
                </c:pt>
                <c:pt idx="89">
                  <c:v>0.1019</c:v>
                </c:pt>
                <c:pt idx="90">
                  <c:v>0.114</c:v>
                </c:pt>
                <c:pt idx="91">
                  <c:v>0.1069</c:v>
                </c:pt>
                <c:pt idx="92">
                  <c:v>0.1098</c:v>
                </c:pt>
                <c:pt idx="93">
                  <c:v>0.1298</c:v>
                </c:pt>
                <c:pt idx="94">
                  <c:v>0.1238</c:v>
                </c:pt>
                <c:pt idx="95">
                  <c:v>0.1288</c:v>
                </c:pt>
                <c:pt idx="96">
                  <c:v>0.1359</c:v>
                </c:pt>
                <c:pt idx="97">
                  <c:v>0.1333</c:v>
                </c:pt>
                <c:pt idx="98">
                  <c:v>0.1455</c:v>
                </c:pt>
                <c:pt idx="99">
                  <c:v>0.142</c:v>
                </c:pt>
                <c:pt idx="100">
                  <c:v>0.1444</c:v>
                </c:pt>
                <c:pt idx="101">
                  <c:v>0.1436</c:v>
                </c:pt>
                <c:pt idx="102">
                  <c:v>0.1561</c:v>
                </c:pt>
                <c:pt idx="103">
                  <c:v>0.1558</c:v>
                </c:pt>
                <c:pt idx="104">
                  <c:v>0.1553</c:v>
                </c:pt>
                <c:pt idx="105">
                  <c:v>0.1552</c:v>
                </c:pt>
                <c:pt idx="106">
                  <c:v>0.1604</c:v>
                </c:pt>
                <c:pt idx="107">
                  <c:v>0.1606</c:v>
                </c:pt>
                <c:pt idx="108">
                  <c:v>0.1623</c:v>
                </c:pt>
                <c:pt idx="109">
                  <c:v>0.1675</c:v>
                </c:pt>
                <c:pt idx="110">
                  <c:v>0.1638</c:v>
                </c:pt>
                <c:pt idx="111">
                  <c:v>0.1695</c:v>
                </c:pt>
                <c:pt idx="112">
                  <c:v>0.1691</c:v>
                </c:pt>
                <c:pt idx="113">
                  <c:v>0.1702</c:v>
                </c:pt>
                <c:pt idx="114">
                  <c:v>0.1727</c:v>
                </c:pt>
                <c:pt idx="115">
                  <c:v>0.1769</c:v>
                </c:pt>
                <c:pt idx="116">
                  <c:v>0.1769</c:v>
                </c:pt>
                <c:pt idx="117">
                  <c:v>0.1733</c:v>
                </c:pt>
                <c:pt idx="118">
                  <c:v>0.1859</c:v>
                </c:pt>
                <c:pt idx="119">
                  <c:v>0.1796</c:v>
                </c:pt>
                <c:pt idx="120">
                  <c:v>0.1813</c:v>
                </c:pt>
                <c:pt idx="121">
                  <c:v>0.1861</c:v>
                </c:pt>
                <c:pt idx="122">
                  <c:v>0.189</c:v>
                </c:pt>
                <c:pt idx="123">
                  <c:v>0.1798</c:v>
                </c:pt>
                <c:pt idx="124">
                  <c:v>0.196</c:v>
                </c:pt>
                <c:pt idx="125">
                  <c:v>0.1974</c:v>
                </c:pt>
                <c:pt idx="126">
                  <c:v>0.1879</c:v>
                </c:pt>
                <c:pt idx="127">
                  <c:v>0.206</c:v>
                </c:pt>
                <c:pt idx="128">
                  <c:v>0.2048</c:v>
                </c:pt>
                <c:pt idx="129">
                  <c:v>0.1966</c:v>
                </c:pt>
                <c:pt idx="130">
                  <c:v>0.2055</c:v>
                </c:pt>
                <c:pt idx="131">
                  <c:v>0.2114</c:v>
                </c:pt>
                <c:pt idx="132">
                  <c:v>0.2076</c:v>
                </c:pt>
                <c:pt idx="133">
                  <c:v>0.2211</c:v>
                </c:pt>
                <c:pt idx="134">
                  <c:v>0.2302</c:v>
                </c:pt>
                <c:pt idx="135">
                  <c:v>0.2228</c:v>
                </c:pt>
                <c:pt idx="136">
                  <c:v>0.2249</c:v>
                </c:pt>
                <c:pt idx="137">
                  <c:v>0.2295</c:v>
                </c:pt>
                <c:pt idx="138">
                  <c:v>0.2489</c:v>
                </c:pt>
                <c:pt idx="139">
                  <c:v>0.2458</c:v>
                </c:pt>
                <c:pt idx="140">
                  <c:v>0.2404</c:v>
                </c:pt>
                <c:pt idx="141">
                  <c:v>0.2524</c:v>
                </c:pt>
                <c:pt idx="142">
                  <c:v>0.2454</c:v>
                </c:pt>
                <c:pt idx="143">
                  <c:v>0.2507</c:v>
                </c:pt>
                <c:pt idx="144">
                  <c:v>0.2678</c:v>
                </c:pt>
                <c:pt idx="145">
                  <c:v>0.2539</c:v>
                </c:pt>
                <c:pt idx="146">
                  <c:v>0.2726</c:v>
                </c:pt>
                <c:pt idx="147">
                  <c:v>0.2642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0.0215</c:v>
                </c:pt>
                <c:pt idx="1">
                  <c:v>0.0166</c:v>
                </c:pt>
                <c:pt idx="2">
                  <c:v>0.0212</c:v>
                </c:pt>
                <c:pt idx="3">
                  <c:v>0.0089</c:v>
                </c:pt>
                <c:pt idx="4">
                  <c:v>0.0016</c:v>
                </c:pt>
                <c:pt idx="5">
                  <c:v>0.01</c:v>
                </c:pt>
                <c:pt idx="6">
                  <c:v>0.0011</c:v>
                </c:pt>
                <c:pt idx="7">
                  <c:v>0.0141</c:v>
                </c:pt>
                <c:pt idx="8">
                  <c:v>0.0104</c:v>
                </c:pt>
                <c:pt idx="9">
                  <c:v>0.0049</c:v>
                </c:pt>
                <c:pt idx="10">
                  <c:v>0.0033</c:v>
                </c:pt>
                <c:pt idx="11">
                  <c:v>0.0094</c:v>
                </c:pt>
                <c:pt idx="12">
                  <c:v>0.0099</c:v>
                </c:pt>
                <c:pt idx="13">
                  <c:v>0.0167</c:v>
                </c:pt>
                <c:pt idx="14">
                  <c:v>0.0168</c:v>
                </c:pt>
                <c:pt idx="15">
                  <c:v>0.024</c:v>
                </c:pt>
                <c:pt idx="16">
                  <c:v>0.0319</c:v>
                </c:pt>
                <c:pt idx="17">
                  <c:v>0.0366</c:v>
                </c:pt>
                <c:pt idx="18">
                  <c:v>0.0375</c:v>
                </c:pt>
                <c:pt idx="19">
                  <c:v>0.0562</c:v>
                </c:pt>
                <c:pt idx="20">
                  <c:v>0.0401</c:v>
                </c:pt>
                <c:pt idx="21">
                  <c:v>0.0579</c:v>
                </c:pt>
                <c:pt idx="22">
                  <c:v>0.0626</c:v>
                </c:pt>
                <c:pt idx="23">
                  <c:v>0.0551</c:v>
                </c:pt>
                <c:pt idx="24">
                  <c:v>0.0755</c:v>
                </c:pt>
                <c:pt idx="25">
                  <c:v>0.067</c:v>
                </c:pt>
                <c:pt idx="26">
                  <c:v>0.0622</c:v>
                </c:pt>
                <c:pt idx="27">
                  <c:v>0.071</c:v>
                </c:pt>
                <c:pt idx="28">
                  <c:v>0.0744</c:v>
                </c:pt>
                <c:pt idx="29">
                  <c:v>0.0838</c:v>
                </c:pt>
                <c:pt idx="30">
                  <c:v>0.0819</c:v>
                </c:pt>
                <c:pt idx="31">
                  <c:v>0.0796</c:v>
                </c:pt>
                <c:pt idx="32">
                  <c:v>0.084</c:v>
                </c:pt>
                <c:pt idx="33">
                  <c:v>0.0759</c:v>
                </c:pt>
                <c:pt idx="34">
                  <c:v>0.0725</c:v>
                </c:pt>
                <c:pt idx="35">
                  <c:v>0.0613</c:v>
                </c:pt>
                <c:pt idx="36">
                  <c:v>0.0578</c:v>
                </c:pt>
                <c:pt idx="37">
                  <c:v>0.0515</c:v>
                </c:pt>
                <c:pt idx="38">
                  <c:v>0.0722</c:v>
                </c:pt>
                <c:pt idx="39">
                  <c:v>0.0497</c:v>
                </c:pt>
                <c:pt idx="40">
                  <c:v>0.0504</c:v>
                </c:pt>
                <c:pt idx="41">
                  <c:v>0.0549</c:v>
                </c:pt>
                <c:pt idx="42">
                  <c:v>0.0451</c:v>
                </c:pt>
                <c:pt idx="43">
                  <c:v>0.0497</c:v>
                </c:pt>
                <c:pt idx="44">
                  <c:v>0.0493</c:v>
                </c:pt>
                <c:pt idx="45">
                  <c:v>0.0342</c:v>
                </c:pt>
                <c:pt idx="46">
                  <c:v>0.0465</c:v>
                </c:pt>
                <c:pt idx="47">
                  <c:v>0.0413</c:v>
                </c:pt>
                <c:pt idx="48">
                  <c:v>0.0532</c:v>
                </c:pt>
                <c:pt idx="49">
                  <c:v>0.0492</c:v>
                </c:pt>
                <c:pt idx="50">
                  <c:v>0.0621</c:v>
                </c:pt>
                <c:pt idx="51">
                  <c:v>0.0528</c:v>
                </c:pt>
                <c:pt idx="52">
                  <c:v>0.0646</c:v>
                </c:pt>
                <c:pt idx="53">
                  <c:v>0.0663</c:v>
                </c:pt>
                <c:pt idx="54">
                  <c:v>0.0781</c:v>
                </c:pt>
                <c:pt idx="55">
                  <c:v>0.084</c:v>
                </c:pt>
                <c:pt idx="56">
                  <c:v>0.1027</c:v>
                </c:pt>
                <c:pt idx="57">
                  <c:v>0.1239</c:v>
                </c:pt>
                <c:pt idx="58">
                  <c:v>0.142</c:v>
                </c:pt>
                <c:pt idx="59">
                  <c:v>0.1547</c:v>
                </c:pt>
                <c:pt idx="60">
                  <c:v>0.1812</c:v>
                </c:pt>
                <c:pt idx="61">
                  <c:v>0.2055</c:v>
                </c:pt>
                <c:pt idx="62">
                  <c:v>0.2136</c:v>
                </c:pt>
                <c:pt idx="63">
                  <c:v>0.2452</c:v>
                </c:pt>
                <c:pt idx="64">
                  <c:v>0.2673</c:v>
                </c:pt>
                <c:pt idx="65">
                  <c:v>0.2726</c:v>
                </c:pt>
                <c:pt idx="66">
                  <c:v>0.289</c:v>
                </c:pt>
                <c:pt idx="67">
                  <c:v>0.3106</c:v>
                </c:pt>
                <c:pt idx="68">
                  <c:v>0.3212</c:v>
                </c:pt>
                <c:pt idx="69">
                  <c:v>0.3267</c:v>
                </c:pt>
                <c:pt idx="70">
                  <c:v>0.3451</c:v>
                </c:pt>
                <c:pt idx="71">
                  <c:v>0.3424</c:v>
                </c:pt>
                <c:pt idx="72">
                  <c:v>0.3535</c:v>
                </c:pt>
                <c:pt idx="73">
                  <c:v>0.3448</c:v>
                </c:pt>
                <c:pt idx="74">
                  <c:v>0.3475</c:v>
                </c:pt>
                <c:pt idx="75">
                  <c:v>0.3403</c:v>
                </c:pt>
                <c:pt idx="76">
                  <c:v>0.3352</c:v>
                </c:pt>
                <c:pt idx="77">
                  <c:v>0.3318</c:v>
                </c:pt>
                <c:pt idx="78">
                  <c:v>0.328</c:v>
                </c:pt>
                <c:pt idx="79">
                  <c:v>0.3263</c:v>
                </c:pt>
                <c:pt idx="80">
                  <c:v>0.339</c:v>
                </c:pt>
                <c:pt idx="81">
                  <c:v>0.3351</c:v>
                </c:pt>
                <c:pt idx="82">
                  <c:v>0.3481</c:v>
                </c:pt>
                <c:pt idx="83">
                  <c:v>0.3517</c:v>
                </c:pt>
                <c:pt idx="84">
                  <c:v>0.3682</c:v>
                </c:pt>
                <c:pt idx="85">
                  <c:v>0.3767</c:v>
                </c:pt>
                <c:pt idx="86">
                  <c:v>0.3774</c:v>
                </c:pt>
                <c:pt idx="87">
                  <c:v>0.3929</c:v>
                </c:pt>
                <c:pt idx="88">
                  <c:v>0.3871</c:v>
                </c:pt>
                <c:pt idx="89">
                  <c:v>0.3921</c:v>
                </c:pt>
                <c:pt idx="90">
                  <c:v>0.3922</c:v>
                </c:pt>
                <c:pt idx="91">
                  <c:v>0.3729</c:v>
                </c:pt>
                <c:pt idx="92">
                  <c:v>0.3877</c:v>
                </c:pt>
                <c:pt idx="93">
                  <c:v>0.3646</c:v>
                </c:pt>
                <c:pt idx="94">
                  <c:v>0.3605</c:v>
                </c:pt>
                <c:pt idx="95">
                  <c:v>0.34</c:v>
                </c:pt>
                <c:pt idx="96">
                  <c:v>0.3285</c:v>
                </c:pt>
                <c:pt idx="97">
                  <c:v>0.3144</c:v>
                </c:pt>
                <c:pt idx="98">
                  <c:v>0.3007</c:v>
                </c:pt>
                <c:pt idx="99">
                  <c:v>0.2802</c:v>
                </c:pt>
                <c:pt idx="100">
                  <c:v>0.2671</c:v>
                </c:pt>
                <c:pt idx="101">
                  <c:v>0.2512</c:v>
                </c:pt>
                <c:pt idx="102">
                  <c:v>0.2124</c:v>
                </c:pt>
                <c:pt idx="103">
                  <c:v>0.2178</c:v>
                </c:pt>
                <c:pt idx="104">
                  <c:v>0.1994</c:v>
                </c:pt>
                <c:pt idx="105">
                  <c:v>0.1742</c:v>
                </c:pt>
                <c:pt idx="106">
                  <c:v>0.1478</c:v>
                </c:pt>
                <c:pt idx="107">
                  <c:v>0.14</c:v>
                </c:pt>
                <c:pt idx="108">
                  <c:v>0.1329</c:v>
                </c:pt>
                <c:pt idx="109">
                  <c:v>0.1343</c:v>
                </c:pt>
                <c:pt idx="110">
                  <c:v>0.1114</c:v>
                </c:pt>
                <c:pt idx="111">
                  <c:v>0.1146</c:v>
                </c:pt>
                <c:pt idx="112">
                  <c:v>0.1057</c:v>
                </c:pt>
                <c:pt idx="113">
                  <c:v>0.1048</c:v>
                </c:pt>
                <c:pt idx="114">
                  <c:v>0.0999</c:v>
                </c:pt>
                <c:pt idx="115">
                  <c:v>0.0894</c:v>
                </c:pt>
                <c:pt idx="116">
                  <c:v>0.0848</c:v>
                </c:pt>
                <c:pt idx="117">
                  <c:v>0.0731</c:v>
                </c:pt>
                <c:pt idx="118">
                  <c:v>0.0786</c:v>
                </c:pt>
                <c:pt idx="119">
                  <c:v>0.0718</c:v>
                </c:pt>
                <c:pt idx="120">
                  <c:v>0.0542</c:v>
                </c:pt>
                <c:pt idx="121">
                  <c:v>0.0541</c:v>
                </c:pt>
                <c:pt idx="122">
                  <c:v>0.0539</c:v>
                </c:pt>
                <c:pt idx="123">
                  <c:v>0.0564</c:v>
                </c:pt>
                <c:pt idx="124">
                  <c:v>0.0521</c:v>
                </c:pt>
                <c:pt idx="125">
                  <c:v>0.0476</c:v>
                </c:pt>
                <c:pt idx="126">
                  <c:v>0.0391</c:v>
                </c:pt>
                <c:pt idx="127">
                  <c:v>0.04</c:v>
                </c:pt>
                <c:pt idx="128">
                  <c:v>0.0477</c:v>
                </c:pt>
                <c:pt idx="129">
                  <c:v>0.0364</c:v>
                </c:pt>
                <c:pt idx="130">
                  <c:v>0.0345</c:v>
                </c:pt>
                <c:pt idx="131">
                  <c:v>0.0355</c:v>
                </c:pt>
                <c:pt idx="132">
                  <c:v>0.0343</c:v>
                </c:pt>
                <c:pt idx="133">
                  <c:v>0.0411</c:v>
                </c:pt>
                <c:pt idx="134">
                  <c:v>0.0249</c:v>
                </c:pt>
                <c:pt idx="135">
                  <c:v>0.0266</c:v>
                </c:pt>
                <c:pt idx="136">
                  <c:v>0.0166</c:v>
                </c:pt>
                <c:pt idx="137">
                  <c:v>0.0233</c:v>
                </c:pt>
                <c:pt idx="138">
                  <c:v>0.0217</c:v>
                </c:pt>
                <c:pt idx="139">
                  <c:v>0.0257</c:v>
                </c:pt>
                <c:pt idx="140">
                  <c:v>0.0053</c:v>
                </c:pt>
                <c:pt idx="141">
                  <c:v>0.0153</c:v>
                </c:pt>
                <c:pt idx="142">
                  <c:v>0.0075</c:v>
                </c:pt>
                <c:pt idx="143">
                  <c:v>0.0145</c:v>
                </c:pt>
                <c:pt idx="144">
                  <c:v>0.0002</c:v>
                </c:pt>
                <c:pt idx="145">
                  <c:v>0.0145</c:v>
                </c:pt>
                <c:pt idx="146">
                  <c:v>0.0067</c:v>
                </c:pt>
                <c:pt idx="147">
                  <c:v>0.0086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0.0271</c:v>
                </c:pt>
                <c:pt idx="1">
                  <c:v>0.0149</c:v>
                </c:pt>
                <c:pt idx="2">
                  <c:v>0.0126</c:v>
                </c:pt>
                <c:pt idx="3">
                  <c:v>0.0065</c:v>
                </c:pt>
                <c:pt idx="4">
                  <c:v>0.0118</c:v>
                </c:pt>
                <c:pt idx="5">
                  <c:v>0.0011</c:v>
                </c:pt>
                <c:pt idx="6">
                  <c:v>0.0055</c:v>
                </c:pt>
                <c:pt idx="7">
                  <c:v>0.003</c:v>
                </c:pt>
                <c:pt idx="8">
                  <c:v>0.0076</c:v>
                </c:pt>
                <c:pt idx="9">
                  <c:v>0.0075</c:v>
                </c:pt>
                <c:pt idx="10">
                  <c:v>0.0047</c:v>
                </c:pt>
                <c:pt idx="11">
                  <c:v>0.0248</c:v>
                </c:pt>
                <c:pt idx="12">
                  <c:v>0.0151</c:v>
                </c:pt>
                <c:pt idx="13">
                  <c:v>0.023</c:v>
                </c:pt>
                <c:pt idx="14">
                  <c:v>0.0167</c:v>
                </c:pt>
                <c:pt idx="15">
                  <c:v>0.023</c:v>
                </c:pt>
                <c:pt idx="16">
                  <c:v>0.0285</c:v>
                </c:pt>
                <c:pt idx="17">
                  <c:v>0.0302</c:v>
                </c:pt>
                <c:pt idx="18">
                  <c:v>0.0331</c:v>
                </c:pt>
                <c:pt idx="19">
                  <c:v>0.0483</c:v>
                </c:pt>
                <c:pt idx="20">
                  <c:v>0.0488</c:v>
                </c:pt>
                <c:pt idx="21">
                  <c:v>0.0495</c:v>
                </c:pt>
                <c:pt idx="22">
                  <c:v>0.0516</c:v>
                </c:pt>
                <c:pt idx="23">
                  <c:v>0.0678</c:v>
                </c:pt>
                <c:pt idx="24">
                  <c:v>0.0577</c:v>
                </c:pt>
                <c:pt idx="25">
                  <c:v>0.0643</c:v>
                </c:pt>
                <c:pt idx="26">
                  <c:v>0.0622</c:v>
                </c:pt>
                <c:pt idx="27">
                  <c:v>0.0641</c:v>
                </c:pt>
                <c:pt idx="28">
                  <c:v>0.0672</c:v>
                </c:pt>
                <c:pt idx="29">
                  <c:v>0.0767</c:v>
                </c:pt>
                <c:pt idx="30">
                  <c:v>0.0839</c:v>
                </c:pt>
                <c:pt idx="31">
                  <c:v>0.0797</c:v>
                </c:pt>
                <c:pt idx="32">
                  <c:v>0.0816</c:v>
                </c:pt>
                <c:pt idx="33">
                  <c:v>0.0709</c:v>
                </c:pt>
                <c:pt idx="34">
                  <c:v>0.0764</c:v>
                </c:pt>
                <c:pt idx="35">
                  <c:v>0.0694</c:v>
                </c:pt>
                <c:pt idx="36">
                  <c:v>0.0545</c:v>
                </c:pt>
                <c:pt idx="37">
                  <c:v>0.059</c:v>
                </c:pt>
                <c:pt idx="38">
                  <c:v>0.0563</c:v>
                </c:pt>
                <c:pt idx="39">
                  <c:v>0.0569</c:v>
                </c:pt>
                <c:pt idx="40">
                  <c:v>0.053</c:v>
                </c:pt>
                <c:pt idx="41">
                  <c:v>0.0494</c:v>
                </c:pt>
                <c:pt idx="42">
                  <c:v>0.0429</c:v>
                </c:pt>
                <c:pt idx="43">
                  <c:v>0.0453</c:v>
                </c:pt>
                <c:pt idx="44">
                  <c:v>0.0511</c:v>
                </c:pt>
                <c:pt idx="45">
                  <c:v>0.0414</c:v>
                </c:pt>
                <c:pt idx="46">
                  <c:v>0.0463</c:v>
                </c:pt>
                <c:pt idx="47">
                  <c:v>0.047</c:v>
                </c:pt>
                <c:pt idx="48">
                  <c:v>0.0439</c:v>
                </c:pt>
                <c:pt idx="49">
                  <c:v>0.0563</c:v>
                </c:pt>
                <c:pt idx="50">
                  <c:v>0.0573</c:v>
                </c:pt>
                <c:pt idx="51">
                  <c:v>0.0526</c:v>
                </c:pt>
                <c:pt idx="52">
                  <c:v>0.0671</c:v>
                </c:pt>
                <c:pt idx="53">
                  <c:v>0.0663</c:v>
                </c:pt>
                <c:pt idx="54">
                  <c:v>0.0779</c:v>
                </c:pt>
                <c:pt idx="55">
                  <c:v>0.0972</c:v>
                </c:pt>
                <c:pt idx="56">
                  <c:v>0.0977</c:v>
                </c:pt>
                <c:pt idx="57">
                  <c:v>0.1242</c:v>
                </c:pt>
                <c:pt idx="58">
                  <c:v>0.1359</c:v>
                </c:pt>
                <c:pt idx="59">
                  <c:v>0.1629</c:v>
                </c:pt>
                <c:pt idx="60">
                  <c:v>0.1752</c:v>
                </c:pt>
                <c:pt idx="61">
                  <c:v>0.2108</c:v>
                </c:pt>
                <c:pt idx="62">
                  <c:v>0.2149</c:v>
                </c:pt>
                <c:pt idx="63">
                  <c:v>0.2436</c:v>
                </c:pt>
                <c:pt idx="64">
                  <c:v>0.2506</c:v>
                </c:pt>
                <c:pt idx="65">
                  <c:v>0.2856</c:v>
                </c:pt>
                <c:pt idx="66">
                  <c:v>0.3038</c:v>
                </c:pt>
                <c:pt idx="67">
                  <c:v>0.3128</c:v>
                </c:pt>
                <c:pt idx="68">
                  <c:v>0.3254</c:v>
                </c:pt>
                <c:pt idx="69">
                  <c:v>0.3267</c:v>
                </c:pt>
                <c:pt idx="70">
                  <c:v>0.3516</c:v>
                </c:pt>
                <c:pt idx="71">
                  <c:v>0.3507</c:v>
                </c:pt>
                <c:pt idx="72">
                  <c:v>0.3616</c:v>
                </c:pt>
                <c:pt idx="73">
                  <c:v>0.3537</c:v>
                </c:pt>
                <c:pt idx="74">
                  <c:v>0.3571</c:v>
                </c:pt>
                <c:pt idx="75">
                  <c:v>0.3489</c:v>
                </c:pt>
                <c:pt idx="76">
                  <c:v>0.3545</c:v>
                </c:pt>
                <c:pt idx="77">
                  <c:v>0.3294</c:v>
                </c:pt>
                <c:pt idx="78">
                  <c:v>0.3482</c:v>
                </c:pt>
                <c:pt idx="79">
                  <c:v>0.3341</c:v>
                </c:pt>
                <c:pt idx="80">
                  <c:v>0.3424</c:v>
                </c:pt>
                <c:pt idx="81">
                  <c:v>0.3514</c:v>
                </c:pt>
                <c:pt idx="82">
                  <c:v>0.351</c:v>
                </c:pt>
                <c:pt idx="83">
                  <c:v>0.3688</c:v>
                </c:pt>
                <c:pt idx="84">
                  <c:v>0.3775</c:v>
                </c:pt>
                <c:pt idx="85">
                  <c:v>0.3811</c:v>
                </c:pt>
                <c:pt idx="86">
                  <c:v>0.391</c:v>
                </c:pt>
                <c:pt idx="87">
                  <c:v>0.3885</c:v>
                </c:pt>
                <c:pt idx="88">
                  <c:v>0.4</c:v>
                </c:pt>
                <c:pt idx="89">
                  <c:v>0.3883</c:v>
                </c:pt>
                <c:pt idx="90">
                  <c:v>0.3934</c:v>
                </c:pt>
                <c:pt idx="91">
                  <c:v>0.3855</c:v>
                </c:pt>
                <c:pt idx="92">
                  <c:v>0.3758</c:v>
                </c:pt>
                <c:pt idx="93">
                  <c:v>0.3622</c:v>
                </c:pt>
                <c:pt idx="94">
                  <c:v>0.3557</c:v>
                </c:pt>
                <c:pt idx="95">
                  <c:v>0.3313</c:v>
                </c:pt>
                <c:pt idx="96">
                  <c:v>0.3169</c:v>
                </c:pt>
                <c:pt idx="97">
                  <c:v>0.3122</c:v>
                </c:pt>
                <c:pt idx="98">
                  <c:v>0.2888</c:v>
                </c:pt>
                <c:pt idx="99">
                  <c:v>0.2841</c:v>
                </c:pt>
                <c:pt idx="100">
                  <c:v>0.2522</c:v>
                </c:pt>
                <c:pt idx="101">
                  <c:v>0.2471</c:v>
                </c:pt>
                <c:pt idx="102">
                  <c:v>0.2245</c:v>
                </c:pt>
                <c:pt idx="103">
                  <c:v>0.1994</c:v>
                </c:pt>
                <c:pt idx="104">
                  <c:v>0.1872</c:v>
                </c:pt>
                <c:pt idx="105">
                  <c:v>0.1633</c:v>
                </c:pt>
                <c:pt idx="106">
                  <c:v>0.1589</c:v>
                </c:pt>
                <c:pt idx="107">
                  <c:v>0.1495</c:v>
                </c:pt>
                <c:pt idx="108">
                  <c:v>0.1354</c:v>
                </c:pt>
                <c:pt idx="109">
                  <c:v>0.1198</c:v>
                </c:pt>
                <c:pt idx="110">
                  <c:v>0.1307</c:v>
                </c:pt>
                <c:pt idx="111">
                  <c:v>0.1194</c:v>
                </c:pt>
                <c:pt idx="112">
                  <c:v>0.1112</c:v>
                </c:pt>
                <c:pt idx="113">
                  <c:v>0.096</c:v>
                </c:pt>
                <c:pt idx="114">
                  <c:v>0.1063</c:v>
                </c:pt>
                <c:pt idx="115">
                  <c:v>0.0992</c:v>
                </c:pt>
                <c:pt idx="116">
                  <c:v>0.077</c:v>
                </c:pt>
                <c:pt idx="117">
                  <c:v>0.0867</c:v>
                </c:pt>
                <c:pt idx="118">
                  <c:v>0.0734</c:v>
                </c:pt>
                <c:pt idx="119">
                  <c:v>0.0721</c:v>
                </c:pt>
                <c:pt idx="120">
                  <c:v>0.0658</c:v>
                </c:pt>
                <c:pt idx="121">
                  <c:v>0.0647</c:v>
                </c:pt>
                <c:pt idx="122">
                  <c:v>0.059</c:v>
                </c:pt>
                <c:pt idx="123">
                  <c:v>0.0578</c:v>
                </c:pt>
                <c:pt idx="124">
                  <c:v>0.0545</c:v>
                </c:pt>
                <c:pt idx="125">
                  <c:v>0.0448</c:v>
                </c:pt>
                <c:pt idx="126">
                  <c:v>0.0486</c:v>
                </c:pt>
                <c:pt idx="127">
                  <c:v>0.0479</c:v>
                </c:pt>
                <c:pt idx="128">
                  <c:v>0.0363</c:v>
                </c:pt>
                <c:pt idx="129">
                  <c:v>0.0367</c:v>
                </c:pt>
                <c:pt idx="130">
                  <c:v>0.0401</c:v>
                </c:pt>
                <c:pt idx="131">
                  <c:v>0.0254</c:v>
                </c:pt>
                <c:pt idx="132">
                  <c:v>0.0371</c:v>
                </c:pt>
                <c:pt idx="133">
                  <c:v>0.0205</c:v>
                </c:pt>
                <c:pt idx="134">
                  <c:v>0.0232</c:v>
                </c:pt>
                <c:pt idx="135">
                  <c:v>0.0258</c:v>
                </c:pt>
                <c:pt idx="136">
                  <c:v>0.0224</c:v>
                </c:pt>
                <c:pt idx="137">
                  <c:v>0.0214</c:v>
                </c:pt>
                <c:pt idx="138">
                  <c:v>0.0189</c:v>
                </c:pt>
                <c:pt idx="139">
                  <c:v>0.0173</c:v>
                </c:pt>
                <c:pt idx="140">
                  <c:v>0.0195</c:v>
                </c:pt>
                <c:pt idx="141">
                  <c:v>0.0165</c:v>
                </c:pt>
                <c:pt idx="142">
                  <c:v>0.0234</c:v>
                </c:pt>
                <c:pt idx="143">
                  <c:v>0.0107</c:v>
                </c:pt>
                <c:pt idx="144">
                  <c:v>0.0145</c:v>
                </c:pt>
                <c:pt idx="145">
                  <c:v>0.0061</c:v>
                </c:pt>
                <c:pt idx="146">
                  <c:v>0.0113</c:v>
                </c:pt>
                <c:pt idx="147">
                  <c:v>-0.0025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0.25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.25"/>
          <c:min val="-0.2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PF 준불연 내부용  1.17 · 0.25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6"/>
          <c:w val="0.84"/>
          <c:h val="0.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Sheet1!$B$2:$B$149</c:f>
              <c:numCache>
                <c:formatCode>General</c:formatCode>
                <c:ptCount val="148"/>
                <c:pt idx="0">
                  <c:v>0.072</c:v>
                </c:pt>
                <c:pt idx="1">
                  <c:v>0.0475</c:v>
                </c:pt>
                <c:pt idx="2">
                  <c:v>0.0448</c:v>
                </c:pt>
                <c:pt idx="3">
                  <c:v>0.0347</c:v>
                </c:pt>
                <c:pt idx="4">
                  <c:v>0.0288</c:v>
                </c:pt>
                <c:pt idx="5">
                  <c:v>0.0322</c:v>
                </c:pt>
                <c:pt idx="6">
                  <c:v>0.0207</c:v>
                </c:pt>
                <c:pt idx="7">
                  <c:v>0.0341</c:v>
                </c:pt>
                <c:pt idx="8">
                  <c:v>0.02</c:v>
                </c:pt>
                <c:pt idx="9">
                  <c:v>0.029</c:v>
                </c:pt>
                <c:pt idx="10">
                  <c:v>0.0283</c:v>
                </c:pt>
                <c:pt idx="11">
                  <c:v>0.0299</c:v>
                </c:pt>
                <c:pt idx="12">
                  <c:v>0.0335</c:v>
                </c:pt>
                <c:pt idx="13">
                  <c:v>0.036</c:v>
                </c:pt>
                <c:pt idx="14">
                  <c:v>0.0418</c:v>
                </c:pt>
                <c:pt idx="15">
                  <c:v>0.041</c:v>
                </c:pt>
                <c:pt idx="16">
                  <c:v>0.0425</c:v>
                </c:pt>
                <c:pt idx="17">
                  <c:v>0.0466</c:v>
                </c:pt>
                <c:pt idx="18">
                  <c:v>0.0532</c:v>
                </c:pt>
                <c:pt idx="19">
                  <c:v>0.0543</c:v>
                </c:pt>
                <c:pt idx="20">
                  <c:v>0.0601</c:v>
                </c:pt>
                <c:pt idx="21">
                  <c:v>0.0632</c:v>
                </c:pt>
                <c:pt idx="22">
                  <c:v>0.075</c:v>
                </c:pt>
                <c:pt idx="23">
                  <c:v>0.0739</c:v>
                </c:pt>
                <c:pt idx="24">
                  <c:v>0.0646</c:v>
                </c:pt>
                <c:pt idx="25">
                  <c:v>0.0781</c:v>
                </c:pt>
                <c:pt idx="26">
                  <c:v>0.0807</c:v>
                </c:pt>
                <c:pt idx="27">
                  <c:v>0.0778</c:v>
                </c:pt>
                <c:pt idx="28">
                  <c:v>0.0797</c:v>
                </c:pt>
                <c:pt idx="29">
                  <c:v>0.0841</c:v>
                </c:pt>
                <c:pt idx="30">
                  <c:v>0.0786</c:v>
                </c:pt>
                <c:pt idx="31">
                  <c:v>0.09</c:v>
                </c:pt>
                <c:pt idx="32">
                  <c:v>0.0792</c:v>
                </c:pt>
                <c:pt idx="33">
                  <c:v>0.0861</c:v>
                </c:pt>
                <c:pt idx="34">
                  <c:v>0.0689</c:v>
                </c:pt>
                <c:pt idx="35">
                  <c:v>0.0835</c:v>
                </c:pt>
                <c:pt idx="36">
                  <c:v>0.0833</c:v>
                </c:pt>
                <c:pt idx="37">
                  <c:v>0.0775</c:v>
                </c:pt>
                <c:pt idx="38">
                  <c:v>0.0969</c:v>
                </c:pt>
                <c:pt idx="39">
                  <c:v>0.0799</c:v>
                </c:pt>
                <c:pt idx="40">
                  <c:v>0.0848</c:v>
                </c:pt>
                <c:pt idx="41">
                  <c:v>0.0894</c:v>
                </c:pt>
                <c:pt idx="42">
                  <c:v>0.0908</c:v>
                </c:pt>
                <c:pt idx="43">
                  <c:v>0.0905</c:v>
                </c:pt>
                <c:pt idx="44">
                  <c:v>0.1021</c:v>
                </c:pt>
                <c:pt idx="45">
                  <c:v>0.1019</c:v>
                </c:pt>
                <c:pt idx="46">
                  <c:v>0.1127</c:v>
                </c:pt>
                <c:pt idx="47">
                  <c:v>0.103</c:v>
                </c:pt>
                <c:pt idx="48">
                  <c:v>0.118</c:v>
                </c:pt>
                <c:pt idx="49">
                  <c:v>0.1174</c:v>
                </c:pt>
                <c:pt idx="50">
                  <c:v>0.1218</c:v>
                </c:pt>
                <c:pt idx="51">
                  <c:v>0.1242</c:v>
                </c:pt>
                <c:pt idx="52">
                  <c:v>0.115</c:v>
                </c:pt>
                <c:pt idx="53">
                  <c:v>0.1232</c:v>
                </c:pt>
                <c:pt idx="54">
                  <c:v>0.1119</c:v>
                </c:pt>
                <c:pt idx="55">
                  <c:v>0.1096</c:v>
                </c:pt>
                <c:pt idx="56">
                  <c:v>0.0962</c:v>
                </c:pt>
                <c:pt idx="57">
                  <c:v>0.1023</c:v>
                </c:pt>
                <c:pt idx="58">
                  <c:v>0.0897</c:v>
                </c:pt>
                <c:pt idx="59">
                  <c:v>0.0838</c:v>
                </c:pt>
                <c:pt idx="60">
                  <c:v>0.078</c:v>
                </c:pt>
                <c:pt idx="61">
                  <c:v>0.0649</c:v>
                </c:pt>
                <c:pt idx="62">
                  <c:v>0.0718</c:v>
                </c:pt>
                <c:pt idx="63">
                  <c:v>0.0684</c:v>
                </c:pt>
                <c:pt idx="64">
                  <c:v>0.0557</c:v>
                </c:pt>
                <c:pt idx="65">
                  <c:v>0.0702</c:v>
                </c:pt>
                <c:pt idx="66">
                  <c:v>0.0669</c:v>
                </c:pt>
                <c:pt idx="67">
                  <c:v>0.0648</c:v>
                </c:pt>
                <c:pt idx="68">
                  <c:v>0.0688</c:v>
                </c:pt>
                <c:pt idx="69">
                  <c:v>0.075</c:v>
                </c:pt>
                <c:pt idx="70">
                  <c:v>0.0673</c:v>
                </c:pt>
                <c:pt idx="71">
                  <c:v>0.0765</c:v>
                </c:pt>
                <c:pt idx="72">
                  <c:v>0.0804</c:v>
                </c:pt>
                <c:pt idx="73">
                  <c:v>0.0799</c:v>
                </c:pt>
                <c:pt idx="74">
                  <c:v>0.0815</c:v>
                </c:pt>
                <c:pt idx="75">
                  <c:v>0.0831</c:v>
                </c:pt>
                <c:pt idx="76">
                  <c:v>0.096</c:v>
                </c:pt>
                <c:pt idx="77">
                  <c:v>0.1005</c:v>
                </c:pt>
                <c:pt idx="78">
                  <c:v>0.1144</c:v>
                </c:pt>
                <c:pt idx="79">
                  <c:v>0.1286</c:v>
                </c:pt>
                <c:pt idx="80">
                  <c:v>0.1227</c:v>
                </c:pt>
                <c:pt idx="81">
                  <c:v>0.1503</c:v>
                </c:pt>
                <c:pt idx="82">
                  <c:v>0.1402</c:v>
                </c:pt>
                <c:pt idx="83">
                  <c:v>0.1489</c:v>
                </c:pt>
                <c:pt idx="84">
                  <c:v>0.1506</c:v>
                </c:pt>
                <c:pt idx="85">
                  <c:v>0.1477</c:v>
                </c:pt>
                <c:pt idx="86">
                  <c:v>0.1574</c:v>
                </c:pt>
                <c:pt idx="87">
                  <c:v>0.1581</c:v>
                </c:pt>
                <c:pt idx="88">
                  <c:v>0.1665</c:v>
                </c:pt>
                <c:pt idx="89">
                  <c:v>0.1758</c:v>
                </c:pt>
                <c:pt idx="90">
                  <c:v>0.1704</c:v>
                </c:pt>
                <c:pt idx="91">
                  <c:v>0.1814</c:v>
                </c:pt>
                <c:pt idx="92">
                  <c:v>0.1833</c:v>
                </c:pt>
                <c:pt idx="93">
                  <c:v>0.1871</c:v>
                </c:pt>
                <c:pt idx="94">
                  <c:v>0.1862</c:v>
                </c:pt>
                <c:pt idx="95">
                  <c:v>0.2018</c:v>
                </c:pt>
                <c:pt idx="96">
                  <c:v>0.1947</c:v>
                </c:pt>
                <c:pt idx="97">
                  <c:v>0.2205</c:v>
                </c:pt>
                <c:pt idx="98">
                  <c:v>0.219</c:v>
                </c:pt>
                <c:pt idx="99">
                  <c:v>0.226</c:v>
                </c:pt>
                <c:pt idx="100">
                  <c:v>0.2281</c:v>
                </c:pt>
                <c:pt idx="101">
                  <c:v>0.2195</c:v>
                </c:pt>
                <c:pt idx="102">
                  <c:v>0.2359</c:v>
                </c:pt>
                <c:pt idx="103">
                  <c:v>0.232</c:v>
                </c:pt>
                <c:pt idx="104">
                  <c:v>0.2409</c:v>
                </c:pt>
                <c:pt idx="105">
                  <c:v>0.2421</c:v>
                </c:pt>
                <c:pt idx="106">
                  <c:v>0.2469</c:v>
                </c:pt>
                <c:pt idx="107">
                  <c:v>0.2468</c:v>
                </c:pt>
                <c:pt idx="108">
                  <c:v>0.2445</c:v>
                </c:pt>
                <c:pt idx="109">
                  <c:v>0.2582</c:v>
                </c:pt>
                <c:pt idx="110">
                  <c:v>0.2515</c:v>
                </c:pt>
                <c:pt idx="111">
                  <c:v>0.261</c:v>
                </c:pt>
                <c:pt idx="112">
                  <c:v>0.2528</c:v>
                </c:pt>
                <c:pt idx="113">
                  <c:v>0.2598</c:v>
                </c:pt>
                <c:pt idx="114">
                  <c:v>0.2502</c:v>
                </c:pt>
                <c:pt idx="115">
                  <c:v>0.2524</c:v>
                </c:pt>
                <c:pt idx="116">
                  <c:v>0.2472</c:v>
                </c:pt>
                <c:pt idx="117">
                  <c:v>0.2565</c:v>
                </c:pt>
                <c:pt idx="118">
                  <c:v>0.2413</c:v>
                </c:pt>
                <c:pt idx="119">
                  <c:v>0.2485</c:v>
                </c:pt>
                <c:pt idx="120">
                  <c:v>0.2453</c:v>
                </c:pt>
                <c:pt idx="121">
                  <c:v>0.2427</c:v>
                </c:pt>
                <c:pt idx="122">
                  <c:v>0.2366</c:v>
                </c:pt>
                <c:pt idx="123">
                  <c:v>0.2394</c:v>
                </c:pt>
                <c:pt idx="124">
                  <c:v>0.2327</c:v>
                </c:pt>
                <c:pt idx="125">
                  <c:v>0.2309</c:v>
                </c:pt>
                <c:pt idx="126">
                  <c:v>0.2165</c:v>
                </c:pt>
                <c:pt idx="127">
                  <c:v>0.2327</c:v>
                </c:pt>
                <c:pt idx="128">
                  <c:v>0.2292</c:v>
                </c:pt>
                <c:pt idx="129">
                  <c:v>0.2145</c:v>
                </c:pt>
                <c:pt idx="130">
                  <c:v>0.228</c:v>
                </c:pt>
                <c:pt idx="131">
                  <c:v>0.2239</c:v>
                </c:pt>
                <c:pt idx="132">
                  <c:v>0.204</c:v>
                </c:pt>
                <c:pt idx="133">
                  <c:v>0.1976</c:v>
                </c:pt>
                <c:pt idx="134">
                  <c:v>0.2045</c:v>
                </c:pt>
                <c:pt idx="135">
                  <c:v>0.1835</c:v>
                </c:pt>
                <c:pt idx="136">
                  <c:v>0.1809</c:v>
                </c:pt>
                <c:pt idx="137">
                  <c:v>0.1669</c:v>
                </c:pt>
                <c:pt idx="138">
                  <c:v>0.18</c:v>
                </c:pt>
                <c:pt idx="139">
                  <c:v>0.173</c:v>
                </c:pt>
                <c:pt idx="140">
                  <c:v>0.1516</c:v>
                </c:pt>
                <c:pt idx="141">
                  <c:v>0.1623</c:v>
                </c:pt>
                <c:pt idx="142">
                  <c:v>0.15</c:v>
                </c:pt>
                <c:pt idx="143">
                  <c:v>0.149</c:v>
                </c:pt>
                <c:pt idx="144">
                  <c:v>0.1371</c:v>
                </c:pt>
                <c:pt idx="145">
                  <c:v>0.1449</c:v>
                </c:pt>
                <c:pt idx="146">
                  <c:v>0.1355</c:v>
                </c:pt>
                <c:pt idx="147">
                  <c:v>0.1313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Sheet1!$C$2:$C$149</c:f>
              <c:numCache>
                <c:formatCode>General</c:formatCode>
                <c:ptCount val="148"/>
                <c:pt idx="0">
                  <c:v>0.0773</c:v>
                </c:pt>
                <c:pt idx="1">
                  <c:v>0.0664</c:v>
                </c:pt>
                <c:pt idx="2">
                  <c:v>0.056</c:v>
                </c:pt>
                <c:pt idx="3">
                  <c:v>0.0394</c:v>
                </c:pt>
                <c:pt idx="4">
                  <c:v>0.0318</c:v>
                </c:pt>
                <c:pt idx="5">
                  <c:v>0.0296</c:v>
                </c:pt>
                <c:pt idx="6">
                  <c:v>0.0266</c:v>
                </c:pt>
                <c:pt idx="7">
                  <c:v>0.0277</c:v>
                </c:pt>
                <c:pt idx="8">
                  <c:v>0.0243</c:v>
                </c:pt>
                <c:pt idx="9">
                  <c:v>0.0204</c:v>
                </c:pt>
                <c:pt idx="10">
                  <c:v>0.0372</c:v>
                </c:pt>
                <c:pt idx="11">
                  <c:v>0.0252</c:v>
                </c:pt>
                <c:pt idx="12">
                  <c:v>0.0288</c:v>
                </c:pt>
                <c:pt idx="13">
                  <c:v>0.0305</c:v>
                </c:pt>
                <c:pt idx="14">
                  <c:v>0.0367</c:v>
                </c:pt>
                <c:pt idx="15">
                  <c:v>0.0422</c:v>
                </c:pt>
                <c:pt idx="16">
                  <c:v>0.0458</c:v>
                </c:pt>
                <c:pt idx="17">
                  <c:v>0.05</c:v>
                </c:pt>
                <c:pt idx="18">
                  <c:v>0.0464</c:v>
                </c:pt>
                <c:pt idx="19">
                  <c:v>0.0573</c:v>
                </c:pt>
                <c:pt idx="20">
                  <c:v>0.0683</c:v>
                </c:pt>
                <c:pt idx="21">
                  <c:v>0.0709</c:v>
                </c:pt>
                <c:pt idx="22">
                  <c:v>0.0712</c:v>
                </c:pt>
                <c:pt idx="23">
                  <c:v>0.0766</c:v>
                </c:pt>
                <c:pt idx="24">
                  <c:v>0.0862</c:v>
                </c:pt>
                <c:pt idx="25">
                  <c:v>0.0799</c:v>
                </c:pt>
                <c:pt idx="26">
                  <c:v>0.094</c:v>
                </c:pt>
                <c:pt idx="27">
                  <c:v>0.0961</c:v>
                </c:pt>
                <c:pt idx="28">
                  <c:v>0.0963</c:v>
                </c:pt>
                <c:pt idx="29">
                  <c:v>0.1031</c:v>
                </c:pt>
                <c:pt idx="30">
                  <c:v>0.1003</c:v>
                </c:pt>
                <c:pt idx="31">
                  <c:v>0.1082</c:v>
                </c:pt>
                <c:pt idx="32">
                  <c:v>0.1074</c:v>
                </c:pt>
                <c:pt idx="33">
                  <c:v>0.0987</c:v>
                </c:pt>
                <c:pt idx="34">
                  <c:v>0.0981</c:v>
                </c:pt>
                <c:pt idx="35">
                  <c:v>0.0932</c:v>
                </c:pt>
                <c:pt idx="36">
                  <c:v>0.0922</c:v>
                </c:pt>
                <c:pt idx="37">
                  <c:v>0.1008</c:v>
                </c:pt>
                <c:pt idx="38">
                  <c:v>0.0969</c:v>
                </c:pt>
                <c:pt idx="39">
                  <c:v>0.0995</c:v>
                </c:pt>
                <c:pt idx="40">
                  <c:v>0.1004</c:v>
                </c:pt>
                <c:pt idx="41">
                  <c:v>0.1032</c:v>
                </c:pt>
                <c:pt idx="42">
                  <c:v>0.1121</c:v>
                </c:pt>
                <c:pt idx="43">
                  <c:v>0.1107</c:v>
                </c:pt>
                <c:pt idx="44">
                  <c:v>0.1187</c:v>
                </c:pt>
                <c:pt idx="45">
                  <c:v>0.1168</c:v>
                </c:pt>
                <c:pt idx="46">
                  <c:v>0.1215</c:v>
                </c:pt>
                <c:pt idx="47">
                  <c:v>0.1295</c:v>
                </c:pt>
                <c:pt idx="48">
                  <c:v>0.1312</c:v>
                </c:pt>
                <c:pt idx="49">
                  <c:v>0.1362</c:v>
                </c:pt>
                <c:pt idx="50">
                  <c:v>0.1433</c:v>
                </c:pt>
                <c:pt idx="51">
                  <c:v>0.137</c:v>
                </c:pt>
                <c:pt idx="52">
                  <c:v>0.1419</c:v>
                </c:pt>
                <c:pt idx="53">
                  <c:v>0.1306</c:v>
                </c:pt>
                <c:pt idx="54">
                  <c:v>0.1341</c:v>
                </c:pt>
                <c:pt idx="55">
                  <c:v>0.1215</c:v>
                </c:pt>
                <c:pt idx="56">
                  <c:v>0.1172</c:v>
                </c:pt>
                <c:pt idx="57">
                  <c:v>0.1125</c:v>
                </c:pt>
                <c:pt idx="58">
                  <c:v>0.1015</c:v>
                </c:pt>
                <c:pt idx="59">
                  <c:v>0.0939</c:v>
                </c:pt>
                <c:pt idx="60">
                  <c:v>0.091</c:v>
                </c:pt>
                <c:pt idx="61">
                  <c:v>0.0852</c:v>
                </c:pt>
                <c:pt idx="62">
                  <c:v>0.0755</c:v>
                </c:pt>
                <c:pt idx="63">
                  <c:v>0.0777</c:v>
                </c:pt>
                <c:pt idx="64">
                  <c:v>0.0727</c:v>
                </c:pt>
                <c:pt idx="65">
                  <c:v>0.0702</c:v>
                </c:pt>
                <c:pt idx="66">
                  <c:v>0.0709</c:v>
                </c:pt>
                <c:pt idx="67">
                  <c:v>0.0789</c:v>
                </c:pt>
                <c:pt idx="68">
                  <c:v>0.0671</c:v>
                </c:pt>
                <c:pt idx="69">
                  <c:v>0.0768</c:v>
                </c:pt>
                <c:pt idx="70">
                  <c:v>0.0732</c:v>
                </c:pt>
                <c:pt idx="71">
                  <c:v>0.0837</c:v>
                </c:pt>
                <c:pt idx="72">
                  <c:v>0.0859</c:v>
                </c:pt>
                <c:pt idx="73">
                  <c:v>0.0874</c:v>
                </c:pt>
                <c:pt idx="74">
                  <c:v>0.099</c:v>
                </c:pt>
                <c:pt idx="75">
                  <c:v>0.0918</c:v>
                </c:pt>
                <c:pt idx="76">
                  <c:v>0.1094</c:v>
                </c:pt>
                <c:pt idx="77">
                  <c:v>0.1156</c:v>
                </c:pt>
                <c:pt idx="78">
                  <c:v>0.1176</c:v>
                </c:pt>
                <c:pt idx="79">
                  <c:v>0.1313</c:v>
                </c:pt>
                <c:pt idx="80">
                  <c:v>0.1427</c:v>
                </c:pt>
                <c:pt idx="81">
                  <c:v>0.1537</c:v>
                </c:pt>
                <c:pt idx="82">
                  <c:v>0.155</c:v>
                </c:pt>
                <c:pt idx="83">
                  <c:v>0.1551</c:v>
                </c:pt>
                <c:pt idx="84">
                  <c:v>0.1595</c:v>
                </c:pt>
                <c:pt idx="85">
                  <c:v>0.157</c:v>
                </c:pt>
                <c:pt idx="86">
                  <c:v>0.1642</c:v>
                </c:pt>
                <c:pt idx="87">
                  <c:v>0.1607</c:v>
                </c:pt>
                <c:pt idx="88">
                  <c:v>0.172</c:v>
                </c:pt>
                <c:pt idx="89">
                  <c:v>0.1658</c:v>
                </c:pt>
                <c:pt idx="90">
                  <c:v>0.1675</c:v>
                </c:pt>
                <c:pt idx="91">
                  <c:v>0.1702</c:v>
                </c:pt>
                <c:pt idx="92">
                  <c:v>0.1804</c:v>
                </c:pt>
                <c:pt idx="93">
                  <c:v>0.173</c:v>
                </c:pt>
                <c:pt idx="94">
                  <c:v>0.1843</c:v>
                </c:pt>
                <c:pt idx="95">
                  <c:v>0.1887</c:v>
                </c:pt>
                <c:pt idx="96">
                  <c:v>0.1917</c:v>
                </c:pt>
                <c:pt idx="97">
                  <c:v>0.2023</c:v>
                </c:pt>
                <c:pt idx="98">
                  <c:v>0.2036</c:v>
                </c:pt>
                <c:pt idx="99">
                  <c:v>0.2069</c:v>
                </c:pt>
                <c:pt idx="100">
                  <c:v>0.2062</c:v>
                </c:pt>
                <c:pt idx="101">
                  <c:v>0.2179</c:v>
                </c:pt>
                <c:pt idx="102">
                  <c:v>0.2138</c:v>
                </c:pt>
                <c:pt idx="103">
                  <c:v>0.2118</c:v>
                </c:pt>
                <c:pt idx="104">
                  <c:v>0.2274</c:v>
                </c:pt>
                <c:pt idx="105">
                  <c:v>0.22</c:v>
                </c:pt>
                <c:pt idx="106">
                  <c:v>0.2291</c:v>
                </c:pt>
                <c:pt idx="107">
                  <c:v>0.2316</c:v>
                </c:pt>
                <c:pt idx="108">
                  <c:v>0.2144</c:v>
                </c:pt>
                <c:pt idx="109">
                  <c:v>0.2318</c:v>
                </c:pt>
                <c:pt idx="110">
                  <c:v>0.2344</c:v>
                </c:pt>
                <c:pt idx="111">
                  <c:v>0.2209</c:v>
                </c:pt>
                <c:pt idx="112">
                  <c:v>0.2244</c:v>
                </c:pt>
                <c:pt idx="113">
                  <c:v>0.2233</c:v>
                </c:pt>
                <c:pt idx="114">
                  <c:v>0.2247</c:v>
                </c:pt>
                <c:pt idx="115">
                  <c:v>0.2151</c:v>
                </c:pt>
                <c:pt idx="116">
                  <c:v>0.2248</c:v>
                </c:pt>
                <c:pt idx="117">
                  <c:v>0.2223</c:v>
                </c:pt>
                <c:pt idx="118">
                  <c:v>0.2187</c:v>
                </c:pt>
                <c:pt idx="119">
                  <c:v>0.2274</c:v>
                </c:pt>
                <c:pt idx="120">
                  <c:v>0.2211</c:v>
                </c:pt>
                <c:pt idx="121">
                  <c:v>0.2195</c:v>
                </c:pt>
                <c:pt idx="122">
                  <c:v>0.209</c:v>
                </c:pt>
                <c:pt idx="123">
                  <c:v>0.2096</c:v>
                </c:pt>
                <c:pt idx="124">
                  <c:v>0.2128</c:v>
                </c:pt>
                <c:pt idx="125">
                  <c:v>0.2005</c:v>
                </c:pt>
                <c:pt idx="126">
                  <c:v>0.2121</c:v>
                </c:pt>
                <c:pt idx="127">
                  <c:v>0.2171</c:v>
                </c:pt>
                <c:pt idx="128">
                  <c:v>0.2114</c:v>
                </c:pt>
                <c:pt idx="129">
                  <c:v>0.2031</c:v>
                </c:pt>
                <c:pt idx="130">
                  <c:v>0.2064</c:v>
                </c:pt>
                <c:pt idx="131">
                  <c:v>0.2022</c:v>
                </c:pt>
                <c:pt idx="132">
                  <c:v>0.2006</c:v>
                </c:pt>
                <c:pt idx="133">
                  <c:v>0.1976</c:v>
                </c:pt>
                <c:pt idx="134">
                  <c:v>0.191</c:v>
                </c:pt>
                <c:pt idx="135">
                  <c:v>0.1841</c:v>
                </c:pt>
                <c:pt idx="136">
                  <c:v>0.1808</c:v>
                </c:pt>
                <c:pt idx="137">
                  <c:v>0.1716</c:v>
                </c:pt>
                <c:pt idx="138">
                  <c:v>0.1675</c:v>
                </c:pt>
                <c:pt idx="139">
                  <c:v>0.1662</c:v>
                </c:pt>
                <c:pt idx="140">
                  <c:v>0.1547</c:v>
                </c:pt>
                <c:pt idx="141">
                  <c:v>0.154</c:v>
                </c:pt>
                <c:pt idx="142">
                  <c:v>0.1573</c:v>
                </c:pt>
                <c:pt idx="143">
                  <c:v>0.162</c:v>
                </c:pt>
                <c:pt idx="144">
                  <c:v>0.1536</c:v>
                </c:pt>
                <c:pt idx="145">
                  <c:v>0.1489</c:v>
                </c:pt>
                <c:pt idx="146">
                  <c:v>0.1531</c:v>
                </c:pt>
                <c:pt idx="147">
                  <c:v>0.1536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Sheet1!$D$2:$D$149</c:f>
              <c:numCache>
                <c:formatCode>General</c:formatCode>
                <c:ptCount val="148"/>
                <c:pt idx="0">
                  <c:v>0.0448</c:v>
                </c:pt>
                <c:pt idx="1">
                  <c:v>0.0291</c:v>
                </c:pt>
                <c:pt idx="2">
                  <c:v>0.0359</c:v>
                </c:pt>
                <c:pt idx="3">
                  <c:v>0.0399</c:v>
                </c:pt>
                <c:pt idx="4">
                  <c:v>0.0152</c:v>
                </c:pt>
                <c:pt idx="5">
                  <c:v>0.0121</c:v>
                </c:pt>
                <c:pt idx="6">
                  <c:v>0.0157</c:v>
                </c:pt>
                <c:pt idx="7">
                  <c:v>0.0244</c:v>
                </c:pt>
                <c:pt idx="8">
                  <c:v>0.0151</c:v>
                </c:pt>
                <c:pt idx="9">
                  <c:v>0.0272</c:v>
                </c:pt>
                <c:pt idx="10">
                  <c:v>0.0241</c:v>
                </c:pt>
                <c:pt idx="11">
                  <c:v>0.0098</c:v>
                </c:pt>
                <c:pt idx="12">
                  <c:v>0.0434</c:v>
                </c:pt>
                <c:pt idx="13">
                  <c:v>0.0104</c:v>
                </c:pt>
                <c:pt idx="14">
                  <c:v>0.0256</c:v>
                </c:pt>
                <c:pt idx="15">
                  <c:v>0.0394</c:v>
                </c:pt>
                <c:pt idx="16">
                  <c:v>0.0431</c:v>
                </c:pt>
                <c:pt idx="17">
                  <c:v>0.0519</c:v>
                </c:pt>
                <c:pt idx="18">
                  <c:v>0.0454</c:v>
                </c:pt>
                <c:pt idx="19">
                  <c:v>0.0579</c:v>
                </c:pt>
                <c:pt idx="20">
                  <c:v>0.0608</c:v>
                </c:pt>
                <c:pt idx="21">
                  <c:v>0.0548</c:v>
                </c:pt>
                <c:pt idx="22">
                  <c:v>0.0783</c:v>
                </c:pt>
                <c:pt idx="23">
                  <c:v>0.0484</c:v>
                </c:pt>
                <c:pt idx="24">
                  <c:v>0.1015</c:v>
                </c:pt>
                <c:pt idx="25">
                  <c:v>0.0898</c:v>
                </c:pt>
                <c:pt idx="26">
                  <c:v>0.0703</c:v>
                </c:pt>
                <c:pt idx="27">
                  <c:v>0.0758</c:v>
                </c:pt>
                <c:pt idx="28">
                  <c:v>0.0827</c:v>
                </c:pt>
                <c:pt idx="29">
                  <c:v>0.0757</c:v>
                </c:pt>
                <c:pt idx="30">
                  <c:v>0.0705</c:v>
                </c:pt>
                <c:pt idx="31">
                  <c:v>0.0788</c:v>
                </c:pt>
                <c:pt idx="32">
                  <c:v>0.0757</c:v>
                </c:pt>
                <c:pt idx="33">
                  <c:v>0.0599</c:v>
                </c:pt>
                <c:pt idx="34">
                  <c:v>0.054</c:v>
                </c:pt>
                <c:pt idx="35">
                  <c:v>0.0514</c:v>
                </c:pt>
                <c:pt idx="36">
                  <c:v>0.0564</c:v>
                </c:pt>
                <c:pt idx="37">
                  <c:v>0.0429</c:v>
                </c:pt>
                <c:pt idx="38">
                  <c:v>0.036</c:v>
                </c:pt>
                <c:pt idx="39">
                  <c:v>0.0486</c:v>
                </c:pt>
                <c:pt idx="40">
                  <c:v>0.0545</c:v>
                </c:pt>
                <c:pt idx="41">
                  <c:v>0.0327</c:v>
                </c:pt>
                <c:pt idx="42">
                  <c:v>0.0311</c:v>
                </c:pt>
                <c:pt idx="43">
                  <c:v>0.0404</c:v>
                </c:pt>
                <c:pt idx="44">
                  <c:v>0.0199</c:v>
                </c:pt>
                <c:pt idx="45">
                  <c:v>0.0406</c:v>
                </c:pt>
                <c:pt idx="46">
                  <c:v>0.0311</c:v>
                </c:pt>
                <c:pt idx="47">
                  <c:v>0.03</c:v>
                </c:pt>
                <c:pt idx="48">
                  <c:v>0.0289</c:v>
                </c:pt>
                <c:pt idx="49">
                  <c:v>0.0301</c:v>
                </c:pt>
                <c:pt idx="50">
                  <c:v>0.0625</c:v>
                </c:pt>
                <c:pt idx="51">
                  <c:v>0.0274</c:v>
                </c:pt>
                <c:pt idx="52">
                  <c:v>0.0617</c:v>
                </c:pt>
                <c:pt idx="53">
                  <c:v>0.0693</c:v>
                </c:pt>
                <c:pt idx="54">
                  <c:v>0.0752</c:v>
                </c:pt>
                <c:pt idx="55">
                  <c:v>0.1127</c:v>
                </c:pt>
                <c:pt idx="56">
                  <c:v>0.1075</c:v>
                </c:pt>
                <c:pt idx="57">
                  <c:v>0.1631</c:v>
                </c:pt>
                <c:pt idx="58">
                  <c:v>0.1624</c:v>
                </c:pt>
                <c:pt idx="59">
                  <c:v>0.2035</c:v>
                </c:pt>
                <c:pt idx="60">
                  <c:v>0.2244</c:v>
                </c:pt>
                <c:pt idx="61">
                  <c:v>0.2364</c:v>
                </c:pt>
                <c:pt idx="62">
                  <c:v>0.2877</c:v>
                </c:pt>
                <c:pt idx="63">
                  <c:v>0.3078</c:v>
                </c:pt>
                <c:pt idx="64">
                  <c:v>0.3301</c:v>
                </c:pt>
                <c:pt idx="65">
                  <c:v>0.3496</c:v>
                </c:pt>
                <c:pt idx="66">
                  <c:v>0.3864</c:v>
                </c:pt>
                <c:pt idx="67">
                  <c:v>0.4012</c:v>
                </c:pt>
                <c:pt idx="68">
                  <c:v>0.4239</c:v>
                </c:pt>
                <c:pt idx="69">
                  <c:v>0.4433</c:v>
                </c:pt>
                <c:pt idx="70">
                  <c:v>0.468</c:v>
                </c:pt>
                <c:pt idx="71">
                  <c:v>0.4939</c:v>
                </c:pt>
                <c:pt idx="72">
                  <c:v>0.5131</c:v>
                </c:pt>
                <c:pt idx="73">
                  <c:v>0.5353</c:v>
                </c:pt>
                <c:pt idx="74">
                  <c:v>0.5798</c:v>
                </c:pt>
                <c:pt idx="75">
                  <c:v>0.5951</c:v>
                </c:pt>
                <c:pt idx="76">
                  <c:v>0.6291</c:v>
                </c:pt>
                <c:pt idx="77">
                  <c:v>0.6572</c:v>
                </c:pt>
                <c:pt idx="78">
                  <c:v>0.7251</c:v>
                </c:pt>
                <c:pt idx="79">
                  <c:v>0.7751</c:v>
                </c:pt>
                <c:pt idx="80">
                  <c:v>0.8175</c:v>
                </c:pt>
                <c:pt idx="81">
                  <c:v>0.8974</c:v>
                </c:pt>
                <c:pt idx="82">
                  <c:v>1.006</c:v>
                </c:pt>
                <c:pt idx="83">
                  <c:v>1.0486</c:v>
                </c:pt>
                <c:pt idx="84">
                  <c:v>1.1651</c:v>
                </c:pt>
                <c:pt idx="85">
                  <c:v>1.0883</c:v>
                </c:pt>
                <c:pt idx="86">
                  <c:v>0.3382</c:v>
                </c:pt>
                <c:pt idx="87">
                  <c:v>0.1236</c:v>
                </c:pt>
                <c:pt idx="88">
                  <c:v>0.2283</c:v>
                </c:pt>
                <c:pt idx="89">
                  <c:v>0.0356</c:v>
                </c:pt>
                <c:pt idx="90">
                  <c:v>0.0201</c:v>
                </c:pt>
                <c:pt idx="91">
                  <c:v>0.01</c:v>
                </c:pt>
                <c:pt idx="92">
                  <c:v>-0.0041</c:v>
                </c:pt>
                <c:pt idx="93">
                  <c:v>0.0112</c:v>
                </c:pt>
                <c:pt idx="94">
                  <c:v>0.0234</c:v>
                </c:pt>
                <c:pt idx="95">
                  <c:v>0.0169</c:v>
                </c:pt>
                <c:pt idx="96">
                  <c:v>0.0169</c:v>
                </c:pt>
                <c:pt idx="97">
                  <c:v>0.0156</c:v>
                </c:pt>
                <c:pt idx="98">
                  <c:v>0.008</c:v>
                </c:pt>
                <c:pt idx="99">
                  <c:v>0.0097</c:v>
                </c:pt>
                <c:pt idx="100">
                  <c:v>0.0057</c:v>
                </c:pt>
                <c:pt idx="101">
                  <c:v>0.0091</c:v>
                </c:pt>
                <c:pt idx="102">
                  <c:v>0.0259</c:v>
                </c:pt>
                <c:pt idx="103">
                  <c:v>0.0099</c:v>
                </c:pt>
                <c:pt idx="104">
                  <c:v>0.0122</c:v>
                </c:pt>
                <c:pt idx="105">
                  <c:v>0.0147</c:v>
                </c:pt>
                <c:pt idx="106">
                  <c:v>0.0143</c:v>
                </c:pt>
                <c:pt idx="107">
                  <c:v>0.0149</c:v>
                </c:pt>
                <c:pt idx="108">
                  <c:v>0.0111</c:v>
                </c:pt>
                <c:pt idx="109">
                  <c:v>0.0029</c:v>
                </c:pt>
                <c:pt idx="110">
                  <c:v>0.0259</c:v>
                </c:pt>
                <c:pt idx="111">
                  <c:v>0.018</c:v>
                </c:pt>
                <c:pt idx="112">
                  <c:v>0.0195</c:v>
                </c:pt>
                <c:pt idx="113">
                  <c:v>0.0198</c:v>
                </c:pt>
                <c:pt idx="114">
                  <c:v>0.0071</c:v>
                </c:pt>
                <c:pt idx="115">
                  <c:v>-0.005</c:v>
                </c:pt>
                <c:pt idx="116">
                  <c:v>0.0101</c:v>
                </c:pt>
                <c:pt idx="117">
                  <c:v>0.0047</c:v>
                </c:pt>
                <c:pt idx="118">
                  <c:v>0.0032</c:v>
                </c:pt>
                <c:pt idx="119">
                  <c:v>-0.003</c:v>
                </c:pt>
                <c:pt idx="120">
                  <c:v>0.0158</c:v>
                </c:pt>
                <c:pt idx="121">
                  <c:v>0.0013</c:v>
                </c:pt>
                <c:pt idx="122">
                  <c:v>0.0017</c:v>
                </c:pt>
                <c:pt idx="123">
                  <c:v>0.0183</c:v>
                </c:pt>
                <c:pt idx="124">
                  <c:v>0.0111</c:v>
                </c:pt>
                <c:pt idx="125">
                  <c:v>-0.0043</c:v>
                </c:pt>
                <c:pt idx="126">
                  <c:v>0.0133</c:v>
                </c:pt>
                <c:pt idx="127">
                  <c:v>0.0129</c:v>
                </c:pt>
                <c:pt idx="128">
                  <c:v>0.0159</c:v>
                </c:pt>
                <c:pt idx="129">
                  <c:v>-0.0015</c:v>
                </c:pt>
                <c:pt idx="130">
                  <c:v>0.0043</c:v>
                </c:pt>
                <c:pt idx="131">
                  <c:v>0.0003</c:v>
                </c:pt>
                <c:pt idx="132">
                  <c:v>0.0246</c:v>
                </c:pt>
                <c:pt idx="133">
                  <c:v>-0.0005</c:v>
                </c:pt>
                <c:pt idx="134">
                  <c:v>0.0124</c:v>
                </c:pt>
                <c:pt idx="135">
                  <c:v>0.0004</c:v>
                </c:pt>
                <c:pt idx="136">
                  <c:v>0.0213</c:v>
                </c:pt>
                <c:pt idx="137">
                  <c:v>-0.0074</c:v>
                </c:pt>
                <c:pt idx="138">
                  <c:v>0.0118</c:v>
                </c:pt>
                <c:pt idx="139">
                  <c:v>0.004</c:v>
                </c:pt>
                <c:pt idx="140">
                  <c:v>-0.0034</c:v>
                </c:pt>
                <c:pt idx="141">
                  <c:v>0.0155</c:v>
                </c:pt>
                <c:pt idx="142">
                  <c:v>-0.001</c:v>
                </c:pt>
                <c:pt idx="143">
                  <c:v>-0.0031</c:v>
                </c:pt>
                <c:pt idx="144">
                  <c:v>0.0138</c:v>
                </c:pt>
                <c:pt idx="145">
                  <c:v>0.0089</c:v>
                </c:pt>
                <c:pt idx="146">
                  <c:v>-0.0089</c:v>
                </c:pt>
                <c:pt idx="147">
                  <c:v>-0.0028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Sheet1!$A$2:$A$149</c:f>
              <c:numCache>
                <c:formatCode>General</c:formatCode>
                <c:ptCount val="148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  <c:pt idx="11">
                  <c:v>105</c:v>
                </c:pt>
                <c:pt idx="12">
                  <c:v>110</c:v>
                </c:pt>
                <c:pt idx="13">
                  <c:v>115</c:v>
                </c:pt>
                <c:pt idx="14">
                  <c:v>120</c:v>
                </c:pt>
                <c:pt idx="15">
                  <c:v>125</c:v>
                </c:pt>
                <c:pt idx="16">
                  <c:v>130</c:v>
                </c:pt>
                <c:pt idx="17">
                  <c:v>135</c:v>
                </c:pt>
                <c:pt idx="18">
                  <c:v>140</c:v>
                </c:pt>
                <c:pt idx="19">
                  <c:v>145</c:v>
                </c:pt>
                <c:pt idx="20">
                  <c:v>150</c:v>
                </c:pt>
                <c:pt idx="21">
                  <c:v>155</c:v>
                </c:pt>
                <c:pt idx="22">
                  <c:v>160</c:v>
                </c:pt>
                <c:pt idx="23">
                  <c:v>165</c:v>
                </c:pt>
                <c:pt idx="24">
                  <c:v>170</c:v>
                </c:pt>
                <c:pt idx="25">
                  <c:v>175</c:v>
                </c:pt>
                <c:pt idx="26">
                  <c:v>180</c:v>
                </c:pt>
                <c:pt idx="27">
                  <c:v>185</c:v>
                </c:pt>
                <c:pt idx="28">
                  <c:v>190</c:v>
                </c:pt>
                <c:pt idx="29">
                  <c:v>195</c:v>
                </c:pt>
                <c:pt idx="30">
                  <c:v>200</c:v>
                </c:pt>
                <c:pt idx="31">
                  <c:v>205</c:v>
                </c:pt>
                <c:pt idx="32">
                  <c:v>210</c:v>
                </c:pt>
                <c:pt idx="33">
                  <c:v>215</c:v>
                </c:pt>
                <c:pt idx="34">
                  <c:v>220</c:v>
                </c:pt>
                <c:pt idx="35">
                  <c:v>225</c:v>
                </c:pt>
                <c:pt idx="36">
                  <c:v>230</c:v>
                </c:pt>
                <c:pt idx="37">
                  <c:v>235</c:v>
                </c:pt>
                <c:pt idx="38">
                  <c:v>240</c:v>
                </c:pt>
                <c:pt idx="39">
                  <c:v>245</c:v>
                </c:pt>
                <c:pt idx="40">
                  <c:v>250</c:v>
                </c:pt>
                <c:pt idx="41">
                  <c:v>255</c:v>
                </c:pt>
                <c:pt idx="42">
                  <c:v>260</c:v>
                </c:pt>
                <c:pt idx="43">
                  <c:v>265</c:v>
                </c:pt>
                <c:pt idx="44">
                  <c:v>270</c:v>
                </c:pt>
                <c:pt idx="45">
                  <c:v>275</c:v>
                </c:pt>
                <c:pt idx="46">
                  <c:v>280</c:v>
                </c:pt>
                <c:pt idx="47">
                  <c:v>285</c:v>
                </c:pt>
                <c:pt idx="48">
                  <c:v>290</c:v>
                </c:pt>
                <c:pt idx="49">
                  <c:v>295</c:v>
                </c:pt>
                <c:pt idx="50">
                  <c:v>300</c:v>
                </c:pt>
                <c:pt idx="51">
                  <c:v>305</c:v>
                </c:pt>
                <c:pt idx="52">
                  <c:v>310</c:v>
                </c:pt>
                <c:pt idx="53">
                  <c:v>315</c:v>
                </c:pt>
                <c:pt idx="54">
                  <c:v>320</c:v>
                </c:pt>
                <c:pt idx="55">
                  <c:v>325</c:v>
                </c:pt>
                <c:pt idx="56">
                  <c:v>330</c:v>
                </c:pt>
                <c:pt idx="57">
                  <c:v>335</c:v>
                </c:pt>
                <c:pt idx="58">
                  <c:v>340</c:v>
                </c:pt>
                <c:pt idx="59">
                  <c:v>345</c:v>
                </c:pt>
                <c:pt idx="60">
                  <c:v>350</c:v>
                </c:pt>
                <c:pt idx="61">
                  <c:v>355</c:v>
                </c:pt>
                <c:pt idx="62">
                  <c:v>360</c:v>
                </c:pt>
                <c:pt idx="63">
                  <c:v>365</c:v>
                </c:pt>
                <c:pt idx="64">
                  <c:v>370</c:v>
                </c:pt>
                <c:pt idx="65">
                  <c:v>375</c:v>
                </c:pt>
                <c:pt idx="66">
                  <c:v>380</c:v>
                </c:pt>
                <c:pt idx="67">
                  <c:v>385</c:v>
                </c:pt>
                <c:pt idx="68">
                  <c:v>390</c:v>
                </c:pt>
                <c:pt idx="69">
                  <c:v>395</c:v>
                </c:pt>
                <c:pt idx="70">
                  <c:v>400</c:v>
                </c:pt>
                <c:pt idx="71">
                  <c:v>405</c:v>
                </c:pt>
                <c:pt idx="72">
                  <c:v>410</c:v>
                </c:pt>
                <c:pt idx="73">
                  <c:v>415</c:v>
                </c:pt>
                <c:pt idx="74">
                  <c:v>420</c:v>
                </c:pt>
                <c:pt idx="75">
                  <c:v>425</c:v>
                </c:pt>
                <c:pt idx="76">
                  <c:v>430</c:v>
                </c:pt>
                <c:pt idx="77">
                  <c:v>435</c:v>
                </c:pt>
                <c:pt idx="78">
                  <c:v>440</c:v>
                </c:pt>
                <c:pt idx="79">
                  <c:v>445</c:v>
                </c:pt>
                <c:pt idx="80">
                  <c:v>450</c:v>
                </c:pt>
                <c:pt idx="81">
                  <c:v>455</c:v>
                </c:pt>
                <c:pt idx="82">
                  <c:v>460</c:v>
                </c:pt>
                <c:pt idx="83">
                  <c:v>465</c:v>
                </c:pt>
                <c:pt idx="84">
                  <c:v>470</c:v>
                </c:pt>
                <c:pt idx="85">
                  <c:v>475</c:v>
                </c:pt>
                <c:pt idx="86">
                  <c:v>480</c:v>
                </c:pt>
                <c:pt idx="87">
                  <c:v>485</c:v>
                </c:pt>
                <c:pt idx="88">
                  <c:v>490</c:v>
                </c:pt>
                <c:pt idx="89">
                  <c:v>495</c:v>
                </c:pt>
                <c:pt idx="90">
                  <c:v>500</c:v>
                </c:pt>
                <c:pt idx="91">
                  <c:v>505</c:v>
                </c:pt>
                <c:pt idx="92">
                  <c:v>510</c:v>
                </c:pt>
                <c:pt idx="93">
                  <c:v>515</c:v>
                </c:pt>
                <c:pt idx="94">
                  <c:v>520</c:v>
                </c:pt>
                <c:pt idx="95">
                  <c:v>525</c:v>
                </c:pt>
                <c:pt idx="96">
                  <c:v>530</c:v>
                </c:pt>
                <c:pt idx="97">
                  <c:v>535</c:v>
                </c:pt>
                <c:pt idx="98">
                  <c:v>540</c:v>
                </c:pt>
                <c:pt idx="99">
                  <c:v>545</c:v>
                </c:pt>
                <c:pt idx="100">
                  <c:v>550</c:v>
                </c:pt>
                <c:pt idx="101">
                  <c:v>555</c:v>
                </c:pt>
                <c:pt idx="102">
                  <c:v>560</c:v>
                </c:pt>
                <c:pt idx="103">
                  <c:v>565</c:v>
                </c:pt>
                <c:pt idx="104">
                  <c:v>570</c:v>
                </c:pt>
                <c:pt idx="105">
                  <c:v>575</c:v>
                </c:pt>
                <c:pt idx="106">
                  <c:v>580</c:v>
                </c:pt>
                <c:pt idx="107">
                  <c:v>585</c:v>
                </c:pt>
                <c:pt idx="108">
                  <c:v>590</c:v>
                </c:pt>
                <c:pt idx="109">
                  <c:v>595</c:v>
                </c:pt>
                <c:pt idx="110">
                  <c:v>600</c:v>
                </c:pt>
                <c:pt idx="111">
                  <c:v>605</c:v>
                </c:pt>
                <c:pt idx="112">
                  <c:v>610</c:v>
                </c:pt>
                <c:pt idx="113">
                  <c:v>615</c:v>
                </c:pt>
                <c:pt idx="114">
                  <c:v>620</c:v>
                </c:pt>
                <c:pt idx="115">
                  <c:v>625</c:v>
                </c:pt>
                <c:pt idx="116">
                  <c:v>630</c:v>
                </c:pt>
                <c:pt idx="117">
                  <c:v>635</c:v>
                </c:pt>
                <c:pt idx="118">
                  <c:v>640</c:v>
                </c:pt>
                <c:pt idx="119">
                  <c:v>645</c:v>
                </c:pt>
                <c:pt idx="120">
                  <c:v>650</c:v>
                </c:pt>
                <c:pt idx="121">
                  <c:v>655</c:v>
                </c:pt>
                <c:pt idx="122">
                  <c:v>660</c:v>
                </c:pt>
                <c:pt idx="123">
                  <c:v>665</c:v>
                </c:pt>
                <c:pt idx="124">
                  <c:v>670</c:v>
                </c:pt>
                <c:pt idx="125">
                  <c:v>675</c:v>
                </c:pt>
                <c:pt idx="126">
                  <c:v>680</c:v>
                </c:pt>
                <c:pt idx="127">
                  <c:v>685</c:v>
                </c:pt>
                <c:pt idx="128">
                  <c:v>690</c:v>
                </c:pt>
                <c:pt idx="129">
                  <c:v>695</c:v>
                </c:pt>
                <c:pt idx="130">
                  <c:v>700</c:v>
                </c:pt>
                <c:pt idx="131">
                  <c:v>705</c:v>
                </c:pt>
                <c:pt idx="132">
                  <c:v>710</c:v>
                </c:pt>
                <c:pt idx="133">
                  <c:v>715</c:v>
                </c:pt>
                <c:pt idx="134">
                  <c:v>720</c:v>
                </c:pt>
                <c:pt idx="135">
                  <c:v>725</c:v>
                </c:pt>
                <c:pt idx="136">
                  <c:v>730</c:v>
                </c:pt>
                <c:pt idx="137">
                  <c:v>735</c:v>
                </c:pt>
                <c:pt idx="138">
                  <c:v>740</c:v>
                </c:pt>
                <c:pt idx="139">
                  <c:v>745</c:v>
                </c:pt>
                <c:pt idx="140">
                  <c:v>750</c:v>
                </c:pt>
                <c:pt idx="141">
                  <c:v>755</c:v>
                </c:pt>
                <c:pt idx="142">
                  <c:v>760</c:v>
                </c:pt>
                <c:pt idx="143">
                  <c:v>765</c:v>
                </c:pt>
                <c:pt idx="144">
                  <c:v>770</c:v>
                </c:pt>
                <c:pt idx="145">
                  <c:v>775</c:v>
                </c:pt>
                <c:pt idx="146">
                  <c:v>780</c:v>
                </c:pt>
                <c:pt idx="147">
                  <c:v>785</c:v>
                </c:pt>
              </c:numCache>
            </c:numRef>
          </c:xVal>
          <c:yVal>
            <c:numRef>
              <c:f>Sheet1!$E$2:$E$149</c:f>
              <c:numCache>
                <c:formatCode>General</c:formatCode>
                <c:ptCount val="148"/>
                <c:pt idx="0">
                  <c:v>0.0455</c:v>
                </c:pt>
                <c:pt idx="1">
                  <c:v>0.0437</c:v>
                </c:pt>
                <c:pt idx="2">
                  <c:v>0.0296</c:v>
                </c:pt>
                <c:pt idx="3">
                  <c:v>0.0218</c:v>
                </c:pt>
                <c:pt idx="4">
                  <c:v>0.0193</c:v>
                </c:pt>
                <c:pt idx="5">
                  <c:v>0.0124</c:v>
                </c:pt>
                <c:pt idx="6">
                  <c:v>0.0212</c:v>
                </c:pt>
                <c:pt idx="7">
                  <c:v>0.0118</c:v>
                </c:pt>
                <c:pt idx="8">
                  <c:v>0.018</c:v>
                </c:pt>
                <c:pt idx="9">
                  <c:v>0.0124</c:v>
                </c:pt>
                <c:pt idx="10">
                  <c:v>0.0168</c:v>
                </c:pt>
                <c:pt idx="11">
                  <c:v>0.0168</c:v>
                </c:pt>
                <c:pt idx="12">
                  <c:v>0.0247</c:v>
                </c:pt>
                <c:pt idx="13">
                  <c:v>0.0285</c:v>
                </c:pt>
                <c:pt idx="14">
                  <c:v>0.0262</c:v>
                </c:pt>
                <c:pt idx="15">
                  <c:v>0.0395</c:v>
                </c:pt>
                <c:pt idx="16">
                  <c:v>0.026</c:v>
                </c:pt>
                <c:pt idx="17">
                  <c:v>0.0435</c:v>
                </c:pt>
                <c:pt idx="18">
                  <c:v>0.0419</c:v>
                </c:pt>
                <c:pt idx="19">
                  <c:v>0.0464</c:v>
                </c:pt>
                <c:pt idx="20">
                  <c:v>0.0487</c:v>
                </c:pt>
                <c:pt idx="21">
                  <c:v>0.057</c:v>
                </c:pt>
                <c:pt idx="22">
                  <c:v>0.0628</c:v>
                </c:pt>
                <c:pt idx="23">
                  <c:v>0.062</c:v>
                </c:pt>
                <c:pt idx="24">
                  <c:v>0.069</c:v>
                </c:pt>
                <c:pt idx="25">
                  <c:v>0.0729</c:v>
                </c:pt>
                <c:pt idx="26">
                  <c:v>0.0663</c:v>
                </c:pt>
                <c:pt idx="27">
                  <c:v>0.0712</c:v>
                </c:pt>
                <c:pt idx="28">
                  <c:v>0.0741</c:v>
                </c:pt>
                <c:pt idx="29">
                  <c:v>0.0726</c:v>
                </c:pt>
                <c:pt idx="30">
                  <c:v>0.0705</c:v>
                </c:pt>
                <c:pt idx="31">
                  <c:v>0.0702</c:v>
                </c:pt>
                <c:pt idx="32">
                  <c:v>0.0636</c:v>
                </c:pt>
                <c:pt idx="33">
                  <c:v>0.0642</c:v>
                </c:pt>
                <c:pt idx="34">
                  <c:v>0.0576</c:v>
                </c:pt>
                <c:pt idx="35">
                  <c:v>0.0491</c:v>
                </c:pt>
                <c:pt idx="36">
                  <c:v>0.0506</c:v>
                </c:pt>
                <c:pt idx="37">
                  <c:v>0.04</c:v>
                </c:pt>
                <c:pt idx="38">
                  <c:v>0.0468</c:v>
                </c:pt>
                <c:pt idx="39">
                  <c:v>0.0371</c:v>
                </c:pt>
                <c:pt idx="40">
                  <c:v>0.0446</c:v>
                </c:pt>
                <c:pt idx="41">
                  <c:v>0.0333</c:v>
                </c:pt>
                <c:pt idx="42">
                  <c:v>0.0229</c:v>
                </c:pt>
                <c:pt idx="43">
                  <c:v>0.026</c:v>
                </c:pt>
                <c:pt idx="44">
                  <c:v>0.0249</c:v>
                </c:pt>
                <c:pt idx="45">
                  <c:v>0.0232</c:v>
                </c:pt>
                <c:pt idx="46">
                  <c:v>0.026</c:v>
                </c:pt>
                <c:pt idx="47">
                  <c:v>0.0349</c:v>
                </c:pt>
                <c:pt idx="48">
                  <c:v>0.0308</c:v>
                </c:pt>
                <c:pt idx="49">
                  <c:v>0.0401</c:v>
                </c:pt>
                <c:pt idx="50">
                  <c:v>0.0398</c:v>
                </c:pt>
                <c:pt idx="51">
                  <c:v>0.0481</c:v>
                </c:pt>
                <c:pt idx="52">
                  <c:v>0.0563</c:v>
                </c:pt>
                <c:pt idx="53">
                  <c:v>0.0689</c:v>
                </c:pt>
                <c:pt idx="54">
                  <c:v>0.0786</c:v>
                </c:pt>
                <c:pt idx="55">
                  <c:v>0.1038</c:v>
                </c:pt>
                <c:pt idx="56">
                  <c:v>0.1216</c:v>
                </c:pt>
                <c:pt idx="57">
                  <c:v>0.1503</c:v>
                </c:pt>
                <c:pt idx="58">
                  <c:v>0.1774</c:v>
                </c:pt>
                <c:pt idx="59">
                  <c:v>0.204</c:v>
                </c:pt>
                <c:pt idx="60">
                  <c:v>0.2271</c:v>
                </c:pt>
                <c:pt idx="61">
                  <c:v>0.2616</c:v>
                </c:pt>
                <c:pt idx="62">
                  <c:v>0.2884</c:v>
                </c:pt>
                <c:pt idx="63">
                  <c:v>0.3185</c:v>
                </c:pt>
                <c:pt idx="64">
                  <c:v>0.3331</c:v>
                </c:pt>
                <c:pt idx="65">
                  <c:v>0.3659</c:v>
                </c:pt>
                <c:pt idx="66">
                  <c:v>0.3889</c:v>
                </c:pt>
                <c:pt idx="67">
                  <c:v>0.4114</c:v>
                </c:pt>
                <c:pt idx="68">
                  <c:v>0.4366</c:v>
                </c:pt>
                <c:pt idx="69">
                  <c:v>0.4529</c:v>
                </c:pt>
                <c:pt idx="70">
                  <c:v>0.4841</c:v>
                </c:pt>
                <c:pt idx="71">
                  <c:v>0.5045</c:v>
                </c:pt>
                <c:pt idx="72">
                  <c:v>0.5288</c:v>
                </c:pt>
                <c:pt idx="73">
                  <c:v>0.5458</c:v>
                </c:pt>
                <c:pt idx="74">
                  <c:v>0.5759</c:v>
                </c:pt>
                <c:pt idx="75">
                  <c:v>0.6072</c:v>
                </c:pt>
                <c:pt idx="76">
                  <c:v>0.6411</c:v>
                </c:pt>
                <c:pt idx="77">
                  <c:v>0.6808</c:v>
                </c:pt>
                <c:pt idx="78">
                  <c:v>0.7222</c:v>
                </c:pt>
                <c:pt idx="79">
                  <c:v>0.7787</c:v>
                </c:pt>
                <c:pt idx="80">
                  <c:v>0.8373</c:v>
                </c:pt>
                <c:pt idx="81">
                  <c:v>0.9022</c:v>
                </c:pt>
                <c:pt idx="82">
                  <c:v>0.9798</c:v>
                </c:pt>
                <c:pt idx="83">
                  <c:v>1.07</c:v>
                </c:pt>
                <c:pt idx="84">
                  <c:v>1.1488</c:v>
                </c:pt>
                <c:pt idx="85">
                  <c:v>1.1422</c:v>
                </c:pt>
                <c:pt idx="86">
                  <c:v>0.4444</c:v>
                </c:pt>
                <c:pt idx="87">
                  <c:v>0.0828</c:v>
                </c:pt>
                <c:pt idx="88">
                  <c:v>0.1137</c:v>
                </c:pt>
                <c:pt idx="89">
                  <c:v>0.1886</c:v>
                </c:pt>
                <c:pt idx="90">
                  <c:v>0.0258</c:v>
                </c:pt>
                <c:pt idx="91">
                  <c:v>0.0069</c:v>
                </c:pt>
                <c:pt idx="92">
                  <c:v>0.0044</c:v>
                </c:pt>
                <c:pt idx="93">
                  <c:v>0.0046</c:v>
                </c:pt>
                <c:pt idx="94">
                  <c:v>0.0054</c:v>
                </c:pt>
                <c:pt idx="95">
                  <c:v>0.0031</c:v>
                </c:pt>
                <c:pt idx="96">
                  <c:v>-0.0029</c:v>
                </c:pt>
                <c:pt idx="97">
                  <c:v>0.0063</c:v>
                </c:pt>
                <c:pt idx="98">
                  <c:v>0.0117</c:v>
                </c:pt>
                <c:pt idx="99">
                  <c:v>0.0037</c:v>
                </c:pt>
                <c:pt idx="100">
                  <c:v>0.0041</c:v>
                </c:pt>
                <c:pt idx="101">
                  <c:v>0.0042</c:v>
                </c:pt>
                <c:pt idx="102">
                  <c:v>0.008</c:v>
                </c:pt>
                <c:pt idx="103">
                  <c:v>0.009</c:v>
                </c:pt>
                <c:pt idx="104">
                  <c:v>0.0112</c:v>
                </c:pt>
                <c:pt idx="105">
                  <c:v>0.0088</c:v>
                </c:pt>
                <c:pt idx="106">
                  <c:v>0.0142</c:v>
                </c:pt>
                <c:pt idx="107">
                  <c:v>0.0127</c:v>
                </c:pt>
                <c:pt idx="108">
                  <c:v>0.0138</c:v>
                </c:pt>
                <c:pt idx="109">
                  <c:v>0.0134</c:v>
                </c:pt>
                <c:pt idx="110">
                  <c:v>0.0027</c:v>
                </c:pt>
                <c:pt idx="111">
                  <c:v>0.0162</c:v>
                </c:pt>
                <c:pt idx="112">
                  <c:v>0.0121</c:v>
                </c:pt>
                <c:pt idx="113">
                  <c:v>0.0112</c:v>
                </c:pt>
                <c:pt idx="114">
                  <c:v>0.0113</c:v>
                </c:pt>
                <c:pt idx="115">
                  <c:v>0.0103</c:v>
                </c:pt>
                <c:pt idx="116">
                  <c:v>0.0155</c:v>
                </c:pt>
                <c:pt idx="117">
                  <c:v>0.0092</c:v>
                </c:pt>
                <c:pt idx="118">
                  <c:v>0.0094</c:v>
                </c:pt>
                <c:pt idx="119">
                  <c:v>0.0075</c:v>
                </c:pt>
                <c:pt idx="120">
                  <c:v>0.0065</c:v>
                </c:pt>
                <c:pt idx="121">
                  <c:v>0.0064</c:v>
                </c:pt>
                <c:pt idx="122">
                  <c:v>0.0088</c:v>
                </c:pt>
                <c:pt idx="123">
                  <c:v>0.0015</c:v>
                </c:pt>
                <c:pt idx="124">
                  <c:v>0.0007</c:v>
                </c:pt>
                <c:pt idx="125">
                  <c:v>0.0091</c:v>
                </c:pt>
                <c:pt idx="126">
                  <c:v>-0.004</c:v>
                </c:pt>
                <c:pt idx="127">
                  <c:v>0.0086</c:v>
                </c:pt>
                <c:pt idx="128">
                  <c:v>0.0058</c:v>
                </c:pt>
                <c:pt idx="129">
                  <c:v>0.0031</c:v>
                </c:pt>
                <c:pt idx="130">
                  <c:v>0.0062</c:v>
                </c:pt>
                <c:pt idx="131">
                  <c:v>-0.001</c:v>
                </c:pt>
                <c:pt idx="132">
                  <c:v>0.0105</c:v>
                </c:pt>
                <c:pt idx="133">
                  <c:v>-0.0045</c:v>
                </c:pt>
                <c:pt idx="134">
                  <c:v>-0.0002</c:v>
                </c:pt>
                <c:pt idx="135">
                  <c:v>-0.0007</c:v>
                </c:pt>
                <c:pt idx="136">
                  <c:v>0.0057</c:v>
                </c:pt>
                <c:pt idx="137">
                  <c:v>-0.0014</c:v>
                </c:pt>
                <c:pt idx="138">
                  <c:v>-0.0004</c:v>
                </c:pt>
                <c:pt idx="139">
                  <c:v>0.0094</c:v>
                </c:pt>
                <c:pt idx="140">
                  <c:v>0.0005</c:v>
                </c:pt>
                <c:pt idx="141">
                  <c:v>0.0045</c:v>
                </c:pt>
                <c:pt idx="142">
                  <c:v>-0.0013</c:v>
                </c:pt>
                <c:pt idx="143">
                  <c:v>-0.0007</c:v>
                </c:pt>
                <c:pt idx="144">
                  <c:v>-0.0043</c:v>
                </c:pt>
                <c:pt idx="145">
                  <c:v>0.0008</c:v>
                </c:pt>
                <c:pt idx="146">
                  <c:v>0.0012</c:v>
                </c:pt>
                <c:pt idx="147">
                  <c:v>0.0036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0.25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.25"/>
          <c:min val="-0.2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EPS
가연성</c:v>
                  </c:pt>
                  <c:pt idx="1">
                    <c:v>EPS
준불연</c:v>
                  </c:pt>
                  <c:pt idx="2">
                    <c:v>PIR(PUR)
가연성</c:v>
                  </c:pt>
                  <c:pt idx="3">
                    <c:v>PIR(PUR)
준불연</c:v>
                  </c:pt>
                  <c:pt idx="4">
                    <c:v>PF
외부용</c:v>
                  </c:pt>
                  <c:pt idx="5">
                    <c:v>PF
내부용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2.6483</c:v>
                </c:pt>
                <c:pt idx="1">
                  <c:v>1.1513</c:v>
                </c:pt>
                <c:pt idx="2">
                  <c:v>0.7048</c:v>
                </c:pt>
                <c:pt idx="3">
                  <c:v>0.5289</c:v>
                </c:pt>
                <c:pt idx="4">
                  <c:v>0.2732</c:v>
                </c:pt>
                <c:pt idx="5">
                  <c:v>0.2491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공기(O)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EPS
가연성</c:v>
                  </c:pt>
                  <c:pt idx="1">
                    <c:v>EPS
준불연</c:v>
                  </c:pt>
                  <c:pt idx="2">
                    <c:v>PIR(PUR)
가연성</c:v>
                  </c:pt>
                  <c:pt idx="3">
                    <c:v>PIR(PUR)
준불연</c:v>
                  </c:pt>
                  <c:pt idx="4">
                    <c:v>PF
외부용</c:v>
                  </c:pt>
                  <c:pt idx="5">
                    <c:v>PF
내부용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2.4377</c:v>
                </c:pt>
                <c:pt idx="1">
                  <c:v>1.0224</c:v>
                </c:pt>
                <c:pt idx="2">
                  <c:v>0.7496</c:v>
                </c:pt>
                <c:pt idx="3">
                  <c:v>0.5752</c:v>
                </c:pt>
                <c:pt idx="4">
                  <c:v>0.4064</c:v>
                </c:pt>
                <c:pt idx="5">
                  <c:v>1.1737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2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5"/>
          <c:w val="0.86"/>
          <c:h val="0.8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PF 외부용 공기 #1</c:v>
                </c:pt>
              </c:strCache>
            </c:strRef>
          </c:tx>
          <c:spPr>
            <a:solidFill>
              <a:srgbClr val="8A8F98"/>
            </a:solidFill>
            <a:ln w="19050" cap="flat">
              <a:solidFill>
                <a:srgbClr val="8A8F9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8A8F98"/>
              </a:solidFill>
              <a:ln w="9525" cap="flat">
                <a:solidFill>
                  <a:srgbClr val="8A8F98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Sheet1!$B$2:$B$116</c:f>
              <c:numCache>
                <c:formatCode>General</c:formatCode>
                <c:ptCount val="115"/>
                <c:pt idx="0">
                  <c:v>-0.03</c:v>
                </c:pt>
                <c:pt idx="1">
                  <c:v>-0.021</c:v>
                </c:pt>
                <c:pt idx="2">
                  <c:v>-0.028</c:v>
                </c:pt>
                <c:pt idx="3">
                  <c:v>-0.03</c:v>
                </c:pt>
                <c:pt idx="4">
                  <c:v>-0.031</c:v>
                </c:pt>
                <c:pt idx="5">
                  <c:v>0.001</c:v>
                </c:pt>
                <c:pt idx="6">
                  <c:v>0.002</c:v>
                </c:pt>
                <c:pt idx="7">
                  <c:v>-0.006</c:v>
                </c:pt>
                <c:pt idx="8">
                  <c:v>0</c:v>
                </c:pt>
                <c:pt idx="9">
                  <c:v>-0.016</c:v>
                </c:pt>
                <c:pt idx="10">
                  <c:v>-0.006</c:v>
                </c:pt>
                <c:pt idx="11">
                  <c:v>0.014</c:v>
                </c:pt>
                <c:pt idx="12">
                  <c:v>0.014</c:v>
                </c:pt>
                <c:pt idx="13">
                  <c:v>0.003</c:v>
                </c:pt>
                <c:pt idx="14">
                  <c:v>-0.001</c:v>
                </c:pt>
                <c:pt idx="15">
                  <c:v>-0.017</c:v>
                </c:pt>
                <c:pt idx="16">
                  <c:v>-0.047</c:v>
                </c:pt>
                <c:pt idx="17">
                  <c:v>-0.003</c:v>
                </c:pt>
                <c:pt idx="18">
                  <c:v>0.032</c:v>
                </c:pt>
                <c:pt idx="19">
                  <c:v>0.047</c:v>
                </c:pt>
                <c:pt idx="20">
                  <c:v>0.055</c:v>
                </c:pt>
                <c:pt idx="21">
                  <c:v>0.061</c:v>
                </c:pt>
                <c:pt idx="22">
                  <c:v>0.051</c:v>
                </c:pt>
                <c:pt idx="23">
                  <c:v>0.03</c:v>
                </c:pt>
                <c:pt idx="24">
                  <c:v>0.01</c:v>
                </c:pt>
                <c:pt idx="25">
                  <c:v>0.001</c:v>
                </c:pt>
                <c:pt idx="26">
                  <c:v>-0.003</c:v>
                </c:pt>
                <c:pt idx="27">
                  <c:v>-0.007</c:v>
                </c:pt>
                <c:pt idx="28">
                  <c:v>0</c:v>
                </c:pt>
                <c:pt idx="29">
                  <c:v>-0.043</c:v>
                </c:pt>
                <c:pt idx="30">
                  <c:v>-0.026</c:v>
                </c:pt>
                <c:pt idx="31">
                  <c:v>0.02</c:v>
                </c:pt>
                <c:pt idx="32">
                  <c:v>0.045</c:v>
                </c:pt>
                <c:pt idx="33">
                  <c:v>-0.046</c:v>
                </c:pt>
                <c:pt idx="34">
                  <c:v>-0.058</c:v>
                </c:pt>
                <c:pt idx="35">
                  <c:v>-0.035</c:v>
                </c:pt>
                <c:pt idx="36">
                  <c:v>-0.039</c:v>
                </c:pt>
                <c:pt idx="37">
                  <c:v>-0.035</c:v>
                </c:pt>
                <c:pt idx="38">
                  <c:v>-0.035</c:v>
                </c:pt>
                <c:pt idx="39">
                  <c:v>-0.026</c:v>
                </c:pt>
                <c:pt idx="40">
                  <c:v>-0.024</c:v>
                </c:pt>
                <c:pt idx="41">
                  <c:v>-0.015</c:v>
                </c:pt>
                <c:pt idx="42">
                  <c:v>-0.015</c:v>
                </c:pt>
                <c:pt idx="43">
                  <c:v>-0.014</c:v>
                </c:pt>
                <c:pt idx="44">
                  <c:v>0.031</c:v>
                </c:pt>
                <c:pt idx="45">
                  <c:v>0.032</c:v>
                </c:pt>
                <c:pt idx="46">
                  <c:v>0.047</c:v>
                </c:pt>
                <c:pt idx="47">
                  <c:v>0.046</c:v>
                </c:pt>
                <c:pt idx="48">
                  <c:v>0.056</c:v>
                </c:pt>
                <c:pt idx="49">
                  <c:v>0.016</c:v>
                </c:pt>
                <c:pt idx="50">
                  <c:v>-0.003</c:v>
                </c:pt>
                <c:pt idx="51">
                  <c:v>-0.044</c:v>
                </c:pt>
                <c:pt idx="52">
                  <c:v>-0.02</c:v>
                </c:pt>
                <c:pt idx="53">
                  <c:v>-0.025</c:v>
                </c:pt>
                <c:pt idx="54">
                  <c:v>0.005</c:v>
                </c:pt>
                <c:pt idx="55">
                  <c:v>0.021</c:v>
                </c:pt>
                <c:pt idx="56">
                  <c:v>0.023</c:v>
                </c:pt>
                <c:pt idx="57">
                  <c:v>0.049</c:v>
                </c:pt>
                <c:pt idx="58">
                  <c:v>-0.019</c:v>
                </c:pt>
                <c:pt idx="59">
                  <c:v>-0.023</c:v>
                </c:pt>
                <c:pt idx="60">
                  <c:v>-0.076</c:v>
                </c:pt>
                <c:pt idx="61">
                  <c:v>-0.101</c:v>
                </c:pt>
                <c:pt idx="62">
                  <c:v>-0.064</c:v>
                </c:pt>
                <c:pt idx="63">
                  <c:v>-0.011</c:v>
                </c:pt>
                <c:pt idx="64">
                  <c:v>0.041</c:v>
                </c:pt>
                <c:pt idx="65">
                  <c:v>0.091</c:v>
                </c:pt>
                <c:pt idx="66">
                  <c:v>0.098</c:v>
                </c:pt>
                <c:pt idx="67">
                  <c:v>0.151</c:v>
                </c:pt>
                <c:pt idx="68">
                  <c:v>0.07</c:v>
                </c:pt>
                <c:pt idx="69">
                  <c:v>-0.003</c:v>
                </c:pt>
                <c:pt idx="70">
                  <c:v>-0.069</c:v>
                </c:pt>
                <c:pt idx="71">
                  <c:v>-0.103</c:v>
                </c:pt>
                <c:pt idx="72">
                  <c:v>-0.095</c:v>
                </c:pt>
                <c:pt idx="73">
                  <c:v>-0.01</c:v>
                </c:pt>
                <c:pt idx="74">
                  <c:v>0.05</c:v>
                </c:pt>
                <c:pt idx="75">
                  <c:v>0.044</c:v>
                </c:pt>
                <c:pt idx="76">
                  <c:v>0.029</c:v>
                </c:pt>
                <c:pt idx="77">
                  <c:v>0.008</c:v>
                </c:pt>
                <c:pt idx="78">
                  <c:v>-0.017</c:v>
                </c:pt>
                <c:pt idx="79">
                  <c:v>-0.018</c:v>
                </c:pt>
                <c:pt idx="80">
                  <c:v>-0.016</c:v>
                </c:pt>
                <c:pt idx="81">
                  <c:v>-0.128</c:v>
                </c:pt>
                <c:pt idx="82">
                  <c:v>-0.091</c:v>
                </c:pt>
                <c:pt idx="83">
                  <c:v>-0.012</c:v>
                </c:pt>
                <c:pt idx="84">
                  <c:v>0.073</c:v>
                </c:pt>
                <c:pt idx="85">
                  <c:v>0.101</c:v>
                </c:pt>
                <c:pt idx="86">
                  <c:v>0.131</c:v>
                </c:pt>
                <c:pt idx="87">
                  <c:v>0.08</c:v>
                </c:pt>
                <c:pt idx="88">
                  <c:v>0.086</c:v>
                </c:pt>
                <c:pt idx="89">
                  <c:v>0.048</c:v>
                </c:pt>
                <c:pt idx="90">
                  <c:v>-0.01</c:v>
                </c:pt>
                <c:pt idx="91">
                  <c:v>-0.057</c:v>
                </c:pt>
                <c:pt idx="92">
                  <c:v>-0.034</c:v>
                </c:pt>
                <c:pt idx="93">
                  <c:v>-0.038</c:v>
                </c:pt>
                <c:pt idx="94">
                  <c:v>-0.028</c:v>
                </c:pt>
                <c:pt idx="95">
                  <c:v>-0.013</c:v>
                </c:pt>
                <c:pt idx="96">
                  <c:v>-0.075</c:v>
                </c:pt>
                <c:pt idx="97">
                  <c:v>-0.055</c:v>
                </c:pt>
                <c:pt idx="98">
                  <c:v>-0.019</c:v>
                </c:pt>
                <c:pt idx="99">
                  <c:v>0.011</c:v>
                </c:pt>
                <c:pt idx="100">
                  <c:v>0.002</c:v>
                </c:pt>
                <c:pt idx="101">
                  <c:v>0.033</c:v>
                </c:pt>
                <c:pt idx="102">
                  <c:v>0.084</c:v>
                </c:pt>
                <c:pt idx="103">
                  <c:v>0.106</c:v>
                </c:pt>
                <c:pt idx="104">
                  <c:v>0.193</c:v>
                </c:pt>
                <c:pt idx="105">
                  <c:v>0.239</c:v>
                </c:pt>
                <c:pt idx="106">
                  <c:v>0.228</c:v>
                </c:pt>
                <c:pt idx="107">
                  <c:v>0.082</c:v>
                </c:pt>
                <c:pt idx="108">
                  <c:v>-0.122</c:v>
                </c:pt>
                <c:pt idx="109">
                  <c:v>-0.381</c:v>
                </c:pt>
                <c:pt idx="110">
                  <c:v>-0.606</c:v>
                </c:pt>
                <c:pt idx="111">
                  <c:v>-0.85</c:v>
                </c:pt>
                <c:pt idx="112">
                  <c:v>-1.087</c:v>
                </c:pt>
                <c:pt idx="113">
                  <c:v>0.514</c:v>
                </c:pt>
                <c:pt idx="114">
                  <c:v>1.247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PF 외부용 공기 #2</c:v>
                </c:pt>
              </c:strCache>
            </c:strRef>
          </c:tx>
          <c:spPr>
            <a:solidFill>
              <a:srgbClr val="8A8F98"/>
            </a:solidFill>
            <a:ln w="19050" cap="flat">
              <a:solidFill>
                <a:srgbClr val="8A8F98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8A8F98"/>
              </a:solidFill>
              <a:ln w="9525" cap="flat">
                <a:solidFill>
                  <a:srgbClr val="8A8F98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Sheet1!$C$2:$C$116</c:f>
              <c:numCache>
                <c:formatCode>General</c:formatCode>
                <c:ptCount val="115"/>
                <c:pt idx="0">
                  <c:v>-0.01</c:v>
                </c:pt>
                <c:pt idx="1">
                  <c:v>-0.008</c:v>
                </c:pt>
                <c:pt idx="2">
                  <c:v>-0.018</c:v>
                </c:pt>
                <c:pt idx="3">
                  <c:v>-0.053</c:v>
                </c:pt>
                <c:pt idx="4">
                  <c:v>-0.039</c:v>
                </c:pt>
                <c:pt idx="5">
                  <c:v>-0.026</c:v>
                </c:pt>
                <c:pt idx="6">
                  <c:v>-0.007</c:v>
                </c:pt>
                <c:pt idx="7">
                  <c:v>-0.027</c:v>
                </c:pt>
                <c:pt idx="8">
                  <c:v>-0.011</c:v>
                </c:pt>
                <c:pt idx="9">
                  <c:v>-0.016</c:v>
                </c:pt>
                <c:pt idx="10">
                  <c:v>-0.006</c:v>
                </c:pt>
                <c:pt idx="11">
                  <c:v>-0.007</c:v>
                </c:pt>
                <c:pt idx="12">
                  <c:v>0.023</c:v>
                </c:pt>
                <c:pt idx="13">
                  <c:v>0.014</c:v>
                </c:pt>
                <c:pt idx="14">
                  <c:v>0.01</c:v>
                </c:pt>
                <c:pt idx="15">
                  <c:v>-0.009</c:v>
                </c:pt>
                <c:pt idx="16">
                  <c:v>-0.024</c:v>
                </c:pt>
                <c:pt idx="17">
                  <c:v>0.015</c:v>
                </c:pt>
                <c:pt idx="18">
                  <c:v>0.025</c:v>
                </c:pt>
                <c:pt idx="19">
                  <c:v>0.015</c:v>
                </c:pt>
                <c:pt idx="20">
                  <c:v>0.045</c:v>
                </c:pt>
                <c:pt idx="21">
                  <c:v>0.06</c:v>
                </c:pt>
                <c:pt idx="22">
                  <c:v>0.056</c:v>
                </c:pt>
                <c:pt idx="23">
                  <c:v>0.041</c:v>
                </c:pt>
                <c:pt idx="24">
                  <c:v>0.028</c:v>
                </c:pt>
                <c:pt idx="25">
                  <c:v>0.028</c:v>
                </c:pt>
                <c:pt idx="26">
                  <c:v>0.026</c:v>
                </c:pt>
                <c:pt idx="27">
                  <c:v>-0.002</c:v>
                </c:pt>
                <c:pt idx="28">
                  <c:v>-0.03</c:v>
                </c:pt>
                <c:pt idx="29">
                  <c:v>-0.041</c:v>
                </c:pt>
                <c:pt idx="30">
                  <c:v>-0.004</c:v>
                </c:pt>
                <c:pt idx="31">
                  <c:v>0.036</c:v>
                </c:pt>
                <c:pt idx="32">
                  <c:v>0.066</c:v>
                </c:pt>
                <c:pt idx="33">
                  <c:v>-0.051</c:v>
                </c:pt>
                <c:pt idx="34">
                  <c:v>-0.071</c:v>
                </c:pt>
                <c:pt idx="35">
                  <c:v>-0.059</c:v>
                </c:pt>
                <c:pt idx="36">
                  <c:v>-0.04</c:v>
                </c:pt>
                <c:pt idx="37">
                  <c:v>-0.043</c:v>
                </c:pt>
                <c:pt idx="38">
                  <c:v>-0.07</c:v>
                </c:pt>
                <c:pt idx="39">
                  <c:v>-0.049</c:v>
                </c:pt>
                <c:pt idx="40">
                  <c:v>-0.031</c:v>
                </c:pt>
                <c:pt idx="41">
                  <c:v>-0.009</c:v>
                </c:pt>
                <c:pt idx="42">
                  <c:v>-0.011</c:v>
                </c:pt>
                <c:pt idx="43">
                  <c:v>0.06</c:v>
                </c:pt>
                <c:pt idx="44">
                  <c:v>0.051</c:v>
                </c:pt>
                <c:pt idx="45">
                  <c:v>0.046</c:v>
                </c:pt>
                <c:pt idx="46">
                  <c:v>0.039</c:v>
                </c:pt>
                <c:pt idx="47">
                  <c:v>0.036</c:v>
                </c:pt>
                <c:pt idx="48">
                  <c:v>0.027</c:v>
                </c:pt>
                <c:pt idx="49">
                  <c:v>-0.005</c:v>
                </c:pt>
                <c:pt idx="50">
                  <c:v>-0.054</c:v>
                </c:pt>
                <c:pt idx="51">
                  <c:v>-0.054</c:v>
                </c:pt>
                <c:pt idx="52">
                  <c:v>-0.024</c:v>
                </c:pt>
                <c:pt idx="53">
                  <c:v>0.005</c:v>
                </c:pt>
                <c:pt idx="54">
                  <c:v>0.055</c:v>
                </c:pt>
                <c:pt idx="55">
                  <c:v>0.073</c:v>
                </c:pt>
                <c:pt idx="56">
                  <c:v>0.065</c:v>
                </c:pt>
                <c:pt idx="57">
                  <c:v>0.009</c:v>
                </c:pt>
                <c:pt idx="58">
                  <c:v>-0.024</c:v>
                </c:pt>
                <c:pt idx="59">
                  <c:v>-0.05</c:v>
                </c:pt>
                <c:pt idx="60">
                  <c:v>-0.078</c:v>
                </c:pt>
                <c:pt idx="61">
                  <c:v>-0.043</c:v>
                </c:pt>
                <c:pt idx="62">
                  <c:v>-0.005</c:v>
                </c:pt>
                <c:pt idx="63">
                  <c:v>0.048</c:v>
                </c:pt>
                <c:pt idx="64">
                  <c:v>0.061</c:v>
                </c:pt>
                <c:pt idx="65">
                  <c:v>0.047</c:v>
                </c:pt>
                <c:pt idx="66">
                  <c:v>0.044</c:v>
                </c:pt>
                <c:pt idx="67">
                  <c:v>0.006</c:v>
                </c:pt>
                <c:pt idx="68">
                  <c:v>-0.02</c:v>
                </c:pt>
                <c:pt idx="69">
                  <c:v>-0.033</c:v>
                </c:pt>
                <c:pt idx="70">
                  <c:v>-0.029</c:v>
                </c:pt>
                <c:pt idx="71">
                  <c:v>-0.065</c:v>
                </c:pt>
                <c:pt idx="72">
                  <c:v>-0.046</c:v>
                </c:pt>
                <c:pt idx="73">
                  <c:v>-0.032</c:v>
                </c:pt>
                <c:pt idx="74">
                  <c:v>0.04</c:v>
                </c:pt>
                <c:pt idx="75">
                  <c:v>0.035</c:v>
                </c:pt>
                <c:pt idx="76">
                  <c:v>0.031</c:v>
                </c:pt>
                <c:pt idx="77">
                  <c:v>0.041</c:v>
                </c:pt>
                <c:pt idx="78">
                  <c:v>0.004</c:v>
                </c:pt>
                <c:pt idx="79">
                  <c:v>-0.05</c:v>
                </c:pt>
                <c:pt idx="80">
                  <c:v>-0.128</c:v>
                </c:pt>
                <c:pt idx="81">
                  <c:v>-0.142</c:v>
                </c:pt>
                <c:pt idx="82">
                  <c:v>-0.126</c:v>
                </c:pt>
                <c:pt idx="83">
                  <c:v>-0.018</c:v>
                </c:pt>
                <c:pt idx="84">
                  <c:v>0.094</c:v>
                </c:pt>
                <c:pt idx="85">
                  <c:v>0.23</c:v>
                </c:pt>
                <c:pt idx="86">
                  <c:v>0.294</c:v>
                </c:pt>
                <c:pt idx="87">
                  <c:v>0.369</c:v>
                </c:pt>
                <c:pt idx="88">
                  <c:v>0.234</c:v>
                </c:pt>
                <c:pt idx="89">
                  <c:v>0.075</c:v>
                </c:pt>
                <c:pt idx="90">
                  <c:v>-0.053</c:v>
                </c:pt>
                <c:pt idx="91">
                  <c:v>-0.242</c:v>
                </c:pt>
                <c:pt idx="92">
                  <c:v>-0.397</c:v>
                </c:pt>
                <c:pt idx="93">
                  <c:v>-0.589</c:v>
                </c:pt>
                <c:pt idx="94">
                  <c:v>-1.103</c:v>
                </c:pt>
                <c:pt idx="95">
                  <c:v>0.29</c:v>
                </c:pt>
                <c:pt idx="96">
                  <c:v>0.607</c:v>
                </c:pt>
                <c:pt idx="97">
                  <c:v>0.451</c:v>
                </c:pt>
                <c:pt idx="98">
                  <c:v>0.264</c:v>
                </c:pt>
                <c:pt idx="99">
                  <c:v>0.112</c:v>
                </c:pt>
                <c:pt idx="100">
                  <c:v>0.002</c:v>
                </c:pt>
                <c:pt idx="101">
                  <c:v>-0.144</c:v>
                </c:pt>
                <c:pt idx="102">
                  <c:v>-0.158</c:v>
                </c:pt>
                <c:pt idx="103">
                  <c:v>-0.166</c:v>
                </c:pt>
                <c:pt idx="104">
                  <c:v>-0.088</c:v>
                </c:pt>
                <c:pt idx="105">
                  <c:v>0.028</c:v>
                </c:pt>
                <c:pt idx="106">
                  <c:v>0.055</c:v>
                </c:pt>
                <c:pt idx="107">
                  <c:v>0.104</c:v>
                </c:pt>
                <c:pt idx="108">
                  <c:v>0.087</c:v>
                </c:pt>
                <c:pt idx="109">
                  <c:v>0.069</c:v>
                </c:pt>
                <c:pt idx="110">
                  <c:v>0.058</c:v>
                </c:pt>
                <c:pt idx="111">
                  <c:v>0.015</c:v>
                </c:pt>
                <c:pt idx="112">
                  <c:v>-0.006</c:v>
                </c:pt>
                <c:pt idx="113">
                  <c:v>0.019</c:v>
                </c:pt>
                <c:pt idx="114">
                  <c:v>0.027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PF 내부용 공기 #1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Sheet1!$D$2:$D$116</c:f>
              <c:numCache>
                <c:formatCode>General</c:formatCode>
                <c:ptCount val="115"/>
                <c:pt idx="0">
                  <c:v>0.01</c:v>
                </c:pt>
                <c:pt idx="1">
                  <c:v>-0.007</c:v>
                </c:pt>
                <c:pt idx="2">
                  <c:v>-0.032</c:v>
                </c:pt>
                <c:pt idx="3">
                  <c:v>-0.073</c:v>
                </c:pt>
                <c:pt idx="4">
                  <c:v>-0.049</c:v>
                </c:pt>
                <c:pt idx="5">
                  <c:v>-0.042</c:v>
                </c:pt>
                <c:pt idx="6">
                  <c:v>-0.023</c:v>
                </c:pt>
                <c:pt idx="7">
                  <c:v>0.005</c:v>
                </c:pt>
                <c:pt idx="8">
                  <c:v>0.045</c:v>
                </c:pt>
                <c:pt idx="9">
                  <c:v>0.019</c:v>
                </c:pt>
                <c:pt idx="10">
                  <c:v>-0.002</c:v>
                </c:pt>
                <c:pt idx="11">
                  <c:v>0.032</c:v>
                </c:pt>
                <c:pt idx="12">
                  <c:v>0.084</c:v>
                </c:pt>
                <c:pt idx="13">
                  <c:v>-0.011</c:v>
                </c:pt>
                <c:pt idx="14">
                  <c:v>-0.078</c:v>
                </c:pt>
                <c:pt idx="15">
                  <c:v>-0.098</c:v>
                </c:pt>
                <c:pt idx="16">
                  <c:v>-0.112</c:v>
                </c:pt>
                <c:pt idx="17">
                  <c:v>-0.083</c:v>
                </c:pt>
                <c:pt idx="18">
                  <c:v>0.046</c:v>
                </c:pt>
                <c:pt idx="19">
                  <c:v>0.143</c:v>
                </c:pt>
                <c:pt idx="20">
                  <c:v>0.166</c:v>
                </c:pt>
                <c:pt idx="21">
                  <c:v>0.221</c:v>
                </c:pt>
                <c:pt idx="22">
                  <c:v>0.228</c:v>
                </c:pt>
                <c:pt idx="23">
                  <c:v>-0.197</c:v>
                </c:pt>
                <c:pt idx="24">
                  <c:v>-0.117</c:v>
                </c:pt>
                <c:pt idx="25">
                  <c:v>-0.062</c:v>
                </c:pt>
                <c:pt idx="26">
                  <c:v>-0.058</c:v>
                </c:pt>
                <c:pt idx="27">
                  <c:v>-0.05</c:v>
                </c:pt>
                <c:pt idx="28">
                  <c:v>-0.02</c:v>
                </c:pt>
                <c:pt idx="29">
                  <c:v>0.019</c:v>
                </c:pt>
                <c:pt idx="30">
                  <c:v>0.042</c:v>
                </c:pt>
                <c:pt idx="31">
                  <c:v>0.059</c:v>
                </c:pt>
                <c:pt idx="32">
                  <c:v>0.061</c:v>
                </c:pt>
                <c:pt idx="33">
                  <c:v>0.028</c:v>
                </c:pt>
                <c:pt idx="34">
                  <c:v>-0.158</c:v>
                </c:pt>
                <c:pt idx="35">
                  <c:v>-0.113</c:v>
                </c:pt>
                <c:pt idx="36">
                  <c:v>-0.099</c:v>
                </c:pt>
                <c:pt idx="37">
                  <c:v>-0.089</c:v>
                </c:pt>
                <c:pt idx="38">
                  <c:v>-0.054</c:v>
                </c:pt>
                <c:pt idx="39">
                  <c:v>-0.037</c:v>
                </c:pt>
                <c:pt idx="40">
                  <c:v>-0.043</c:v>
                </c:pt>
                <c:pt idx="41">
                  <c:v>-0.017</c:v>
                </c:pt>
                <c:pt idx="42">
                  <c:v>-0.018</c:v>
                </c:pt>
                <c:pt idx="43">
                  <c:v>0.002</c:v>
                </c:pt>
                <c:pt idx="44">
                  <c:v>0.011</c:v>
                </c:pt>
                <c:pt idx="45">
                  <c:v>0.026</c:v>
                </c:pt>
                <c:pt idx="46">
                  <c:v>0.019</c:v>
                </c:pt>
                <c:pt idx="47">
                  <c:v>0.059</c:v>
                </c:pt>
                <c:pt idx="48">
                  <c:v>0.062</c:v>
                </c:pt>
                <c:pt idx="49">
                  <c:v>0.045</c:v>
                </c:pt>
                <c:pt idx="50">
                  <c:v>0.034</c:v>
                </c:pt>
                <c:pt idx="51">
                  <c:v>-0.013</c:v>
                </c:pt>
                <c:pt idx="52">
                  <c:v>-0.103</c:v>
                </c:pt>
                <c:pt idx="53">
                  <c:v>-0.127</c:v>
                </c:pt>
                <c:pt idx="54">
                  <c:v>-0.175</c:v>
                </c:pt>
                <c:pt idx="55">
                  <c:v>-0.234</c:v>
                </c:pt>
                <c:pt idx="56">
                  <c:v>0.319</c:v>
                </c:pt>
                <c:pt idx="57">
                  <c:v>1.374</c:v>
                </c:pt>
                <c:pt idx="58">
                  <c:v>1.869</c:v>
                </c:pt>
                <c:pt idx="59">
                  <c:v>1.756</c:v>
                </c:pt>
                <c:pt idx="60">
                  <c:v>1.388</c:v>
                </c:pt>
                <c:pt idx="61">
                  <c:v>0.31</c:v>
                </c:pt>
                <c:pt idx="62">
                  <c:v>-1.275</c:v>
                </c:pt>
                <c:pt idx="63">
                  <c:v>-3.528</c:v>
                </c:pt>
                <c:pt idx="64">
                  <c:v>-6.686</c:v>
                </c:pt>
                <c:pt idx="65">
                  <c:v>-8.754</c:v>
                </c:pt>
                <c:pt idx="66">
                  <c:v>4.222</c:v>
                </c:pt>
                <c:pt idx="67">
                  <c:v>6.441</c:v>
                </c:pt>
                <c:pt idx="68">
                  <c:v>1.307</c:v>
                </c:pt>
                <c:pt idx="69">
                  <c:v>2.585</c:v>
                </c:pt>
                <c:pt idx="70">
                  <c:v>2.014</c:v>
                </c:pt>
                <c:pt idx="71">
                  <c:v>0.902</c:v>
                </c:pt>
                <c:pt idx="72">
                  <c:v>-0.148</c:v>
                </c:pt>
                <c:pt idx="73">
                  <c:v>-0.859</c:v>
                </c:pt>
                <c:pt idx="74">
                  <c:v>-1.069</c:v>
                </c:pt>
                <c:pt idx="75">
                  <c:v>-0.642</c:v>
                </c:pt>
                <c:pt idx="76">
                  <c:v>-0.055</c:v>
                </c:pt>
                <c:pt idx="77">
                  <c:v>-0.171</c:v>
                </c:pt>
                <c:pt idx="78">
                  <c:v>-0.259</c:v>
                </c:pt>
                <c:pt idx="79">
                  <c:v>-0.042</c:v>
                </c:pt>
                <c:pt idx="80">
                  <c:v>-0.009</c:v>
                </c:pt>
                <c:pt idx="81">
                  <c:v>0.05</c:v>
                </c:pt>
                <c:pt idx="82">
                  <c:v>0.01</c:v>
                </c:pt>
                <c:pt idx="83">
                  <c:v>0.053</c:v>
                </c:pt>
                <c:pt idx="84">
                  <c:v>0.063</c:v>
                </c:pt>
                <c:pt idx="85">
                  <c:v>0.074</c:v>
                </c:pt>
                <c:pt idx="86">
                  <c:v>0.008</c:v>
                </c:pt>
                <c:pt idx="87">
                  <c:v>0.013</c:v>
                </c:pt>
                <c:pt idx="88">
                  <c:v>-0.005</c:v>
                </c:pt>
                <c:pt idx="89">
                  <c:v>-0.024</c:v>
                </c:pt>
                <c:pt idx="90">
                  <c:v>-0.013</c:v>
                </c:pt>
                <c:pt idx="91">
                  <c:v>-0.095</c:v>
                </c:pt>
                <c:pt idx="92">
                  <c:v>-0.043</c:v>
                </c:pt>
                <c:pt idx="93">
                  <c:v>-0.024</c:v>
                </c:pt>
                <c:pt idx="94">
                  <c:v>-0.025</c:v>
                </c:pt>
                <c:pt idx="95">
                  <c:v>-0.001</c:v>
                </c:pt>
                <c:pt idx="96">
                  <c:v>0.021</c:v>
                </c:pt>
                <c:pt idx="97">
                  <c:v>-0.002</c:v>
                </c:pt>
                <c:pt idx="98">
                  <c:v>0.006</c:v>
                </c:pt>
                <c:pt idx="99">
                  <c:v>-0.022</c:v>
                </c:pt>
                <c:pt idx="100">
                  <c:v>-0.006</c:v>
                </c:pt>
                <c:pt idx="101">
                  <c:v>0.019</c:v>
                </c:pt>
                <c:pt idx="102">
                  <c:v>0.049</c:v>
                </c:pt>
                <c:pt idx="103">
                  <c:v>0.006</c:v>
                </c:pt>
                <c:pt idx="104">
                  <c:v>0.02</c:v>
                </c:pt>
                <c:pt idx="105">
                  <c:v>-0.005</c:v>
                </c:pt>
                <c:pt idx="106">
                  <c:v>-0.002</c:v>
                </c:pt>
                <c:pt idx="107">
                  <c:v>-0.02</c:v>
                </c:pt>
                <c:pt idx="108">
                  <c:v>-0.039</c:v>
                </c:pt>
                <c:pt idx="109">
                  <c:v>-0.054</c:v>
                </c:pt>
                <c:pt idx="110">
                  <c:v>-0.023</c:v>
                </c:pt>
                <c:pt idx="111">
                  <c:v>0.052</c:v>
                </c:pt>
                <c:pt idx="112">
                  <c:v>0.07</c:v>
                </c:pt>
                <c:pt idx="113">
                  <c:v>0.03</c:v>
                </c:pt>
                <c:pt idx="114">
                  <c:v>0.031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PF 내부용 공기 #2</c:v>
                </c:pt>
              </c:strCache>
            </c:strRef>
          </c:tx>
          <c:spPr>
            <a:solidFill>
              <a:srgbClr val="EB6834"/>
            </a:solidFill>
            <a:ln w="19050" cap="flat">
              <a:solidFill>
                <a:srgbClr val="EB6834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150</c:v>
                </c:pt>
                <c:pt idx="1">
                  <c:v>155</c:v>
                </c:pt>
                <c:pt idx="2">
                  <c:v>160</c:v>
                </c:pt>
                <c:pt idx="3">
                  <c:v>165</c:v>
                </c:pt>
                <c:pt idx="4">
                  <c:v>170</c:v>
                </c:pt>
                <c:pt idx="5">
                  <c:v>175</c:v>
                </c:pt>
                <c:pt idx="6">
                  <c:v>180</c:v>
                </c:pt>
                <c:pt idx="7">
                  <c:v>185</c:v>
                </c:pt>
                <c:pt idx="8">
                  <c:v>190</c:v>
                </c:pt>
                <c:pt idx="9">
                  <c:v>195</c:v>
                </c:pt>
                <c:pt idx="10">
                  <c:v>200</c:v>
                </c:pt>
                <c:pt idx="11">
                  <c:v>205</c:v>
                </c:pt>
                <c:pt idx="12">
                  <c:v>210</c:v>
                </c:pt>
                <c:pt idx="13">
                  <c:v>215</c:v>
                </c:pt>
                <c:pt idx="14">
                  <c:v>220</c:v>
                </c:pt>
                <c:pt idx="15">
                  <c:v>225</c:v>
                </c:pt>
                <c:pt idx="16">
                  <c:v>230</c:v>
                </c:pt>
                <c:pt idx="17">
                  <c:v>235</c:v>
                </c:pt>
                <c:pt idx="18">
                  <c:v>240</c:v>
                </c:pt>
                <c:pt idx="19">
                  <c:v>245</c:v>
                </c:pt>
                <c:pt idx="20">
                  <c:v>250</c:v>
                </c:pt>
                <c:pt idx="21">
                  <c:v>255</c:v>
                </c:pt>
                <c:pt idx="22">
                  <c:v>260</c:v>
                </c:pt>
                <c:pt idx="23">
                  <c:v>265</c:v>
                </c:pt>
                <c:pt idx="24">
                  <c:v>270</c:v>
                </c:pt>
                <c:pt idx="25">
                  <c:v>275</c:v>
                </c:pt>
                <c:pt idx="26">
                  <c:v>280</c:v>
                </c:pt>
                <c:pt idx="27">
                  <c:v>285</c:v>
                </c:pt>
                <c:pt idx="28">
                  <c:v>290</c:v>
                </c:pt>
                <c:pt idx="29">
                  <c:v>295</c:v>
                </c:pt>
                <c:pt idx="30">
                  <c:v>300</c:v>
                </c:pt>
                <c:pt idx="31">
                  <c:v>305</c:v>
                </c:pt>
                <c:pt idx="32">
                  <c:v>310</c:v>
                </c:pt>
                <c:pt idx="33">
                  <c:v>315</c:v>
                </c:pt>
                <c:pt idx="34">
                  <c:v>320</c:v>
                </c:pt>
                <c:pt idx="35">
                  <c:v>325</c:v>
                </c:pt>
                <c:pt idx="36">
                  <c:v>330</c:v>
                </c:pt>
                <c:pt idx="37">
                  <c:v>335</c:v>
                </c:pt>
                <c:pt idx="38">
                  <c:v>340</c:v>
                </c:pt>
                <c:pt idx="39">
                  <c:v>345</c:v>
                </c:pt>
                <c:pt idx="40">
                  <c:v>350</c:v>
                </c:pt>
                <c:pt idx="41">
                  <c:v>355</c:v>
                </c:pt>
                <c:pt idx="42">
                  <c:v>360</c:v>
                </c:pt>
                <c:pt idx="43">
                  <c:v>365</c:v>
                </c:pt>
                <c:pt idx="44">
                  <c:v>370</c:v>
                </c:pt>
                <c:pt idx="45">
                  <c:v>375</c:v>
                </c:pt>
                <c:pt idx="46">
                  <c:v>380</c:v>
                </c:pt>
                <c:pt idx="47">
                  <c:v>385</c:v>
                </c:pt>
                <c:pt idx="48">
                  <c:v>390</c:v>
                </c:pt>
                <c:pt idx="49">
                  <c:v>395</c:v>
                </c:pt>
                <c:pt idx="50">
                  <c:v>400</c:v>
                </c:pt>
                <c:pt idx="51">
                  <c:v>405</c:v>
                </c:pt>
                <c:pt idx="52">
                  <c:v>410</c:v>
                </c:pt>
                <c:pt idx="53">
                  <c:v>415</c:v>
                </c:pt>
                <c:pt idx="54">
                  <c:v>420</c:v>
                </c:pt>
                <c:pt idx="55">
                  <c:v>425</c:v>
                </c:pt>
                <c:pt idx="56">
                  <c:v>430</c:v>
                </c:pt>
                <c:pt idx="57">
                  <c:v>435</c:v>
                </c:pt>
                <c:pt idx="58">
                  <c:v>440</c:v>
                </c:pt>
                <c:pt idx="59">
                  <c:v>445</c:v>
                </c:pt>
                <c:pt idx="60">
                  <c:v>450</c:v>
                </c:pt>
                <c:pt idx="61">
                  <c:v>455</c:v>
                </c:pt>
                <c:pt idx="62">
                  <c:v>460</c:v>
                </c:pt>
                <c:pt idx="63">
                  <c:v>465</c:v>
                </c:pt>
                <c:pt idx="64">
                  <c:v>470</c:v>
                </c:pt>
                <c:pt idx="65">
                  <c:v>475</c:v>
                </c:pt>
                <c:pt idx="66">
                  <c:v>480</c:v>
                </c:pt>
                <c:pt idx="67">
                  <c:v>485</c:v>
                </c:pt>
                <c:pt idx="68">
                  <c:v>490</c:v>
                </c:pt>
                <c:pt idx="69">
                  <c:v>495</c:v>
                </c:pt>
                <c:pt idx="70">
                  <c:v>500</c:v>
                </c:pt>
                <c:pt idx="71">
                  <c:v>505</c:v>
                </c:pt>
                <c:pt idx="72">
                  <c:v>510</c:v>
                </c:pt>
                <c:pt idx="73">
                  <c:v>515</c:v>
                </c:pt>
                <c:pt idx="74">
                  <c:v>520</c:v>
                </c:pt>
                <c:pt idx="75">
                  <c:v>525</c:v>
                </c:pt>
                <c:pt idx="76">
                  <c:v>530</c:v>
                </c:pt>
                <c:pt idx="77">
                  <c:v>535</c:v>
                </c:pt>
                <c:pt idx="78">
                  <c:v>540</c:v>
                </c:pt>
                <c:pt idx="79">
                  <c:v>545</c:v>
                </c:pt>
                <c:pt idx="80">
                  <c:v>550</c:v>
                </c:pt>
                <c:pt idx="81">
                  <c:v>555</c:v>
                </c:pt>
                <c:pt idx="82">
                  <c:v>560</c:v>
                </c:pt>
                <c:pt idx="83">
                  <c:v>565</c:v>
                </c:pt>
                <c:pt idx="84">
                  <c:v>570</c:v>
                </c:pt>
                <c:pt idx="85">
                  <c:v>575</c:v>
                </c:pt>
                <c:pt idx="86">
                  <c:v>580</c:v>
                </c:pt>
                <c:pt idx="87">
                  <c:v>585</c:v>
                </c:pt>
                <c:pt idx="88">
                  <c:v>590</c:v>
                </c:pt>
                <c:pt idx="89">
                  <c:v>595</c:v>
                </c:pt>
                <c:pt idx="90">
                  <c:v>600</c:v>
                </c:pt>
                <c:pt idx="91">
                  <c:v>605</c:v>
                </c:pt>
                <c:pt idx="92">
                  <c:v>610</c:v>
                </c:pt>
                <c:pt idx="93">
                  <c:v>615</c:v>
                </c:pt>
                <c:pt idx="94">
                  <c:v>620</c:v>
                </c:pt>
                <c:pt idx="95">
                  <c:v>625</c:v>
                </c:pt>
                <c:pt idx="96">
                  <c:v>630</c:v>
                </c:pt>
                <c:pt idx="97">
                  <c:v>635</c:v>
                </c:pt>
                <c:pt idx="98">
                  <c:v>640</c:v>
                </c:pt>
                <c:pt idx="99">
                  <c:v>645</c:v>
                </c:pt>
                <c:pt idx="100">
                  <c:v>650</c:v>
                </c:pt>
                <c:pt idx="101">
                  <c:v>655</c:v>
                </c:pt>
                <c:pt idx="102">
                  <c:v>660</c:v>
                </c:pt>
                <c:pt idx="103">
                  <c:v>665</c:v>
                </c:pt>
                <c:pt idx="104">
                  <c:v>670</c:v>
                </c:pt>
                <c:pt idx="105">
                  <c:v>675</c:v>
                </c:pt>
                <c:pt idx="106">
                  <c:v>680</c:v>
                </c:pt>
                <c:pt idx="107">
                  <c:v>685</c:v>
                </c:pt>
                <c:pt idx="108">
                  <c:v>690</c:v>
                </c:pt>
                <c:pt idx="109">
                  <c:v>695</c:v>
                </c:pt>
                <c:pt idx="110">
                  <c:v>700</c:v>
                </c:pt>
                <c:pt idx="111">
                  <c:v>705</c:v>
                </c:pt>
                <c:pt idx="112">
                  <c:v>710</c:v>
                </c:pt>
                <c:pt idx="113">
                  <c:v>715</c:v>
                </c:pt>
                <c:pt idx="114">
                  <c:v>720</c:v>
                </c:pt>
              </c:numCache>
            </c:numRef>
          </c:xVal>
          <c:yVal>
            <c:numRef>
              <c:f>Sheet1!$E$2:$E$116</c:f>
              <c:numCache>
                <c:formatCode>General</c:formatCode>
                <c:ptCount val="115"/>
                <c:pt idx="0">
                  <c:v>-0.019</c:v>
                </c:pt>
                <c:pt idx="1">
                  <c:v>-0.012</c:v>
                </c:pt>
                <c:pt idx="2">
                  <c:v>-0.028</c:v>
                </c:pt>
                <c:pt idx="3">
                  <c:v>-0.053</c:v>
                </c:pt>
                <c:pt idx="4">
                  <c:v>-0.048</c:v>
                </c:pt>
                <c:pt idx="5">
                  <c:v>-0.021</c:v>
                </c:pt>
                <c:pt idx="6">
                  <c:v>-0.006</c:v>
                </c:pt>
                <c:pt idx="7">
                  <c:v>-0.02</c:v>
                </c:pt>
                <c:pt idx="8">
                  <c:v>-0.009</c:v>
                </c:pt>
                <c:pt idx="9">
                  <c:v>-0.011</c:v>
                </c:pt>
                <c:pt idx="10">
                  <c:v>-0.002</c:v>
                </c:pt>
                <c:pt idx="11">
                  <c:v>0.015</c:v>
                </c:pt>
                <c:pt idx="12">
                  <c:v>0.018</c:v>
                </c:pt>
                <c:pt idx="13">
                  <c:v>0.009</c:v>
                </c:pt>
                <c:pt idx="14">
                  <c:v>-0.004</c:v>
                </c:pt>
                <c:pt idx="15">
                  <c:v>-0.009</c:v>
                </c:pt>
                <c:pt idx="16">
                  <c:v>-0.038</c:v>
                </c:pt>
                <c:pt idx="17">
                  <c:v>-0.019</c:v>
                </c:pt>
                <c:pt idx="18">
                  <c:v>0.041</c:v>
                </c:pt>
                <c:pt idx="19">
                  <c:v>0.052</c:v>
                </c:pt>
                <c:pt idx="20">
                  <c:v>0.099</c:v>
                </c:pt>
                <c:pt idx="21">
                  <c:v>0.117</c:v>
                </c:pt>
                <c:pt idx="22">
                  <c:v>0.142</c:v>
                </c:pt>
                <c:pt idx="23">
                  <c:v>0.129</c:v>
                </c:pt>
                <c:pt idx="24">
                  <c:v>0.103</c:v>
                </c:pt>
                <c:pt idx="25">
                  <c:v>0.063</c:v>
                </c:pt>
                <c:pt idx="26">
                  <c:v>0.012</c:v>
                </c:pt>
                <c:pt idx="27">
                  <c:v>0.001</c:v>
                </c:pt>
                <c:pt idx="28">
                  <c:v>-0.002</c:v>
                </c:pt>
                <c:pt idx="29">
                  <c:v>0.036</c:v>
                </c:pt>
                <c:pt idx="30">
                  <c:v>0.074</c:v>
                </c:pt>
                <c:pt idx="31">
                  <c:v>0.08</c:v>
                </c:pt>
                <c:pt idx="32">
                  <c:v>0.003</c:v>
                </c:pt>
                <c:pt idx="33">
                  <c:v>-0.167</c:v>
                </c:pt>
                <c:pt idx="34">
                  <c:v>-0.307</c:v>
                </c:pt>
                <c:pt idx="35">
                  <c:v>-0.307</c:v>
                </c:pt>
                <c:pt idx="36">
                  <c:v>-0.249</c:v>
                </c:pt>
                <c:pt idx="37">
                  <c:v>-0.207</c:v>
                </c:pt>
                <c:pt idx="38">
                  <c:v>-0.14</c:v>
                </c:pt>
                <c:pt idx="39">
                  <c:v>-0.1</c:v>
                </c:pt>
                <c:pt idx="40">
                  <c:v>0.007</c:v>
                </c:pt>
                <c:pt idx="41">
                  <c:v>0.039</c:v>
                </c:pt>
                <c:pt idx="42">
                  <c:v>0.059</c:v>
                </c:pt>
                <c:pt idx="43">
                  <c:v>0.069</c:v>
                </c:pt>
                <c:pt idx="44">
                  <c:v>0.056</c:v>
                </c:pt>
                <c:pt idx="45">
                  <c:v>0.089</c:v>
                </c:pt>
                <c:pt idx="46">
                  <c:v>0.084</c:v>
                </c:pt>
                <c:pt idx="47">
                  <c:v>0.087</c:v>
                </c:pt>
                <c:pt idx="48">
                  <c:v>0.046</c:v>
                </c:pt>
                <c:pt idx="49">
                  <c:v>0.032</c:v>
                </c:pt>
                <c:pt idx="50">
                  <c:v>0.019</c:v>
                </c:pt>
                <c:pt idx="51">
                  <c:v>0.001</c:v>
                </c:pt>
                <c:pt idx="52">
                  <c:v>-0.092</c:v>
                </c:pt>
                <c:pt idx="53">
                  <c:v>-0.192</c:v>
                </c:pt>
                <c:pt idx="54">
                  <c:v>-0.313</c:v>
                </c:pt>
                <c:pt idx="55">
                  <c:v>-0.356</c:v>
                </c:pt>
                <c:pt idx="56">
                  <c:v>0.769</c:v>
                </c:pt>
                <c:pt idx="57">
                  <c:v>2.821</c:v>
                </c:pt>
                <c:pt idx="58">
                  <c:v>3.843</c:v>
                </c:pt>
                <c:pt idx="59">
                  <c:v>3.449</c:v>
                </c:pt>
                <c:pt idx="60">
                  <c:v>2.216</c:v>
                </c:pt>
                <c:pt idx="61">
                  <c:v>0.219</c:v>
                </c:pt>
                <c:pt idx="62">
                  <c:v>-3.03</c:v>
                </c:pt>
                <c:pt idx="63">
                  <c:v>-7.943</c:v>
                </c:pt>
                <c:pt idx="64">
                  <c:v>-14.194</c:v>
                </c:pt>
                <c:pt idx="65">
                  <c:v>-17.184</c:v>
                </c:pt>
                <c:pt idx="66">
                  <c:v>8.209</c:v>
                </c:pt>
                <c:pt idx="67">
                  <c:v>14.435</c:v>
                </c:pt>
                <c:pt idx="68">
                  <c:v>9.977</c:v>
                </c:pt>
                <c:pt idx="69">
                  <c:v>-1.114</c:v>
                </c:pt>
                <c:pt idx="70">
                  <c:v>3.388</c:v>
                </c:pt>
                <c:pt idx="71">
                  <c:v>1.569</c:v>
                </c:pt>
                <c:pt idx="72">
                  <c:v>-0.449</c:v>
                </c:pt>
                <c:pt idx="73">
                  <c:v>-1.898</c:v>
                </c:pt>
                <c:pt idx="74">
                  <c:v>-2.238</c:v>
                </c:pt>
                <c:pt idx="75">
                  <c:v>-1.22</c:v>
                </c:pt>
                <c:pt idx="76">
                  <c:v>0.105</c:v>
                </c:pt>
                <c:pt idx="77">
                  <c:v>0.015</c:v>
                </c:pt>
                <c:pt idx="78">
                  <c:v>-0.296</c:v>
                </c:pt>
                <c:pt idx="79">
                  <c:v>-0.335</c:v>
                </c:pt>
                <c:pt idx="80">
                  <c:v>-0.051</c:v>
                </c:pt>
                <c:pt idx="81">
                  <c:v>-0.049</c:v>
                </c:pt>
                <c:pt idx="82">
                  <c:v>-0.002</c:v>
                </c:pt>
                <c:pt idx="83">
                  <c:v>0.007</c:v>
                </c:pt>
                <c:pt idx="84">
                  <c:v>0.054</c:v>
                </c:pt>
                <c:pt idx="85">
                  <c:v>0.06</c:v>
                </c:pt>
                <c:pt idx="86">
                  <c:v>0.081</c:v>
                </c:pt>
                <c:pt idx="87">
                  <c:v>0.066</c:v>
                </c:pt>
                <c:pt idx="88">
                  <c:v>0.007</c:v>
                </c:pt>
                <c:pt idx="89">
                  <c:v>-0.02</c:v>
                </c:pt>
                <c:pt idx="90">
                  <c:v>-0.057</c:v>
                </c:pt>
                <c:pt idx="91">
                  <c:v>-0.099</c:v>
                </c:pt>
                <c:pt idx="92">
                  <c:v>-0.073</c:v>
                </c:pt>
                <c:pt idx="93">
                  <c:v>-0.054</c:v>
                </c:pt>
                <c:pt idx="94">
                  <c:v>-0.025</c:v>
                </c:pt>
                <c:pt idx="95">
                  <c:v>-0.015</c:v>
                </c:pt>
                <c:pt idx="96">
                  <c:v>-0.004</c:v>
                </c:pt>
                <c:pt idx="97">
                  <c:v>0.007</c:v>
                </c:pt>
                <c:pt idx="98">
                  <c:v>0.022</c:v>
                </c:pt>
                <c:pt idx="99">
                  <c:v>0.052</c:v>
                </c:pt>
                <c:pt idx="100">
                  <c:v>0.003</c:v>
                </c:pt>
                <c:pt idx="101">
                  <c:v>-0.012</c:v>
                </c:pt>
                <c:pt idx="102">
                  <c:v>-0.001</c:v>
                </c:pt>
                <c:pt idx="103">
                  <c:v>0.006</c:v>
                </c:pt>
                <c:pt idx="104">
                  <c:v>0.054</c:v>
                </c:pt>
                <c:pt idx="105">
                  <c:v>0.139</c:v>
                </c:pt>
                <c:pt idx="106">
                  <c:v>0.233</c:v>
                </c:pt>
                <c:pt idx="107">
                  <c:v>0.255</c:v>
                </c:pt>
                <c:pt idx="108">
                  <c:v>0.235</c:v>
                </c:pt>
                <c:pt idx="109">
                  <c:v>0.023</c:v>
                </c:pt>
                <c:pt idx="110">
                  <c:v>0.019</c:v>
                </c:pt>
                <c:pt idx="111">
                  <c:v>0.023</c:v>
                </c:pt>
                <c:pt idx="112">
                  <c:v>-0.005</c:v>
                </c:pt>
                <c:pt idx="113">
                  <c:v>-0.162</c:v>
                </c:pt>
                <c:pt idx="114">
                  <c:v>-0.364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50"/>
          <c:min val="1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20"/>
        <c:auto val="1"/>
        <c:lblAlgn val="ctr"/>
        <c:noMultiLvlLbl val="1"/>
        <c:majorUnit val="100"/>
      </c:valAx>
      <c:valAx>
        <c:axId val="2094734552"/>
        <c:scaling>
          <c:orientation val="minMax"/>
          <c:max val="15"/>
          <c:min val="-2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2"/>
          <c:y val="0.05"/>
          <c:w val="0.84"/>
          <c:h val="0.7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 가연성 N₂ #1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Sheet1!$A$2:$A$42</c:f>
              <c:numCache>
                <c:formatCode>General</c:formatCode>
                <c:ptCount val="41"/>
                <c:pt idx="0">
                  <c:v>300</c:v>
                </c:pt>
                <c:pt idx="1">
                  <c:v>305</c:v>
                </c:pt>
                <c:pt idx="2">
                  <c:v>310</c:v>
                </c:pt>
                <c:pt idx="3">
                  <c:v>315</c:v>
                </c:pt>
                <c:pt idx="4">
                  <c:v>320</c:v>
                </c:pt>
                <c:pt idx="5">
                  <c:v>325</c:v>
                </c:pt>
                <c:pt idx="6">
                  <c:v>330</c:v>
                </c:pt>
                <c:pt idx="7">
                  <c:v>335</c:v>
                </c:pt>
                <c:pt idx="8">
                  <c:v>340</c:v>
                </c:pt>
                <c:pt idx="9">
                  <c:v>345</c:v>
                </c:pt>
                <c:pt idx="10">
                  <c:v>350</c:v>
                </c:pt>
                <c:pt idx="11">
                  <c:v>355</c:v>
                </c:pt>
                <c:pt idx="12">
                  <c:v>360</c:v>
                </c:pt>
                <c:pt idx="13">
                  <c:v>365</c:v>
                </c:pt>
                <c:pt idx="14">
                  <c:v>370</c:v>
                </c:pt>
                <c:pt idx="15">
                  <c:v>375</c:v>
                </c:pt>
                <c:pt idx="16">
                  <c:v>380</c:v>
                </c:pt>
                <c:pt idx="17">
                  <c:v>385</c:v>
                </c:pt>
                <c:pt idx="18">
                  <c:v>390</c:v>
                </c:pt>
                <c:pt idx="19">
                  <c:v>395</c:v>
                </c:pt>
                <c:pt idx="20">
                  <c:v>400</c:v>
                </c:pt>
                <c:pt idx="21">
                  <c:v>405</c:v>
                </c:pt>
                <c:pt idx="22">
                  <c:v>410</c:v>
                </c:pt>
                <c:pt idx="23">
                  <c:v>415</c:v>
                </c:pt>
                <c:pt idx="24">
                  <c:v>420</c:v>
                </c:pt>
                <c:pt idx="25">
                  <c:v>425</c:v>
                </c:pt>
                <c:pt idx="26">
                  <c:v>430</c:v>
                </c:pt>
                <c:pt idx="27">
                  <c:v>435</c:v>
                </c:pt>
                <c:pt idx="28">
                  <c:v>440</c:v>
                </c:pt>
                <c:pt idx="29">
                  <c:v>445</c:v>
                </c:pt>
                <c:pt idx="30">
                  <c:v>450</c:v>
                </c:pt>
                <c:pt idx="31">
                  <c:v>455</c:v>
                </c:pt>
                <c:pt idx="32">
                  <c:v>460</c:v>
                </c:pt>
                <c:pt idx="33">
                  <c:v>465</c:v>
                </c:pt>
                <c:pt idx="34">
                  <c:v>470</c:v>
                </c:pt>
                <c:pt idx="35">
                  <c:v>475</c:v>
                </c:pt>
                <c:pt idx="36">
                  <c:v>480</c:v>
                </c:pt>
                <c:pt idx="37">
                  <c:v>485</c:v>
                </c:pt>
                <c:pt idx="38">
                  <c:v>490</c:v>
                </c:pt>
                <c:pt idx="39">
                  <c:v>495</c:v>
                </c:pt>
                <c:pt idx="40">
                  <c:v>500</c:v>
                </c:pt>
              </c:numCache>
            </c:numRef>
          </c:xVal>
          <c:yVal>
            <c:numRef>
              <c:f>Sheet1!$B$2:$B$42</c:f>
              <c:numCache>
                <c:formatCode>General</c:formatCode>
                <c:ptCount val="41"/>
                <c:pt idx="0">
                  <c:v>0.023</c:v>
                </c:pt>
                <c:pt idx="1">
                  <c:v>0.052</c:v>
                </c:pt>
                <c:pt idx="2">
                  <c:v>0.084</c:v>
                </c:pt>
                <c:pt idx="3">
                  <c:v>0.139</c:v>
                </c:pt>
                <c:pt idx="4">
                  <c:v>0.148</c:v>
                </c:pt>
                <c:pt idx="5">
                  <c:v>-0.018</c:v>
                </c:pt>
                <c:pt idx="6">
                  <c:v>-0.075</c:v>
                </c:pt>
                <c:pt idx="7">
                  <c:v>-0.084</c:v>
                </c:pt>
                <c:pt idx="8">
                  <c:v>-0.075</c:v>
                </c:pt>
                <c:pt idx="9">
                  <c:v>-0.104</c:v>
                </c:pt>
                <c:pt idx="10">
                  <c:v>-0.146</c:v>
                </c:pt>
                <c:pt idx="11">
                  <c:v>-0.205</c:v>
                </c:pt>
                <c:pt idx="12">
                  <c:v>-0.074</c:v>
                </c:pt>
                <c:pt idx="13">
                  <c:v>-0.129</c:v>
                </c:pt>
                <c:pt idx="14">
                  <c:v>-0.258</c:v>
                </c:pt>
                <c:pt idx="15">
                  <c:v>-0.234</c:v>
                </c:pt>
                <c:pt idx="16">
                  <c:v>-0.105</c:v>
                </c:pt>
                <c:pt idx="17">
                  <c:v>0.215</c:v>
                </c:pt>
                <c:pt idx="18">
                  <c:v>0.444</c:v>
                </c:pt>
                <c:pt idx="19">
                  <c:v>0.677</c:v>
                </c:pt>
                <c:pt idx="20">
                  <c:v>0.775</c:v>
                </c:pt>
                <c:pt idx="21">
                  <c:v>0.568</c:v>
                </c:pt>
                <c:pt idx="22">
                  <c:v>-0.015</c:v>
                </c:pt>
                <c:pt idx="23">
                  <c:v>-0.479</c:v>
                </c:pt>
                <c:pt idx="24">
                  <c:v>-0.58</c:v>
                </c:pt>
                <c:pt idx="25">
                  <c:v>-0.228</c:v>
                </c:pt>
                <c:pt idx="26">
                  <c:v>-0.253</c:v>
                </c:pt>
                <c:pt idx="27">
                  <c:v>-0.191</c:v>
                </c:pt>
                <c:pt idx="28">
                  <c:v>-0.077</c:v>
                </c:pt>
                <c:pt idx="29">
                  <c:v>0.001</c:v>
                </c:pt>
                <c:pt idx="30">
                  <c:v>0.102</c:v>
                </c:pt>
                <c:pt idx="31">
                  <c:v>0.09</c:v>
                </c:pt>
                <c:pt idx="32">
                  <c:v>0.052</c:v>
                </c:pt>
                <c:pt idx="33">
                  <c:v>0.032</c:v>
                </c:pt>
                <c:pt idx="34">
                  <c:v>0.036</c:v>
                </c:pt>
                <c:pt idx="35">
                  <c:v>0.032</c:v>
                </c:pt>
                <c:pt idx="36">
                  <c:v>0.018</c:v>
                </c:pt>
                <c:pt idx="37">
                  <c:v>0.029</c:v>
                </c:pt>
                <c:pt idx="38">
                  <c:v>0.022</c:v>
                </c:pt>
                <c:pt idx="39">
                  <c:v>0.028</c:v>
                </c:pt>
                <c:pt idx="40">
                  <c:v>0.018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EPS 가연성 N₂ #2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Sheet1!$A$2:$A$42</c:f>
              <c:numCache>
                <c:formatCode>General</c:formatCode>
                <c:ptCount val="41"/>
                <c:pt idx="0">
                  <c:v>300</c:v>
                </c:pt>
                <c:pt idx="1">
                  <c:v>305</c:v>
                </c:pt>
                <c:pt idx="2">
                  <c:v>310</c:v>
                </c:pt>
                <c:pt idx="3">
                  <c:v>315</c:v>
                </c:pt>
                <c:pt idx="4">
                  <c:v>320</c:v>
                </c:pt>
                <c:pt idx="5">
                  <c:v>325</c:v>
                </c:pt>
                <c:pt idx="6">
                  <c:v>330</c:v>
                </c:pt>
                <c:pt idx="7">
                  <c:v>335</c:v>
                </c:pt>
                <c:pt idx="8">
                  <c:v>340</c:v>
                </c:pt>
                <c:pt idx="9">
                  <c:v>345</c:v>
                </c:pt>
                <c:pt idx="10">
                  <c:v>350</c:v>
                </c:pt>
                <c:pt idx="11">
                  <c:v>355</c:v>
                </c:pt>
                <c:pt idx="12">
                  <c:v>360</c:v>
                </c:pt>
                <c:pt idx="13">
                  <c:v>365</c:v>
                </c:pt>
                <c:pt idx="14">
                  <c:v>370</c:v>
                </c:pt>
                <c:pt idx="15">
                  <c:v>375</c:v>
                </c:pt>
                <c:pt idx="16">
                  <c:v>380</c:v>
                </c:pt>
                <c:pt idx="17">
                  <c:v>385</c:v>
                </c:pt>
                <c:pt idx="18">
                  <c:v>390</c:v>
                </c:pt>
                <c:pt idx="19">
                  <c:v>395</c:v>
                </c:pt>
                <c:pt idx="20">
                  <c:v>400</c:v>
                </c:pt>
                <c:pt idx="21">
                  <c:v>405</c:v>
                </c:pt>
                <c:pt idx="22">
                  <c:v>410</c:v>
                </c:pt>
                <c:pt idx="23">
                  <c:v>415</c:v>
                </c:pt>
                <c:pt idx="24">
                  <c:v>420</c:v>
                </c:pt>
                <c:pt idx="25">
                  <c:v>425</c:v>
                </c:pt>
                <c:pt idx="26">
                  <c:v>430</c:v>
                </c:pt>
                <c:pt idx="27">
                  <c:v>435</c:v>
                </c:pt>
                <c:pt idx="28">
                  <c:v>440</c:v>
                </c:pt>
                <c:pt idx="29">
                  <c:v>445</c:v>
                </c:pt>
                <c:pt idx="30">
                  <c:v>450</c:v>
                </c:pt>
                <c:pt idx="31">
                  <c:v>455</c:v>
                </c:pt>
                <c:pt idx="32">
                  <c:v>460</c:v>
                </c:pt>
                <c:pt idx="33">
                  <c:v>465</c:v>
                </c:pt>
                <c:pt idx="34">
                  <c:v>470</c:v>
                </c:pt>
                <c:pt idx="35">
                  <c:v>475</c:v>
                </c:pt>
                <c:pt idx="36">
                  <c:v>480</c:v>
                </c:pt>
                <c:pt idx="37">
                  <c:v>485</c:v>
                </c:pt>
                <c:pt idx="38">
                  <c:v>490</c:v>
                </c:pt>
                <c:pt idx="39">
                  <c:v>495</c:v>
                </c:pt>
                <c:pt idx="40">
                  <c:v>500</c:v>
                </c:pt>
              </c:numCache>
            </c:numRef>
          </c:xVal>
          <c:yVal>
            <c:numRef>
              <c:f>Sheet1!$C$2:$C$42</c:f>
              <c:numCache>
                <c:formatCode>General</c:formatCode>
                <c:ptCount val="41"/>
                <c:pt idx="0">
                  <c:v>-0.022</c:v>
                </c:pt>
                <c:pt idx="1">
                  <c:v>0.037</c:v>
                </c:pt>
                <c:pt idx="2">
                  <c:v>0.082</c:v>
                </c:pt>
                <c:pt idx="3">
                  <c:v>0.124</c:v>
                </c:pt>
                <c:pt idx="4">
                  <c:v>0.148</c:v>
                </c:pt>
                <c:pt idx="5">
                  <c:v>-0.036</c:v>
                </c:pt>
                <c:pt idx="6">
                  <c:v>-0.07</c:v>
                </c:pt>
                <c:pt idx="7">
                  <c:v>-0.053</c:v>
                </c:pt>
                <c:pt idx="8">
                  <c:v>-0.021</c:v>
                </c:pt>
                <c:pt idx="9">
                  <c:v>-0.024</c:v>
                </c:pt>
                <c:pt idx="10">
                  <c:v>-0.011</c:v>
                </c:pt>
                <c:pt idx="11">
                  <c:v>-0.14</c:v>
                </c:pt>
                <c:pt idx="12">
                  <c:v>-0.284</c:v>
                </c:pt>
                <c:pt idx="13">
                  <c:v>-0.418</c:v>
                </c:pt>
                <c:pt idx="14">
                  <c:v>-0.395</c:v>
                </c:pt>
                <c:pt idx="15">
                  <c:v>-0.311</c:v>
                </c:pt>
                <c:pt idx="16">
                  <c:v>-0.155</c:v>
                </c:pt>
                <c:pt idx="17">
                  <c:v>0.195</c:v>
                </c:pt>
                <c:pt idx="18">
                  <c:v>0.642</c:v>
                </c:pt>
                <c:pt idx="19">
                  <c:v>1.058</c:v>
                </c:pt>
                <c:pt idx="20">
                  <c:v>0.917</c:v>
                </c:pt>
                <c:pt idx="21">
                  <c:v>0.449</c:v>
                </c:pt>
                <c:pt idx="22">
                  <c:v>-0.088</c:v>
                </c:pt>
                <c:pt idx="23">
                  <c:v>-0.473</c:v>
                </c:pt>
                <c:pt idx="24">
                  <c:v>-0.579</c:v>
                </c:pt>
                <c:pt idx="25">
                  <c:v>-0.432</c:v>
                </c:pt>
                <c:pt idx="26">
                  <c:v>-0.27</c:v>
                </c:pt>
                <c:pt idx="27">
                  <c:v>-0.241</c:v>
                </c:pt>
                <c:pt idx="28">
                  <c:v>-0.12</c:v>
                </c:pt>
                <c:pt idx="29">
                  <c:v>0.029</c:v>
                </c:pt>
                <c:pt idx="30">
                  <c:v>0.048</c:v>
                </c:pt>
                <c:pt idx="31">
                  <c:v>0.049</c:v>
                </c:pt>
                <c:pt idx="32">
                  <c:v>0.031</c:v>
                </c:pt>
                <c:pt idx="33">
                  <c:v>0.04</c:v>
                </c:pt>
                <c:pt idx="34">
                  <c:v>0.059</c:v>
                </c:pt>
                <c:pt idx="35">
                  <c:v>0.07</c:v>
                </c:pt>
                <c:pt idx="36">
                  <c:v>0.066</c:v>
                </c:pt>
                <c:pt idx="37">
                  <c:v>0.051</c:v>
                </c:pt>
                <c:pt idx="38">
                  <c:v>0.04</c:v>
                </c:pt>
                <c:pt idx="39">
                  <c:v>0.041</c:v>
                </c:pt>
                <c:pt idx="40">
                  <c:v>0.015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00"/>
          <c:min val="3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-1"/>
        <c:auto val="1"/>
        <c:lblAlgn val="ctr"/>
        <c:noMultiLvlLbl val="1"/>
        <c:majorUnit val="50"/>
      </c:valAx>
      <c:valAx>
        <c:axId val="2094734552"/>
        <c:scaling>
          <c:orientation val="minMax"/>
          <c:max val="1.5"/>
          <c:min val="-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3"/>
          <c:w val="0.83"/>
          <c:h val="0.8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통합 평가식</c:v>
                </c:pt>
              </c:strCache>
            </c:strRef>
          </c:tx>
          <c:spPr>
            <a:solidFill>
              <a:srgbClr val="B8BCC4"/>
            </a:solidFill>
            <a:ln w="19050" cap="flat">
              <a:solidFill>
                <a:srgbClr val="B8BCC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1.1737</c:v>
                </c:pt>
                <c:pt idx="1">
                  <c:v>1.0224</c:v>
                </c:pt>
                <c:pt idx="2">
                  <c:v>0.5752</c:v>
                </c:pt>
                <c:pt idx="3">
                  <c:v>0.4064</c:v>
                </c:pt>
                <c:pt idx="4">
                  <c:v>0.7496</c:v>
                </c:pt>
                <c:pt idx="5">
                  <c:v>0.35</c:v>
                </c:pt>
                <c:pt idx="6">
                  <c:v>0.4</c:v>
                </c:pt>
                <c:pt idx="7">
                  <c:v>0.45</c:v>
                </c:pt>
                <c:pt idx="8">
                  <c:v>0.5</c:v>
                </c:pt>
                <c:pt idx="9">
                  <c:v>0.55</c:v>
                </c:pt>
                <c:pt idx="10">
                  <c:v>0.6</c:v>
                </c:pt>
                <c:pt idx="11">
                  <c:v>0.65</c:v>
                </c:pt>
                <c:pt idx="12">
                  <c:v>0.7</c:v>
                </c:pt>
                <c:pt idx="13">
                  <c:v>0.75</c:v>
                </c:pt>
                <c:pt idx="14">
                  <c:v>0.8</c:v>
                </c:pt>
                <c:pt idx="15">
                  <c:v>0.85</c:v>
                </c:pt>
                <c:pt idx="16">
                  <c:v>0.9</c:v>
                </c:pt>
                <c:pt idx="17">
                  <c:v>0.95</c:v>
                </c:pt>
                <c:pt idx="18">
                  <c:v>1</c:v>
                </c:pt>
                <c:pt idx="19">
                  <c:v>1.05</c:v>
                </c:pt>
                <c:pt idx="20">
                  <c:v>1.1</c:v>
                </c:pt>
                <c:pt idx="21">
                  <c:v>1.15</c:v>
                </c:pt>
                <c:pt idx="22">
                  <c:v>1.2</c:v>
                </c:pt>
                <c:pt idx="23">
                  <c:v>1.25</c:v>
                </c:pt>
                <c:pt idx="24">
                  <c:v>1.3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5">
                  <c:v>1456.6</c:v>
                </c:pt>
                <c:pt idx="6">
                  <c:v>1305.5</c:v>
                </c:pt>
                <c:pt idx="7">
                  <c:v>1188</c:v>
                </c:pt>
                <c:pt idx="8">
                  <c:v>1094</c:v>
                </c:pt>
                <c:pt idx="9">
                  <c:v>1017.1</c:v>
                </c:pt>
                <c:pt idx="10">
                  <c:v>953</c:v>
                </c:pt>
                <c:pt idx="11">
                  <c:v>898.8</c:v>
                </c:pt>
                <c:pt idx="12">
                  <c:v>852.3</c:v>
                </c:pt>
                <c:pt idx="13">
                  <c:v>812</c:v>
                </c:pt>
                <c:pt idx="14">
                  <c:v>776.8</c:v>
                </c:pt>
                <c:pt idx="15">
                  <c:v>745.6</c:v>
                </c:pt>
                <c:pt idx="16">
                  <c:v>718</c:v>
                </c:pt>
                <c:pt idx="17">
                  <c:v>693.3</c:v>
                </c:pt>
                <c:pt idx="18">
                  <c:v>671</c:v>
                </c:pt>
                <c:pt idx="19">
                  <c:v>650.9</c:v>
                </c:pt>
                <c:pt idx="20">
                  <c:v>632.5</c:v>
                </c:pt>
                <c:pt idx="21">
                  <c:v>615.8</c:v>
                </c:pt>
                <c:pt idx="22">
                  <c:v>600.5</c:v>
                </c:pt>
                <c:pt idx="23">
                  <c:v>586.4</c:v>
                </c:pt>
                <c:pt idx="24">
                  <c:v>573.4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준불연 4종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1.1737</c:v>
                </c:pt>
                <c:pt idx="1">
                  <c:v>1.0224</c:v>
                </c:pt>
                <c:pt idx="2">
                  <c:v>0.5752</c:v>
                </c:pt>
                <c:pt idx="3">
                  <c:v>0.4064</c:v>
                </c:pt>
                <c:pt idx="4">
                  <c:v>0.7496</c:v>
                </c:pt>
                <c:pt idx="5">
                  <c:v>0.35</c:v>
                </c:pt>
                <c:pt idx="6">
                  <c:v>0.4</c:v>
                </c:pt>
                <c:pt idx="7">
                  <c:v>0.45</c:v>
                </c:pt>
                <c:pt idx="8">
                  <c:v>0.5</c:v>
                </c:pt>
                <c:pt idx="9">
                  <c:v>0.55</c:v>
                </c:pt>
                <c:pt idx="10">
                  <c:v>0.6</c:v>
                </c:pt>
                <c:pt idx="11">
                  <c:v>0.65</c:v>
                </c:pt>
                <c:pt idx="12">
                  <c:v>0.7</c:v>
                </c:pt>
                <c:pt idx="13">
                  <c:v>0.75</c:v>
                </c:pt>
                <c:pt idx="14">
                  <c:v>0.8</c:v>
                </c:pt>
                <c:pt idx="15">
                  <c:v>0.85</c:v>
                </c:pt>
                <c:pt idx="16">
                  <c:v>0.9</c:v>
                </c:pt>
                <c:pt idx="17">
                  <c:v>0.95</c:v>
                </c:pt>
                <c:pt idx="18">
                  <c:v>1</c:v>
                </c:pt>
                <c:pt idx="19">
                  <c:v>1.05</c:v>
                </c:pt>
                <c:pt idx="20">
                  <c:v>1.1</c:v>
                </c:pt>
                <c:pt idx="21">
                  <c:v>1.15</c:v>
                </c:pt>
                <c:pt idx="22">
                  <c:v>1.2</c:v>
                </c:pt>
                <c:pt idx="23">
                  <c:v>1.25</c:v>
                </c:pt>
                <c:pt idx="24">
                  <c:v>1.3</c:v>
                </c:pt>
              </c:numCache>
            </c:numRef>
          </c:xVal>
          <c:yVal>
            <c:numRef>
              <c:f>Sheet1!$C$2:$C$26</c:f>
              <c:numCache>
                <c:formatCode>General</c:formatCode>
                <c:ptCount val="25"/>
                <c:pt idx="0">
                  <c:v>514</c:v>
                </c:pt>
                <c:pt idx="1">
                  <c:v>975</c:v>
                </c:pt>
                <c:pt idx="2">
                  <c:v>1079.5</c:v>
                </c:pt>
                <c:pt idx="3">
                  <c:v>1350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가연성 PIR(PUR)</c:v>
                </c:pt>
              </c:strCache>
            </c:strRef>
          </c:tx>
          <c:spPr>
            <a:solidFill>
              <a:srgbClr val="23303D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23303D"/>
              </a:solidFill>
              <a:ln w="9525" cap="flat">
                <a:solidFill>
                  <a:srgbClr val="23303D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1.1737</c:v>
                </c:pt>
                <c:pt idx="1">
                  <c:v>1.0224</c:v>
                </c:pt>
                <c:pt idx="2">
                  <c:v>0.5752</c:v>
                </c:pt>
                <c:pt idx="3">
                  <c:v>0.4064</c:v>
                </c:pt>
                <c:pt idx="4">
                  <c:v>0.7496</c:v>
                </c:pt>
                <c:pt idx="5">
                  <c:v>0.35</c:v>
                </c:pt>
                <c:pt idx="6">
                  <c:v>0.4</c:v>
                </c:pt>
                <c:pt idx="7">
                  <c:v>0.45</c:v>
                </c:pt>
                <c:pt idx="8">
                  <c:v>0.5</c:v>
                </c:pt>
                <c:pt idx="9">
                  <c:v>0.55</c:v>
                </c:pt>
                <c:pt idx="10">
                  <c:v>0.6</c:v>
                </c:pt>
                <c:pt idx="11">
                  <c:v>0.65</c:v>
                </c:pt>
                <c:pt idx="12">
                  <c:v>0.7</c:v>
                </c:pt>
                <c:pt idx="13">
                  <c:v>0.75</c:v>
                </c:pt>
                <c:pt idx="14">
                  <c:v>0.8</c:v>
                </c:pt>
                <c:pt idx="15">
                  <c:v>0.85</c:v>
                </c:pt>
                <c:pt idx="16">
                  <c:v>0.9</c:v>
                </c:pt>
                <c:pt idx="17">
                  <c:v>0.95</c:v>
                </c:pt>
                <c:pt idx="18">
                  <c:v>1</c:v>
                </c:pt>
                <c:pt idx="19">
                  <c:v>1.05</c:v>
                </c:pt>
                <c:pt idx="20">
                  <c:v>1.1</c:v>
                </c:pt>
                <c:pt idx="21">
                  <c:v>1.15</c:v>
                </c:pt>
                <c:pt idx="22">
                  <c:v>1.2</c:v>
                </c:pt>
                <c:pt idx="23">
                  <c:v>1.25</c:v>
                </c:pt>
                <c:pt idx="24">
                  <c:v>1.3</c:v>
                </c:pt>
              </c:numCache>
            </c:numRef>
          </c:xVal>
          <c:yVal>
            <c:numRef>
              <c:f>Sheet1!$D$2:$D$26</c:f>
              <c:numCache>
                <c:formatCode>General</c:formatCode>
                <c:ptCount val="25"/>
                <c:pt idx="4">
                  <c:v>30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.3"/>
          <c:min val="0.3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0.1"/>
      </c:valAx>
      <c:valAx>
        <c:axId val="2094734552"/>
        <c:scaling>
          <c:orientation val="minMax"/>
          <c:max val="150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2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75"/>
          <c:y val="0.03"/>
          <c:w val="0.81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 #1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EPS
가연성</c:v>
                  </c:pt>
                  <c:pt idx="1">
                    <c:v>EPS
준불연</c:v>
                  </c:pt>
                  <c:pt idx="2">
                    <c:v>PIR(PUR)
가연성</c:v>
                  </c:pt>
                  <c:pt idx="3">
                    <c:v>PIR(PUR)
준불연</c:v>
                  </c:pt>
                  <c:pt idx="4">
                    <c:v>PF
외부용</c:v>
                  </c:pt>
                  <c:pt idx="5">
                    <c:v>PF
내부용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0.8744</c:v>
                </c:pt>
                <c:pt idx="1">
                  <c:v>2.5046</c:v>
                </c:pt>
                <c:pt idx="2">
                  <c:v>1.998</c:v>
                </c:pt>
                <c:pt idx="3">
                  <c:v>1.1484</c:v>
                </c:pt>
                <c:pt idx="4">
                  <c:v>1.5752</c:v>
                </c:pt>
                <c:pt idx="5">
                  <c:v>2.0741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N₂ #2</c:v>
                </c:pt>
              </c:strCache>
            </c:strRef>
          </c:tx>
          <c:spPr>
            <a:solidFill>
              <a:srgbClr val="9CC0E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EPS
가연성</c:v>
                  </c:pt>
                  <c:pt idx="1">
                    <c:v>EPS
준불연</c:v>
                  </c:pt>
                  <c:pt idx="2">
                    <c:v>PIR(PUR)
가연성</c:v>
                  </c:pt>
                  <c:pt idx="3">
                    <c:v>PIR(PUR)
준불연</c:v>
                  </c:pt>
                  <c:pt idx="4">
                    <c:v>PF
외부용</c:v>
                  </c:pt>
                  <c:pt idx="5">
                    <c:v>PF
내부용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0.9927</c:v>
                </c:pt>
                <c:pt idx="1">
                  <c:v>0.6579</c:v>
                </c:pt>
                <c:pt idx="2">
                  <c:v>2.2429</c:v>
                </c:pt>
                <c:pt idx="3">
                  <c:v>1.4881</c:v>
                </c:pt>
                <c:pt idx="4">
                  <c:v>2.0774</c:v>
                </c:pt>
                <c:pt idx="5">
                  <c:v>2.6302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공기(O) #1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EPS
가연성</c:v>
                  </c:pt>
                  <c:pt idx="1">
                    <c:v>EPS
준불연</c:v>
                  </c:pt>
                  <c:pt idx="2">
                    <c:v>PIR(PUR)
가연성</c:v>
                  </c:pt>
                  <c:pt idx="3">
                    <c:v>PIR(PUR)
준불연</c:v>
                  </c:pt>
                  <c:pt idx="4">
                    <c:v>PF
외부용</c:v>
                  </c:pt>
                  <c:pt idx="5">
                    <c:v>PF
내부용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0.3024</c:v>
                </c:pt>
                <c:pt idx="1">
                  <c:v>1.1212</c:v>
                </c:pt>
                <c:pt idx="2">
                  <c:v>1.2564</c:v>
                </c:pt>
                <c:pt idx="3">
                  <c:v>1.5863</c:v>
                </c:pt>
                <c:pt idx="4">
                  <c:v>1.6442</c:v>
                </c:pt>
                <c:pt idx="5">
                  <c:v>1.2668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공기(O) #2</c:v>
                </c:pt>
              </c:strCache>
            </c:strRef>
          </c:tx>
          <c:spPr>
            <a:solidFill>
              <a:srgbClr val="F5B6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EPS
가연성</c:v>
                  </c:pt>
                  <c:pt idx="1">
                    <c:v>EPS
준불연</c:v>
                  </c:pt>
                  <c:pt idx="2">
                    <c:v>PIR(PUR)
가연성</c:v>
                  </c:pt>
                  <c:pt idx="3">
                    <c:v>PIR(PUR)
준불연</c:v>
                  </c:pt>
                  <c:pt idx="4">
                    <c:v>PF
외부용</c:v>
                  </c:pt>
                  <c:pt idx="5">
                    <c:v>PF
내부용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0.1567</c:v>
                </c:pt>
                <c:pt idx="1">
                  <c:v>1.9293</c:v>
                </c:pt>
                <c:pt idx="2">
                  <c:v>1.5539</c:v>
                </c:pt>
                <c:pt idx="3">
                  <c:v>1.941</c:v>
                </c:pt>
                <c:pt idx="4">
                  <c:v>1.9304</c:v>
                </c:pt>
                <c:pt idx="5">
                  <c:v>2.8055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78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EPS
가연성</c:v>
                  </c:pt>
                  <c:pt idx="1">
                    <c:v>EPS
준불연</c:v>
                  </c:pt>
                  <c:pt idx="2">
                    <c:v>PIR(PUR)
가연성</c:v>
                  </c:pt>
                  <c:pt idx="3">
                    <c:v>PIR(PUR)
준불연</c:v>
                  </c:pt>
                  <c:pt idx="4">
                    <c:v>PF
외부용</c:v>
                  </c:pt>
                  <c:pt idx="5">
                    <c:v>PF
내부용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0.0705</c:v>
                </c:pt>
                <c:pt idx="1">
                  <c:v>1.1339</c:v>
                </c:pt>
                <c:pt idx="2">
                  <c:v>25.4704</c:v>
                </c:pt>
                <c:pt idx="3">
                  <c:v>40.9591</c:v>
                </c:pt>
                <c:pt idx="4">
                  <c:v>102.3599</c:v>
                </c:pt>
                <c:pt idx="5">
                  <c:v>64.5925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공기(O)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EPS
가연성</c:v>
                  </c:pt>
                  <c:pt idx="1">
                    <c:v>EPS
준불연</c:v>
                  </c:pt>
                  <c:pt idx="2">
                    <c:v>PIR(PUR)
가연성</c:v>
                  </c:pt>
                  <c:pt idx="3">
                    <c:v>PIR(PUR)
준불연</c:v>
                  </c:pt>
                  <c:pt idx="4">
                    <c:v>PF
외부용</c:v>
                  </c:pt>
                  <c:pt idx="5">
                    <c:v>PF
내부용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40.4758</c:v>
                </c:pt>
                <c:pt idx="2">
                  <c:v>0</c:v>
                </c:pt>
                <c:pt idx="3">
                  <c:v>11.9726</c:v>
                </c:pt>
                <c:pt idx="4">
                  <c:v>2.3207</c:v>
                </c:pt>
                <c:pt idx="5">
                  <c:v>0.2032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75"/>
          <c:y val="0.05"/>
          <c:w val="0.79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N₂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EPS
가연성</c:v>
                  </c:pt>
                  <c:pt idx="1">
                    <c:v>EPS
준불연</c:v>
                  </c:pt>
                  <c:pt idx="2">
                    <c:v>PIR(PUR)
가연성</c:v>
                  </c:pt>
                  <c:pt idx="3">
                    <c:v>PIR(PUR)
준불연</c:v>
                  </c:pt>
                  <c:pt idx="4">
                    <c:v>PF
외부용</c:v>
                  </c:pt>
                  <c:pt idx="5">
                    <c:v>PF
내부용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4.129</c:v>
                </c:pt>
                <c:pt idx="1">
                  <c:v>16.282</c:v>
                </c:pt>
                <c:pt idx="2">
                  <c:v>23.797</c:v>
                </c:pt>
                <c:pt idx="3">
                  <c:v>3.07</c:v>
                </c:pt>
                <c:pt idx="4">
                  <c:v>0.908</c:v>
                </c:pt>
                <c:pt idx="5">
                  <c:v>0.948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공기(O)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EPS
가연성</c:v>
                  </c:pt>
                  <c:pt idx="1">
                    <c:v>EPS
준불연</c:v>
                  </c:pt>
                  <c:pt idx="2">
                    <c:v>PIR(PUR)
가연성</c:v>
                  </c:pt>
                  <c:pt idx="3">
                    <c:v>PIR(PUR)
준불연</c:v>
                  </c:pt>
                  <c:pt idx="4">
                    <c:v>PF
외부용</c:v>
                  </c:pt>
                  <c:pt idx="5">
                    <c:v>PF
내부용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1.564</c:v>
                </c:pt>
                <c:pt idx="1">
                  <c:v>1.791</c:v>
                </c:pt>
                <c:pt idx="2">
                  <c:v>46.87</c:v>
                </c:pt>
                <c:pt idx="3">
                  <c:v>1.509</c:v>
                </c:pt>
                <c:pt idx="4">
                  <c:v>31.888</c:v>
                </c:pt>
                <c:pt idx="5">
                  <c:v>9.745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0.1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"/>
          <c:min val="0.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.#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TGA–DSC 원자료 24개(재료 6종 × N₂·공기(O) × 2회)를 다시 계산하고, 각 결과를 어디까지 믿을 수 있는지 점검한 분석 자료입니다.
- 순서: 결론과 추가 실험 판단(2–3쪽) → 자료와 산정 식(4쪽) → 분석 결과(5–9쪽: 곡선, 지표, DSC, 중공층 연계) → 신뢰성 점검 4가지(10–13쪽) → 판정 매트릭스(14쪽) → 추가 실험 계획(15쪽) → 부록(16쪽).
- 표지의 세 숫자가 결론입니다: 12개 조합 중 신뢰 3 · 조건부 3 · 종점 의존 5 · 재측정 1, 추가 실험은 필수 10회와 기록 확인 4건.
[질문 대비]
- 원자료 위치: tga_dsc/data/N, data/O (CSV 24개, 저장소에는 올리지 않음). 수치는 qa_reliability.py → deck_data.py → build_deck.js 순서로 다시 만들어집니다.
- '공기(O)' 표기: 원자료의 분위기 표기는 O(산화 분위기)뿐이고, 공기인지 순수 산소인지는 기록이 없습니다. 기록 확인 항목에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결론부터 말씀드리면, 12개 조합(6종 × 2분위기) 가운데 공기의 PF 2종과 PIR(PUR) 가연성 3개는 6개 점검(신호량, 겉보기 증가, 종점 잔여, 온도 반복, 속도 반복, 순위 분리)이 모두 양호해서 그대로 씁니다.
- 조건부 3개는 신호량이나 반복 차이가 '보통'인 조합입니다. 값을 쓸 때 반복 범위를 함께 적으면 됩니다.
- 종점 의존 5개는 790 °C에서도 분해가 끝나지 않은 조합입니다. 전환율을 총 질량감소로 나누므로, 분해가 덜 끝나면 r_max · T_α50 · T_α90 · f₄₀₀ 같은 정규화 지표가 어디서 끊느냐(종점)에 따라 달라집니다. T_onset과 T_peak는 정규화 상수에 영향을 받지 않습니다.
- 재측정은 공기 중 EPS 가연성 하나입니다. 질량감소가 0.16 · 0.30 mg로 너무 작아서 부력에 의한 겉보기 증가가 최대 17 %까지 나옵니다.
- DSC는 교정·기준선 보정 없이 기록돼 전 조합이 정성 자료이고, 두 반복에서 재현된 사건은 2건뿐입니다.
- 그래서 추가 실험은 필요하지만 전면 재시험은 아닙니다. 필수 10회와 기록 확인 4건이면 재측정·조건부 판정이 풀립니다(15쪽).
[질문 대비]
- 판정 기준은 이 분석의 자체 기준이고 표준이 아닙니다(부록 16쪽). 기준을 조금 바꾸면 경계에 있는 조합(예: EPS 준불연 N₂의 질량감소 0.66 mg)만 바뀝니다.
- 왜 전면 재시험이 아닌가: 공기 3종과 대부분의 온도 지표는 이미 기준을 충족하고, 문제가 특정 조합(EPS 가연성 공기)과 기록 누락(초기 질량, 블랭크)에 몰려 있기 때문입니다.
- 종점 의존이 '데이터 불량'인가: 아닙니다. 측정은 정상이고, 800 °C에서 끝난 승온 프로그램이 N₂의 PF·PIR 분해를 다 담지 못한 것입니다. 800 °C 등온 유지를 붙이면 해소됩니다.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앞쪽 판정을 기존 결론(tga_dsc README, 통합 평가식)에 대입한 표입니다.
- 1번 PF 내부용 급속 전소: 공기 PF 2종이 신뢰 판정이고 DSC 발열도 두 반복에서 같은 474 °C에 나타나 그대로 유효합니다.
- 2번 PIR(PUR) 가연성 예외: 공기 PIR(PUR) 가연성은 반복 차이 0.5 %, 분리도 47로 가장 안정된 자료입니다. 그래서 '예외'는 측정 문제가 아니라 TGA가 재지 못하는 요인에서 나온 것입니다.
- 3번 PIR(PUR) 2단계 분해, 4번 EPS 준불연 vs 가연성: 피크 온도 지표는 정규화와 무관하고 차이가 반복 차이보다 훨씬 커서 유효합니다.
- 5번 중공층 순서 일치(ρ = 1.0): 근거인 EPS 준불연(종점 의존)과 PIR(PUR) 준불연(조건부)이 약해서 조건부입니다. 700 °C로 끊으면 ρ가 0.8로 떨어집니다(11쪽).
- 6번 N₂ PF 동일성: 790 °C에서도 분해가 진행 중이라 800 °C 유지 측정 후 확정합니다.
- 7번 EPS 가연성 공기: 피크 온도는 두 반복이 5.5 °C 차이로 맞지만, 신호가 0.16 · 0.30 mg라 재측정 후 확정합니다.
[질문 대비]
- 점 4개에서 Spearman ρ = 1.0이 우연히 나올 확률은 1/24 ≈ 4 %입니다(4개 순서의 경우의 수 24). 5종(PIR(PUR) 가연성 포함)으로는 0.7입니다.
- 4번이 '유효'인 이유: N₂ EPS 2종의 질량감소가 0.66–0.99 mg로 '보통'이지만, 가연성–준불연 차이(T_peak 27 °C, r_max 2.65 vs 1.15)가 반복 차이(분리도 4.1 · 16)보다 훨씬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① 측정 조건: 5 °C/min, N₂는 20 °C, O는 30 °C에서 800 °C까지 올렸고, 가스는 20 mL/min입니다. 실측 승온속도는 4.94–4.98 °C/min로 설정과 맞습니다.
- ② 원자료에는 미보정 질량과 미보정 열류가 있습니다. 교정 계수 열은 1, 기준선 열은 0으로 비어 있어 보정 없이 내보낸 값입니다. 시료 초기 질량, 블랭크 측정, O 가스 종류, 교정 기록은 없습니다.
- ③ 그래서 질량은 절대값 대신 '승온 시작부터 790 °C까지의 총 질량감소'를 1로 놓은 전환율 α로 다룹니다. 모든 TGA 지표는 α와 그 미분 r에서 나옵니다.
- DSC는 기준선이 없어 100 °C 창의 추세를 빼서 사건의 온도와 부호만 봅니다.
- 신뢰성 점검에 쓰는 두 식: 순위 분리도 S(이웃 재료와의 차이 ÷ 반복 차이)와 종점 민감도(700 · 750 · 790 °C로 다시 정규화).
[질문 대비]
- 왜 초기 질량 대비 %(T5% 등)가 아닌가: 질량 열의 시작값이 −1.22 ~ +2.70 mg로 절대 영점이 없어 초기 질량을 알 수 없기 때문입니다(10쪽).
- T_α5와 T5%: T_α5는 총 질량감소의 5 %가 일어난 온도라서, 초기 질량의 5 %가 줄어든 온도(T5%)와 다릅니다. 혼용하면 안 됩니다.
- T_onset이 정규화에 무관한 이유: α와 r이 모두 같은 상수(총 감소량)로 나뉘므로 [α(T_peak) − α(T_lo)] / r_max에서 상수가 지워집니다. T_peak도 최대값의 위치라 상수와 무관합니다.
- 국소 열류의 한계: 추세를 빼는 필터 때문에 큰 발열 피크 양옆에 반대 부호의 곁봉우리가 생깁니다. 면적(J/g)은 의미가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여섯 칸은 재료별로 N₂(파랑)와 공기(O)(주황)를 두 반복씩 겹친 것입니다. 실선이 1회, 점선이 2회입니다.
- EPS 2종은 한 단계로 거의 전부 사라집니다. 공기에서는 주분해 피크가 가연성 397 → 296 °C, 준불연 425 → 343 °C로 80–100 °C 낮아집니다.
- PIR(PUR) 2종은 300 °C 부근의 1단계 뒤 N₂에서는 800 °C까지 천천히 줄고, 공기에서는 525–532 °C에서 탄화층이 산화되며 끝납니다.
- PF 2종은 N₂에서 800 °C까지 계속 줄어 분해가 끝나지 않고, 공기에서는 내부용이 474 °C 부근에서 급격히 끝나는 반면 외부용은 590 °C 부근까지 이어집니다.
- EPS 가연성 칸만 세로축이 −20 ~ 120 %입니다. 공기 시료의 질량감소가 0.16 · 0.30 mg로 작아 겉보기 증가(100 % 초과)가 크게 보이기 때문입니다.
[질문 대비]
- 100 %를 넘는 구간: 질량이 늘어난 것이 아니라 부력(가스 밀도 변화)이 보정되지 않은 겉보기 증가입니다. 신호가 작을수록 상대적으로 커집니다(10쪽).
- 0 %가 '재가 없다'는 뜻인가: 아닙니다. 790 °C까지의 감소량을 100으로 놓았으므로 0 %는 '790 °C 시점'일 뿐이고, 실제 잔류율은 초기 질량이 있어야 계산됩니다.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DTG는 총 질량감소 중 1 °C마다 사라지는 몫입니다. 피크 높이가 r_max, 피크 위치가 T_peak입니다.
- 공기 기준 순서: EPS 가연성 2.44 ≫ PF 내부용 1.17 &gt; EPS 준불연 1.02 &gt; PIR(PUR) 가연성 0.75 &gt; PIR(PUR) 준불연 0.58 &gt; PF 외부용 0.41 %/°C.
- EPS 가연성은 다른 재료보다 2–6배 빨라 세로축을 따로 잡았습니다(0 ~ 3.0). 나머지 다섯 칸은 같은 축(−0.25 ~ 1.25)이라 높이를 그대로 비교할 수 있습니다.
- PF 내부용은 공기에서 474 °C의 좁고 높은 피크 하나로 끝나고, PF 외부용은 넓고 낮은 피크입니다. N₂에서는 두 PF 모두 800 °C를 향해 계속 올라가는 꼬리만 있습니다.
[질문 대비]
- 평활 폭(10 °C)이 피크를 깎는가: 평활 없이 10 °C 중앙차분으로 다시 구하면 r_max가 0.7–3.8 % 낮게 나와 순서는 같습니다(부록).
- 음의 DTG: 질량이 잠깐 늘어난 구간(부력, 잡음)입니다. EPS 가연성 공기에서 가장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왼쪽 표는 12개 조합의 핵심 지표(2회 평균)입니다. 회색 글자는 판정상 종점 의존(r_max · T_α50 · T_α90 · f₄₀₀)이거나 재측정 대상인 값입니다.
- 오른쪽은 r_max의 N₂ · 공기 비교입니다. 공기 ÷ N₂ 비는 EPS 2종 0.9 정도, PIR(PUR) 2종 1.1 정도로 분위기 영향이 작고, PF 외부용 1.49, PF 내부용 4.71입니다.
- 즉 PF 내부용과 외부용은 N₂에서는 같은 재료처럼 분해하지만(분리도 0.9), 공기에서는 내부용만 탄화층이 빠르게 산화됩니다. 중공층에서 PF 중 내부용만 III등급이 나온 것과 같은 방향입니다.
[질문 대비]
- PF N₂의 r_max는 진짜 피크인가: 아닙니다. 790 °C에서도 감소속도가 피크의 53–102 %라 '750 °C 이하에서 찾은 최대값'입니다. PF 외부용 N₂의 T_peak(745 °C)는 탐색 상한에 걸린 값입니다.
- 반복 범위(±)는 results/tga_summary.csv의 _halfrange 열에 있습니다. 공기 PF 2종 · PIR(PUR) 가연성은 r_max ±0.01 이하입니다.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DSC는 교정·기준선 보정이 없어서, 100 °C 창의 추세를 뺀 '국소 열류'로 사건의 온도와 부호만 봅니다. 흡열이 +입니다(EPS 해중합이 N₂에서 +로 나오는 것으로 확인).
- 왼쪽: 공기에서 PF 내부용은 두 반복 모두 474 °C에 큰 발열(-8.9 · -17.9 mW)이 있고, 이 온도는 질량감소 피크(472 °C)와 같습니다. PF 외부용은 같은 범위에 뚜렷한 사건이 없습니다.
- 발열 크기가 두 배 다른 것은 시료량 차이로 설명됩니다: 총 질량감소가 1.27 · 2.81 mg로 같은 비율입니다.
- 오른쪽 위: EPS 가연성 N₂의 398 °C 흡열(+0.8 · +1.2 mW)도 두 반복에서 재현됩니다. 해중합 피크(397 °C)와 같은 온도입니다.
- 나머지 10개 조합은 최대 사건의 온도가 반복 간 다르거나 0.5 mW 미만이라 판정 근거로 쓰지 않습니다: EPS 준불연 N₂, PF 준불연 내부용 N₂, PF 준불연 외부용 N₂, PIR 가연성 N₂, PIR 준불연 N₂, EPS 가연성 공기, EPS 준불연 공기, PF 준불연 외부용 공기, PIR 가연성 공기, PIR 준불연 공기.
[질문 대비]
- J/g(엔탈피)를 낼 수 있나: 아닙니다. 기준선이 100 → 700 °C 사이 111–180 mW 움직이고(가장 큰 사건의 6배 이상), 초기 질량도 없습니다. 블랭크 측정과 초기 질량, 열류 교정(인듐 등)이 있어야 합니다.
- 곁봉우리(+14 mW 등): 추세 제거 필터가 큰 발열 양옆에 만드는 반대 부호 신호입니다. 흡열 사건이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가로축은 공기 중 r_max, 세로축은 중공층 시험에서 3000 mm 높이가 600 K(상승 600 °C)에 닿은 시간 t₆₀₀의 중앙값입니다.
- 준불연 4종(주황)은 r_max가 클수록 t₆₀₀가 짧습니다: PF 내부용 514 s &lt; EPS 준불연 975 s &lt; PIR(PUR) 준불연 1080 s &lt; PF 외부용 1350 s. 순위상관 ρ = 1.0입니다.
- 그러나 이 관계는 조건부입니다. 1 · 2위(PF 내부용 vs EPS 준불연)의 r_max 차이가 반복 차이의 1.8배뿐이고, EPS 준불연 공기는 790 °C에서도 분해 중이라 700 °C로 끊으면 순서가 바뀌어 ρ가 0.8이 됩니다.
- 가연성 PIR(PUR)(검정)은 r_max 0.75로 중간인데 30 s 만에 전체 화염이 됐습니다. 공기 PIR(PUR) 가연성 자료는 가장 안정적인 자료(분리도 47)라서, 이 예외는 측정 문제가 아닙니다.
[질문 대비]
- 회색 곡선은 통합 평가식(integrated_model)입니다. 같은 4점으로 맞춘 식이라 이 그림이 식의 독립 검증은 아닙니다.
- 종점을 바꿔도 PF 외부용 &lt; PIR(PUR) 준불연 순서(아래쪽 두 점)는 유지되고, 바뀌는 것은 위쪽 두 점의 순서입니다.
- ρ = 1.0의 우연 확률 4 %는 단측 기준입니다. 점이 4개라 통계적 결론으로는 약하고, 메커니즘 설명(산화 취약성)과 함께 써야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막대는 24개 시험의 총 질량감소(승온 시작 ~ 790 °C)입니다. 녹색 점선이 '양호' 기준 1.0 mg, 빨간 점선이 '미흡' 경계 0.5 mg입니다.
- 19개 시험은 1.1 mg 이상으로 충분합니다. EPS N₂ 3개(0.66 · 0.87 · 0.99 mg)는 '보통'이고, EPS 가연성 공기 2개(0.30 · 0.16 mg)는 '미흡'입니다.
- EPS는 밀도가 매우 낮아 도가니에 들어가는 질량 자체가 작습니다. 그 결과 부력에 의한 겉보기 증가가 총 감소의 10–17 %까지 커지고, r_max 반복 차이도 33 %가 됩니다.
- 질량 열에는 절대 영점이 없습니다. 시작 읽음값이 -1.22 ~ +2.70 mg이고 24개 중 23개가 음수로 끝납니다. 초기 질량 기록이 없으면 잔류율(%)과 J/g은 계산할 수 없습니다.
- PF는 150 °C까지 총 감소의 2.0–5.1 %가 일어납니다(수분 · 휘발분). PF의 T_α5를 '분해 시작'으로 읽으면 안 됩니다.
[질문 대비]
- 잡음은 충분히 작은가: 등온 구간 잡음은 0.23–4.05 µg, 신호/잡음은 325 이상입니다. 문제는 잡음이 아니라 부력과 영점입니다.
- 1.0 mg 기준의 근거: 이 분석의 자체 기준입니다. 겉보기 증가(부력)가 수십 µg 수준이라 1 mg이면 그 영향이 몇 % 이내로 줄어듭니다.
- PF 공기 시료의 등온 중 감소(21–48 µg)는 30 °C 등온에서 일어난 것으로, 수분 증발로 보입니다(승온 전이므로 α 계산에는 들어가지 않음).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승온이 끝나는 790 °C에서 질량감소 속도가 피크의 몇 %나 남아 있는지를 봤습니다. 0에 가까워야 '다 끝난' 시험입니다.
- N₂의 PF 외부용은 102 %로, 끝에서 오히려 가장 빠르게 줄고 있습니다. PF 내부용 65 %, PIR(PUR) 준불연 41 %, 가연성 25 %입니다. 공기에서는 EPS 준불연이 40 %로 남습니다.
- 이 경우 '총 질량감소'가 승온 종료 시점에 좌우되므로, 같은 원자료를 700 · 750 · 790 °C로 끊어 다시 정규화해 봤습니다.
- 공기 r_max는 PF 2종 · PIR(PUR) 가연성에서 거의 안 바뀌지만, EPS 준불연은 1.24 → 1.01로 바뀌고 700 °C에서는 PF 내부용(1.18)보다 커집니다. 그래서 중공층 순위상관이 0.8로 떨어집니다.
[질문 대비]
- 왜 T_onset · T_peak는 괜찮은가: α와 r이 같은 상수로 나뉘므로 접선 외삽 식에서 상수가 지워지고, 피크 위치도 상수와 무관합니다.
- EPS 준불연이 공기에서 늦게까지 줄어드는 이유: 난연 처리된 잔류물(탄화층)이 고온까지 서서히 산화되는 것으로 보입니다. 확인하려면 800 °C 등온 유지 측정이 필요합니다(추정).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반복이 2회뿐이라 표준편차 대신 '두 반복의 차이'를 쓰고, 순위가 믿을 만한지는 분리도 S = (순위상 이웃 재료와의 r_max 차이) ÷ (반복 차이)로 봤습니다. S가 3 이상이면 반복을 해도 순서가 바뀌지 않는다고 봅니다.
- 공기에서 PIR(PUR) 가연성 47, PF 외부용 32, PF 내부용 9.7은 확실합니다.
- 반면 EPS 준불연(1.8, 이웃은 PF 내부용)과 PIR(PUR) 준불연(1.5, 이웃은 PF 외부용)은 반복 차이와 크게 다르지 않습니다. 중공층 연계에서 바로 이 두 쌍의 순서가 쓰이므로, 공기 3번째 반복이 필요합니다.
- N₂에서 PF 2종의 S가 1 미만인 것은 측정 불량이 아니라 두 PF의 열분해가 실제로 같다는 결과와 일치합니다.
[질문 대비]
- 반복 2회로 신뢰구간을 낼 수 있나: 2회로는 의미 있는 표준편차를 내기 어렵습니다. 그래서 3번째 반복을 필수로 넣었습니다(15쪽).
- 로그 축을 쓴 이유: 분리도가 0.9–47로 50배 범위라서 선형 축에서는 경계(1.5, 3) 근처 막대가 보이지 않습니다. 막대는 0.1에서 시작하고, 값은 오른쪽 글에 적었습니다.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위 줄은 온도와 가스 기록입니다. 승온속도는 4.94–4.98 °C/min로 설정 5 °C/min과 맞고, 시료 온도는 프로그램보다 5.9–7.8 °C 늦습니다. 분석의 모든 온도는 시료 온도라 이 지연은 이미 반영돼 있습니다.
- 자기발열(시료가 자기 반응열로 앞서 가는 현상)은 150 °C 이상에서 0.2 °C 이하이고, PF 내부용 공기만 0.4 · 1.0 °C가 474 °C에서 나타납니다. DSC 발열 사건과 같은 온도라 앞뒤가 맞습니다.
- 가스 유량은 평균 19.8 mL/min으로 정상이고 단발성 이탈 3번만 있습니다. 다만 O 분위기의 가스가 공기인지 산소인지는 기록에 없습니다.
- 아래 줄은 DSC입니다. 열류 교정 계수가 1, 기준선 열이 0으로 비어 있어 보정 없이 내보낸 값이고, 기준선이 100 → 700 °C에서 111–180 mW 움직입니다. 가장 큰 사건(17.9 mW)의 6배 이상이라 면적(J/g)을 낼 수 없습니다.
[질문 대비]
- 온도 교정은 확인했나: 원자료에는 교정 기록이 없습니다. 반복 간 피크 온도 차가 대부분 몇 °C로 작아 '상대 비교'에는 문제없지만, 절대 정확도는 교정 기록(표준물질 · 교정일)으로 확인해야 합니다.
- 자기발열 값의 산정: 시료−프로그램 온도차에서 10분 이동 중앙값을 빼고, 150 °C 이상에서 최대 이탈을 봤습니다(승온 시작의 과도 응답 제외). 공통으로 235 °C 부근에 0.2 °C 정도의 작은 이탈이 있는데, 모든 시험에서 같은 위치라 장비 쪽 요인으로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- 12개 조합 × 7개 점검의 판정입니다. 칸 안의 숫자가 점검값, 옆 글자가 판정입니다.
- 맨 오른쪽 종합은 TGA 6개 점검으로만 정했습니다. 순서대로 '재측정'(측정 자체가 약함) → '종점 의존'(정규화 지표가 종점에 좌우) → '조건부'(보통 항목 있음) → '신뢰'입니다.
- 신뢰: 공기 PF 내부용 · PF 외부용 · PIR(PUR) 가연성. 조건부: N₂ EPS 2종, 공기 PIR(PUR) 준불연. 종점 의존: N₂ PIR(PUR) 2종 · PF 2종, 공기 EPS 준불연. 재측정: 공기 EPS 가연성.
- DSC는 12개 중 2개만 재현됩니다(EPS 가연성 N₂ 398 °C 흡열, PF 내부용 공기 474 °C 발열).
[질문 대비]
- 순위 분리가 '미흡'인 N₂ PF 2종: 두 PF가 N₂에서 같은 재료처럼 분해한다는 결과와 일치하는 것이지 측정 불량이 아닙니다. 종합 판정은 종점 잔여 때문에 '종점 의존'입니다.
- 종점 잔여가 '&lt;1'인 칸: 790 °C에서 감소속도가 피크의 1 % 미만(일부는 측정 잡음으로 약간 음수)이라는 뜻입니다.
- 판정 기준의 민감도: 모든 경계를 20 % 느슨하게 하면 판정이 하나도 바뀌지 않고, 20 % 엄격하게 하면 PIR(PUR) 준불연 공기(r_max 반복 차이 19.5 %)가 '재측정'으로 바뀝니다. '신뢰 3'은 어느 쪽에서도 유지됩니다. PIR(PUR) 준불연 공기는 3번째 반복(필수)에 들어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질문하신 '추가 실험이 필요한가'에 대한 답은 '필요하지만 표적 보완'입니다. 필수 10회와 기록 확인 4건이면 재측정 · 조건부 판정이 풀리고, 중공층 연계(순위상관)를 확정할 수 있습니다.
- 필수 ① 블랭크 2회: 빈 도가니로 같은 프로그램을 돌려 부력과 열류 기준선을 빼면 겉보기 증가가 사라지고 DSC 기준선도 생깁니다.
- 필수 ② EPS 가연성 공기 3회: 시료량을 늘려 질량감소를 1 mg 이상으로 맞춥니다. 3회로 반복 범위를 냅니다.
- 필수 ③ 공기 3번째 반복 5회: 중공층 연계에 쓰는 공기 r_max의 순위(특히 EPS 준불연 vs PF 내부용, PIR(PUR) 준불연 vs PF 외부용)를 확정합니다. 800 °C 등온 30분을 붙여 종점 문제도 같이 없앱니다.
- 기록 확인 4건은 시험 없이 됩니다. 특히 초기 질량 24개만 있으면 잔류율(%)과 T5%를 바로 계산할 수 있습니다.
- 권장 항목은 목적이 있을 때입니다: N₂ 지표 확정, 반응속도론(활성화에너지), 열물성(c_p), 발열량.
[질문 대비]
- 필수 10회의 장비 시간: 1회당 등온 5분 + 승온 약 155분(+ 등온 30분)으로 약 3시간, 10회면 약 30시간 수준입니다(냉각 · 준비 제외).
- 왜 공기만 3번째 반복인가: 중공층 연계와 PF 비교의 결론이 공기 자료에서 나오고, N₂는 종점 문제가 먼저라 '완결 측정'(권장)으로 다룹니다.
- 승온속도 3속도: 등전환율 반응속도 해석에는 3개 이상의 승온속도가 필요합니다(ICTAC 권고).
- 블랭크는 장비 · 도가니 · 가스가 같아야 의미가 있으므로 본 시험과 같은 조건으로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① 판정 기준입니다. 표준에서 가져온 값이 아니라 이 자료의 크기와 반복 차이를 보고 정한 자체 기준입니다. 숫자는 qa_reliability.py 맨 위에 상수로 있습니다.
- ② 재현 순서입니다. 원자료(data/N, data/O)를 넣고 네 줄을 실행하면 이 PPT의 모든 숫자와 그래프가 다시 만들어집니다.
- ③ 검산: 요약표 평균과 개별 시험 평균이 같고, 평활 미분 대신 단순 중앙차분으로 r_max를 다시 구해도 0.7–3.8 % 낮을 뿐 순서는 같습니다. T_peak는 2.3 °C 이내로 맞고, PF 내부용 N₂만 피크가 넓고 평탄해 12 °C 차이가 납니다.
[질문 대비]
- 자체 기준의 민감도: 모든 경계를 20 % 느슨하게 하면 판정 변화가 없고, 20 % 엄격하게 하면 PIR(PUR) 준불연 공기가 조건부 → 재측정(r_max 반복 차이 19.5 % &gt; 16 %)으로 바뀝니다. 신뢰 3은 그대로입니다.
- 왜 표준 기준이 없나: TGA 반복성 기준은 시험법마다 다르고(재료 · 목적별), 이 자료는 초기 질량이 없어 표준 방식(초기 질량 대비 %)으로 계산할 수도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3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45920"/>
            <a:ext cx="106984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KICT 중공층 외단열 · TGA–DSC 종합분석과 데이터 신뢰성 평가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11247120" y="6446520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622024" y="6446520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chart" Target="/ppt/charts/chart10.xml"/><Relationship Id="rId5" Type="http://schemas.openxmlformats.org/officeDocument/2006/relationships/chart" Target="/ppt/charts/chart11.xml"/><Relationship Id="rId6" Type="http://schemas.openxmlformats.org/officeDocument/2006/relationships/chart" Target="/ppt/charts/chart12.xm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400" b="1" dirty="0">
                <a:solidFill>
                  <a:schemeClr val="bg2"/>
                </a:solidFill>
              </a:rPr>
              <a:t>TGA–DSC 분석 자료 · 2026-10-19</a:t>
            </a:r>
            <a:endParaRPr lang="ko-KR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4592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단열재 6종 TGA–DSC 종합분석과</a:t>
            </a:r>
            <a:endParaRPr lang="ko-KR" sz="3600" dirty="0"/>
          </a:p>
          <a:p>
            <a:pPr algn="l" indent="0" marL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데이터 신뢰성 평가</a:t>
            </a:r>
            <a:endParaRPr lang="ko-KR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600" dirty="0">
                <a:solidFill>
                  <a:schemeClr val="bg2"/>
                </a:solidFill>
              </a:rPr>
              <a:t>EPS · PIR(PUR) 가연성/준불연, PF 준불연 외부용/내부용 — </a:t>
            </a:r>
            <a:r>
              <a:rPr lang="ko-KR" altLang="en-US" sz="1600" dirty="0">
                <a:solidFill>
                  <a:schemeClr val="bg2"/>
                </a:solidFill>
              </a:rPr>
              <a:t>N</a:t>
            </a:r>
            <a:r>
              <a:rPr lang="ko-KR" altLang="en-US" sz="1600" baseline="-40000" dirty="0">
                <a:solidFill>
                  <a:schemeClr val="bg2"/>
                </a:solidFill>
              </a:rPr>
              <a:t>2</a:t>
            </a:r>
            <a:r>
              <a:rPr lang="ko-KR" altLang="en-US" sz="1600" dirty="0">
                <a:solidFill>
                  <a:schemeClr val="bg2"/>
                </a:solidFill>
              </a:rPr>
              <a:t> · 공기(O) 각 2회, 원자료 24개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800" b="1" dirty="0">
                <a:solidFill>
                  <a:schemeClr val="bg1"/>
                </a:solidFill>
              </a:rPr>
              <a:t>24</a:t>
            </a:r>
            <a:endParaRPr lang="ko-KR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시험 · 12 조합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재료 6종 × 분위기 2 × 반복 2</a:t>
            </a:r>
            <a:endParaRPr lang="ko-KR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800" b="1" dirty="0">
                <a:solidFill>
                  <a:schemeClr val="bg1"/>
                </a:solidFill>
              </a:rPr>
              <a:t>3 · 3 · 5 · 1</a:t>
            </a:r>
            <a:endParaRPr lang="ko-KR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신뢰 · 조건부 · 종점 의존 · 재측정</a:t>
            </a:r>
            <a:endParaRPr lang="ko-KR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조합별 TGA 판정 (6개 점검)</a:t>
            </a:r>
            <a:endParaRPr lang="ko-KR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800" b="1" dirty="0">
                <a:solidFill>
                  <a:schemeClr val="bg1"/>
                </a:solidFill>
              </a:rPr>
              <a:t>10회 + 4건</a:t>
            </a:r>
            <a:endParaRPr lang="ko-KR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추가 실험 (필수) + 기록 확인</a:t>
            </a:r>
            <a:endParaRPr lang="ko-KR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표적 보완 — 전면 재시험 불필요</a:t>
            </a:r>
            <a:endParaRPr lang="ko-KR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재현: tga_dsc/qa_reliability.py → report/deck_data.py → report/build_deck.js (원자료는 저장소에 없음)</a:t>
            </a:r>
            <a:endParaRPr lang="ko-K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결론 — 데이터 신뢰성과 추가 실험 판단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공기 중 PF 2종 · PIR(PUR) 가연성 자료는 그대로 쓸 수 있고,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EPS 가연성 공기 자료는 재측정이 필요함 — 추가 실험은 표적 보완으로 충분</a:t>
            </a:r>
            <a:endParaRPr lang="ko-KR" sz="2000" dirty="0"/>
          </a:p>
        </p:txBody>
      </p:sp>
      <p:sp>
        <p:nvSpPr>
          <p:cNvPr id="4" name="card 신뢰"/>
          <p:cNvSpPr/>
          <p:nvPr/>
        </p:nvSpPr>
        <p:spPr>
          <a:xfrm>
            <a:off x="457200" y="1691640"/>
            <a:ext cx="2647874" cy="3017520"/>
          </a:xfrm>
          <a:prstGeom prst="roundRect">
            <a:avLst>
              <a:gd name="adj" fmla="val 2763"/>
            </a:avLst>
          </a:prstGeom>
          <a:solidFill>
            <a:srgbClr val="E2F3E2"/>
          </a:solidFill>
          <a:ln w="6350">
            <a:solidFill>
              <a:srgbClr val="E2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956816"/>
            <a:ext cx="219456" cy="219456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9264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신뢰</a:t>
            </a:r>
            <a:endParaRPr lang="ko-KR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2190674" y="1801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3</a:t>
            </a:r>
            <a:endParaRPr lang="ko-KR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23160"/>
            <a:ext cx="22821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공기: PF 내부용 · PF 외부용</a:t>
            </a:r>
            <a:endParaRPr lang="ko-KR" sz="1250" dirty="0"/>
          </a:p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공기: PIR(PUR) 가연성</a:t>
            </a:r>
            <a:endParaRPr lang="ko-KR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63240"/>
            <a:ext cx="2245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6개 점검 모두 양호</a:t>
            </a:r>
            <a:endParaRPr lang="ko-KR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639312"/>
            <a:ext cx="2245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질량감소 ≥ 1.26 mg, 반복 차이 온도 ≤ 3 °C · </a:t>
            </a:r>
            <a:r>
              <a:rPr lang="ko-KR" altLang="en-US" sz="1150" dirty="0">
                <a:solidFill>
                  <a:schemeClr val="tx2"/>
                </a:solidFill>
              </a:rPr>
              <a:t>r</a:t>
            </a:r>
            <a:r>
              <a:rPr lang="ko-KR" altLang="en-US" sz="115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50" dirty="0">
                <a:solidFill>
                  <a:schemeClr val="tx2"/>
                </a:solidFill>
              </a:rPr>
              <a:t> ≤ 1.3 %, 순위 분리도 9.7–47</a:t>
            </a:r>
            <a:endParaRPr lang="ko-KR" sz="1150" dirty="0"/>
          </a:p>
        </p:txBody>
      </p:sp>
      <p:sp>
        <p:nvSpPr>
          <p:cNvPr id="11" name="card 조건부"/>
          <p:cNvSpPr/>
          <p:nvPr/>
        </p:nvSpPr>
        <p:spPr>
          <a:xfrm>
            <a:off x="3333674" y="1691640"/>
            <a:ext cx="2647874" cy="3017520"/>
          </a:xfrm>
          <a:prstGeom prst="roundRect">
            <a:avLst>
              <a:gd name="adj" fmla="val 2763"/>
            </a:avLst>
          </a:prstGeom>
          <a:solidFill>
            <a:srgbClr val="FEF2D3"/>
          </a:solidFill>
          <a:ln w="6350">
            <a:solidFill>
              <a:srgbClr val="FEF2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4842" y="1956816"/>
            <a:ext cx="219456" cy="219456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5738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조건부</a:t>
            </a:r>
            <a:endParaRPr lang="ko-KR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067148" y="1801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3</a:t>
            </a:r>
            <a:endParaRPr lang="ko-KR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534842" y="2423160"/>
            <a:ext cx="22821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N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b="1" dirty="0">
                <a:solidFill>
                  <a:schemeClr val="tx1"/>
                </a:solidFill>
              </a:rPr>
              <a:t>: EPS 가연성 · EPS 준불연</a:t>
            </a:r>
            <a:endParaRPr lang="ko-KR" sz="1250" dirty="0"/>
          </a:p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공기: PIR(PUR) 준불연</a:t>
            </a:r>
            <a:endParaRPr lang="ko-KR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34842" y="3063240"/>
            <a:ext cx="2245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‘보통’ 항목 있음 — 값에 반복 범위 병기</a:t>
            </a:r>
            <a:endParaRPr lang="ko-KR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34842" y="3639312"/>
            <a:ext cx="2245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EPS </a:t>
            </a:r>
            <a:r>
              <a:rPr lang="ko-KR" altLang="en-US" sz="1150" dirty="0">
                <a:solidFill>
                  <a:schemeClr val="tx2"/>
                </a:solidFill>
              </a:rPr>
              <a:t>N</a:t>
            </a:r>
            <a:r>
              <a:rPr lang="ko-KR" altLang="en-US" sz="1150" baseline="-40000" dirty="0">
                <a:solidFill>
                  <a:schemeClr val="tx2"/>
                </a:solidFill>
              </a:rPr>
              <a:t>2</a:t>
            </a:r>
            <a:r>
              <a:rPr lang="ko-KR" altLang="en-US" sz="1150" dirty="0">
                <a:solidFill>
                  <a:schemeClr val="tx2"/>
                </a:solidFill>
              </a:rPr>
              <a:t>: 질량감소 0.66–0.87 mg. PIR(PUR) 준불연 공기: 온도 반복 23 °C · </a:t>
            </a:r>
            <a:r>
              <a:rPr lang="ko-KR" altLang="en-US" sz="1150" dirty="0">
                <a:solidFill>
                  <a:schemeClr val="tx2"/>
                </a:solidFill>
              </a:rPr>
              <a:t>r</a:t>
            </a:r>
            <a:r>
              <a:rPr lang="ko-KR" altLang="en-US" sz="115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50" dirty="0">
                <a:solidFill>
                  <a:schemeClr val="tx2"/>
                </a:solidFill>
              </a:rPr>
              <a:t> 19 % · 분리도 1.5</a:t>
            </a:r>
            <a:endParaRPr lang="ko-KR" sz="1150" dirty="0"/>
          </a:p>
        </p:txBody>
      </p:sp>
      <p:sp>
        <p:nvSpPr>
          <p:cNvPr id="18" name="card 종점 의존"/>
          <p:cNvSpPr/>
          <p:nvPr/>
        </p:nvSpPr>
        <p:spPr>
          <a:xfrm>
            <a:off x="6210148" y="1691640"/>
            <a:ext cx="2647874" cy="3017520"/>
          </a:xfrm>
          <a:prstGeom prst="roundRect">
            <a:avLst>
              <a:gd name="adj" fmla="val 2763"/>
            </a:avLst>
          </a:prstGeom>
          <a:solidFill>
            <a:srgbClr val="FCE6DC"/>
          </a:solidFill>
          <a:ln w="6350">
            <a:solidFill>
              <a:srgbClr val="FCE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1316" y="1956816"/>
            <a:ext cx="219456" cy="219456"/>
          </a:xfrm>
          <a:prstGeom prst="ellipse">
            <a:avLst/>
          </a:prstGeom>
          <a:solidFill>
            <a:srgbClr val="EC835A"/>
          </a:solidFill>
          <a:ln w="6350">
            <a:solidFill>
              <a:srgbClr val="EC83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2212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종점 의존</a:t>
            </a:r>
            <a:endParaRPr lang="ko-KR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943621" y="1801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5</a:t>
            </a:r>
            <a:endParaRPr lang="ko-KR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411316" y="2423160"/>
            <a:ext cx="22821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N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b="1" dirty="0">
                <a:solidFill>
                  <a:schemeClr val="tx1"/>
                </a:solidFill>
              </a:rPr>
              <a:t>: PIR(PUR) 2종 · PF 2종</a:t>
            </a:r>
            <a:endParaRPr lang="ko-KR" sz="1250" dirty="0"/>
          </a:p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공기: EPS 준불연</a:t>
            </a:r>
            <a:endParaRPr lang="ko-KR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11316" y="3063240"/>
            <a:ext cx="2245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790 °C에서도 분해 진행 (피크의 23–102 %)</a:t>
            </a:r>
            <a:endParaRPr lang="ko-KR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11316" y="3639312"/>
            <a:ext cx="2245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r</a:t>
            </a:r>
            <a:r>
              <a:rPr lang="ko-KR" altLang="en-US" sz="115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50" dirty="0">
                <a:solidFill>
                  <a:schemeClr val="tx2"/>
                </a:solidFill>
              </a:rPr>
              <a:t> · </a:t>
            </a:r>
            <a:r>
              <a:rPr lang="ko-KR" altLang="en-US" sz="1150" dirty="0">
                <a:solidFill>
                  <a:schemeClr val="tx2"/>
                </a:solidFill>
              </a:rPr>
              <a:t>T</a:t>
            </a:r>
            <a:r>
              <a:rPr lang="ko-KR" altLang="en-US" sz="1150" baseline="-40000" dirty="0">
                <a:solidFill>
                  <a:schemeClr val="tx2"/>
                </a:solidFill>
              </a:rPr>
              <a:t>α50</a:t>
            </a:r>
            <a:r>
              <a:rPr lang="ko-KR" altLang="en-US" sz="1150" dirty="0">
                <a:solidFill>
                  <a:schemeClr val="tx2"/>
                </a:solidFill>
              </a:rPr>
              <a:t> · </a:t>
            </a:r>
            <a:r>
              <a:rPr lang="ko-KR" altLang="en-US" sz="1150" dirty="0">
                <a:solidFill>
                  <a:schemeClr val="tx2"/>
                </a:solidFill>
              </a:rPr>
              <a:t>T</a:t>
            </a:r>
            <a:r>
              <a:rPr lang="ko-KR" altLang="en-US" sz="1150" baseline="-40000" dirty="0">
                <a:solidFill>
                  <a:schemeClr val="tx2"/>
                </a:solidFill>
              </a:rPr>
              <a:t>α90</a:t>
            </a:r>
            <a:r>
              <a:rPr lang="ko-KR" altLang="en-US" sz="1150" dirty="0">
                <a:solidFill>
                  <a:schemeClr val="tx2"/>
                </a:solidFill>
              </a:rPr>
              <a:t> · </a:t>
            </a:r>
            <a:r>
              <a:rPr lang="ko-KR" altLang="en-US" sz="1150" dirty="0">
                <a:solidFill>
                  <a:schemeClr val="tx2"/>
                </a:solidFill>
              </a:rPr>
              <a:t>f</a:t>
            </a:r>
            <a:r>
              <a:rPr lang="ko-KR" altLang="en-US" sz="115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50" dirty="0">
                <a:solidFill>
                  <a:schemeClr val="tx2"/>
                </a:solidFill>
              </a:rPr>
              <a:t>이 정규화 종점에 따라 변함 → </a:t>
            </a:r>
            <a:r>
              <a:rPr lang="ko-KR" altLang="en-US" sz="1150" dirty="0">
                <a:solidFill>
                  <a:schemeClr val="tx2"/>
                </a:solidFill>
              </a:rPr>
              <a:t>T</a:t>
            </a:r>
            <a:r>
              <a:rPr lang="ko-KR" altLang="en-US" sz="1150" baseline="-40000" dirty="0">
                <a:solidFill>
                  <a:schemeClr val="tx2"/>
                </a:solidFill>
              </a:rPr>
              <a:t>onset</a:t>
            </a:r>
            <a:r>
              <a:rPr lang="ko-KR" altLang="en-US" sz="1150" dirty="0">
                <a:solidFill>
                  <a:schemeClr val="tx2"/>
                </a:solidFill>
              </a:rPr>
              <a:t> · </a:t>
            </a:r>
            <a:r>
              <a:rPr lang="ko-KR" altLang="en-US" sz="1150" dirty="0">
                <a:solidFill>
                  <a:schemeClr val="tx2"/>
                </a:solidFill>
              </a:rPr>
              <a:t>T</a:t>
            </a:r>
            <a:r>
              <a:rPr lang="ko-KR" altLang="en-US" sz="1150" baseline="-40000" dirty="0">
                <a:solidFill>
                  <a:schemeClr val="tx2"/>
                </a:solidFill>
              </a:rPr>
              <a:t>peak</a:t>
            </a:r>
            <a:r>
              <a:rPr lang="ko-KR" altLang="en-US" sz="1150" dirty="0">
                <a:solidFill>
                  <a:schemeClr val="tx2"/>
                </a:solidFill>
              </a:rPr>
              <a:t> 위주로 사용</a:t>
            </a:r>
            <a:endParaRPr lang="ko-KR" sz="1150" dirty="0"/>
          </a:p>
        </p:txBody>
      </p:sp>
      <p:sp>
        <p:nvSpPr>
          <p:cNvPr id="25" name="card 재측정"/>
          <p:cNvSpPr/>
          <p:nvPr/>
        </p:nvSpPr>
        <p:spPr>
          <a:xfrm>
            <a:off x="9086621" y="1691640"/>
            <a:ext cx="2647874" cy="3017520"/>
          </a:xfrm>
          <a:prstGeom prst="roundRect">
            <a:avLst>
              <a:gd name="adj" fmla="val 2763"/>
            </a:avLst>
          </a:prstGeom>
          <a:solidFill>
            <a:srgbClr val="F8DEDE"/>
          </a:solidFill>
          <a:ln w="6350">
            <a:solidFill>
              <a:srgbClr val="F8DE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7789" y="1956816"/>
            <a:ext cx="219456" cy="219456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98685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재측정</a:t>
            </a:r>
            <a:endParaRPr lang="ko-KR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0820095" y="1801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1</a:t>
            </a:r>
            <a:endParaRPr lang="ko-KR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9287789" y="2423160"/>
            <a:ext cx="22821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공기: EPS 가연성</a:t>
            </a:r>
            <a:endParaRPr lang="ko-KR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287789" y="3063240"/>
            <a:ext cx="2245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신호 부족 · 겉보기 증가</a:t>
            </a:r>
            <a:endParaRPr lang="ko-KR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287789" y="3639312"/>
            <a:ext cx="2245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질량감소 0.16 · 0.30 mg, 200 °C 이전 겉보기 증가 17 · 10 %, </a:t>
            </a:r>
            <a:r>
              <a:rPr lang="ko-KR" altLang="en-US" sz="1150" dirty="0">
                <a:solidFill>
                  <a:schemeClr val="tx2"/>
                </a:solidFill>
              </a:rPr>
              <a:t>r</a:t>
            </a:r>
            <a:r>
              <a:rPr lang="ko-KR" altLang="en-US" sz="115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50" dirty="0">
                <a:solidFill>
                  <a:schemeClr val="tx2"/>
                </a:solidFill>
              </a:rPr>
              <a:t> 반복 차이 33 %</a:t>
            </a:r>
            <a:endParaRPr lang="ko-KR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46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DSC  </a:t>
            </a:r>
            <a:r>
              <a:rPr lang="ko-KR" altLang="en-US" sz="1300" dirty="0">
                <a:solidFill>
                  <a:schemeClr val="tx1"/>
                </a:solidFill>
              </a:rPr>
              <a:t>교정·기준선 보정이 없어 정성 자료 — 두 반복에서 재현된 사건은 2건 (PF 내부용 공기 474 °C 발열, EPS 가연성 </a:t>
            </a:r>
            <a:r>
              <a:rPr lang="ko-KR" altLang="en-US" sz="1300" dirty="0">
                <a:solidFill>
                  <a:schemeClr val="tx1"/>
                </a:solidFill>
              </a:rPr>
              <a:t>N</a:t>
            </a:r>
            <a:r>
              <a:rPr lang="ko-KR" altLang="en-US" sz="1300" baseline="-40000" dirty="0">
                <a:solidFill>
                  <a:schemeClr val="tx1"/>
                </a:solidFill>
              </a:rPr>
              <a:t>2</a:t>
            </a:r>
            <a:r>
              <a:rPr lang="ko-KR" altLang="en-US" sz="1300" dirty="0">
                <a:solidFill>
                  <a:schemeClr val="tx1"/>
                </a:solidFill>
              </a:rPr>
              <a:t> 398 °C 흡열)</a:t>
            </a:r>
            <a:endParaRPr lang="ko-KR" sz="1300" dirty="0"/>
          </a:p>
          <a:p>
            <a:pPr indent="0" marL="0">
              <a:spcAft>
                <a:spcPts val="400"/>
              </a:spcAft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산정 불가  </a:t>
            </a:r>
            <a:r>
              <a:rPr lang="ko-KR" altLang="en-US" sz="1300" dirty="0">
                <a:solidFill>
                  <a:schemeClr val="tx1"/>
                </a:solidFill>
              </a:rPr>
              <a:t>잔류율(%) · J/g · 비열 — 질량 열에 절대 영점이 없고 블랭크(빈 도가니) 측정이 없음</a:t>
            </a:r>
            <a:endParaRPr lang="ko-KR" sz="1300" dirty="0"/>
          </a:p>
        </p:txBody>
      </p:sp>
      <p:sp>
        <p:nvSpPr>
          <p:cNvPr id="33" name="decision"/>
          <p:cNvSpPr/>
          <p:nvPr/>
        </p:nvSpPr>
        <p:spPr>
          <a:xfrm>
            <a:off x="457200" y="5559552"/>
            <a:ext cx="11277295" cy="749808"/>
          </a:xfrm>
          <a:prstGeom prst="roundRect">
            <a:avLst>
              <a:gd name="adj" fmla="val 975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559552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추가 실험 — 필요 (표적 보완, 전면 재시험은 불필요)</a:t>
            </a:r>
            <a:endParaRPr lang="ko-KR" sz="1400" dirty="0"/>
          </a:p>
          <a:p>
            <a:pPr indent="0" marL="0">
              <a:buNone/>
            </a:pPr>
            <a:r>
              <a:rPr lang="ko-KR" altLang="en-US" sz="1250" dirty="0">
                <a:solidFill>
                  <a:schemeClr val="bg1"/>
                </a:solidFill>
              </a:rPr>
              <a:t>필수 10회: 블랭크 2 · EPS 가연성 공기 재측정 3 · 공기 3번째 반복 5   |   기록 확인 4건: 초기 질량 · O 가스 종류 · 교정 · 시료 채취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결론 — 기존 분석 결론의 신뢰도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기존 결론 7개 중 4개는 그대로 유효하고, 중공층 순서 일치(ρ = 1.0)와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 PF 동일성은 조건부, EPS 가연성 공기 값은 재측정 후 확정</a:t>
            </a:r>
            <a:endParaRPr lang="ko-KR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5120640"/>
                <a:gridCol w="4005072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기존 결론 (분석 README · 통합 평가식)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근거 자료의 판정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결론 판정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PF 내부용은 공기 중 474 °C 부근에서 급속 전소 — 외부용 대비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ko-KR" altLang="en-US" sz="1200" baseline="-40000" dirty="0">
                          <a:solidFill>
                            <a:schemeClr val="tx1"/>
                          </a:solidFill>
                        </a:rPr>
                        <a:t>max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2.9배,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200" baseline="-40000" dirty="0">
                          <a:solidFill>
                            <a:schemeClr val="tx1"/>
                          </a:solidFill>
                        </a:rPr>
                        <a:t>α90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117 °C 낮음, 같은 온도에 DSC 발열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공기 PF 2종: 신뢰 · DSC 발열 재현 (474 °C)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유효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PIR(PUR) 가연성은 TGA로 설명되지 않는 예외 — 공기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ko-KR" altLang="en-US" sz="1200" baseline="-40000" dirty="0">
                          <a:solidFill>
                            <a:schemeClr val="tx1"/>
                          </a:solidFill>
                        </a:rPr>
                        <a:t>max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0.75(중간)인데 중공층 30 s 만에 전체 화염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공기 PIR(PUR) 가연성: 신뢰 (</a:t>
                      </a: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r</a:t>
                      </a:r>
                      <a:r>
                        <a:rPr lang="ko-KR" altLang="en-US" sz="1200" baseline="-40000" dirty="0">
                          <a:solidFill>
                            <a:schemeClr val="tx2"/>
                          </a:solidFill>
                        </a:rPr>
                        <a:t>max</a:t>
                      </a: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 반복 차이 0.5 %, 분리도 47)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유효</a:t>
                      </a:r>
                      <a:endParaRPr lang="ko-KR" sz="1200" dirty="0"/>
                    </a:p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2"/>
                          </a:solidFill>
                        </a:rPr>
                        <a:t>예외는 자료 문제가 아님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PIR(PUR)은 2단계 분해 —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2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316–328 °C 주분해, 공기 525–532 °C 탄화층 산화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피크 온도 반복 차이 ≤ 7.5 °C (</a:t>
                      </a: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T</a:t>
                      </a:r>
                      <a:r>
                        <a:rPr lang="ko-KR" altLang="en-US" sz="1200" baseline="-40000" dirty="0">
                          <a:solidFill>
                            <a:schemeClr val="tx2"/>
                          </a:solidFill>
                        </a:rPr>
                        <a:t>peak</a:t>
                      </a: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는 정규화에 무관)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유효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EPS 준불연은 가연성보다 주분해가 27 °C 늦고 최대속도는 절반 이하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2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N</a:t>
                      </a:r>
                      <a:r>
                        <a:rPr lang="ko-KR" altLang="en-US" sz="1200" baseline="-40000" dirty="0">
                          <a:solidFill>
                            <a:schemeClr val="tx2"/>
                          </a:solidFill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 EPS 2종: 조건부 (4회 중 3회가 질량감소 1 mg 미만) — 차이는 반복 차이의 4배 이상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유효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준불연 4종: 공기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ko-KR" altLang="en-US" sz="1200" baseline="-40000" dirty="0">
                          <a:solidFill>
                            <a:schemeClr val="tx1"/>
                          </a:solidFill>
                        </a:rPr>
                        <a:t>max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순서 = 중공층 확산 순서 (ρ = 1.0)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EPS 준불연 공기: 종점 의존 · PIR(PUR) 준불연 공기: 조건부 · 점 4개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조건부</a:t>
                      </a:r>
                      <a:endParaRPr lang="ko-KR" sz="1200" dirty="0"/>
                    </a:p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2"/>
                          </a:solidFill>
                        </a:rPr>
                        <a:t>700 °C 종점 ρ 0.8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2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에서는 두 PF의 열분해가 같음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200" baseline="-40000" dirty="0">
                          <a:solidFill>
                            <a:schemeClr val="tx1"/>
                          </a:solidFill>
                        </a:rPr>
                        <a:t>α50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546 · 544 °C)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N</a:t>
                      </a:r>
                      <a:r>
                        <a:rPr lang="ko-KR" altLang="en-US" sz="1200" baseline="-40000" dirty="0">
                          <a:solidFill>
                            <a:schemeClr val="tx2"/>
                          </a:solidFill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 PF 2종: 종점 의존 (790 °C에서 피크의 53–102 %)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조건부</a:t>
                      </a:r>
                      <a:endParaRPr lang="ko-KR" sz="1200" dirty="0"/>
                    </a:p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2"/>
                          </a:solidFill>
                        </a:rPr>
                        <a:t>800 °C 유지 후 확정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EPS 가연성은 공기에서 주분해가 약 100 °C 낮아짐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2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397 → 공기 296 °C)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공기 EPS 가연성: 재측정 (질량감소 0.16 · 0.30 mg) — 피크 온도는 반복 차이 5.5 °C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보류</a:t>
                      </a:r>
                      <a:endParaRPr lang="ko-KR" sz="1200" dirty="0"/>
                    </a:p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chemeClr val="tx2"/>
                          </a:solidFill>
                        </a:rPr>
                        <a:t>재측정 후 확정</a:t>
                      </a:r>
                      <a:endParaRPr lang="ko-KR" sz="1200" dirty="0"/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978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판정: 유효 = 근거 자료가 신뢰이거나, 조건부라도 결론의 차이가 반복 차이보다 충분히 큼 · 조건부 = 근거 자료가 조건부/종점 의존 · 보류 = 근거 자료가 재측정 대상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자료와 산정 식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원자료에 질량 절대값과 블랭크가 없어,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모든 TGA 지표를 ‘총 질량감소 기준 전환율 α’로 정규화함</a:t>
            </a:r>
            <a:endParaRPr lang="ko-KR" sz="2000" dirty="0"/>
          </a:p>
        </p:txBody>
      </p:sp>
      <p:sp>
        <p:nvSpPr>
          <p:cNvPr id="4" name="panel 1"/>
          <p:cNvSpPr/>
          <p:nvPr/>
        </p:nvSpPr>
        <p:spPr>
          <a:xfrm>
            <a:off x="457200" y="1691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673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측정 조건</a:t>
            </a:r>
            <a:endParaRPr lang="ko-KR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75688"/>
          <a:ext cx="51206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3434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장비</a:t>
                      </a:r>
                      <a:endParaRPr lang="ko-KR" sz="1200" dirty="0"/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PerkinElmer STA (TGA–DSC 동시측정)</a:t>
                      </a:r>
                      <a:endParaRPr lang="ko-KR" sz="1200" dirty="0"/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시료</a:t>
                      </a:r>
                      <a:endParaRPr lang="ko-KR" sz="1200" dirty="0"/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6종 ×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2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· 공기(O) × 2회 = 24개</a:t>
                      </a:r>
                      <a:endParaRPr lang="ko-KR" sz="1200" dirty="0"/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승온</a:t>
                      </a:r>
                      <a:endParaRPr lang="ko-KR" sz="1200" dirty="0"/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5 °C/min (실측 4.94–4.98),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2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20 → 800 °C, O 30 → 800 °C</a:t>
                      </a:r>
                      <a:endParaRPr lang="ko-KR" sz="1200" dirty="0"/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가스</a:t>
                      </a:r>
                      <a:endParaRPr lang="ko-KR" sz="1200" dirty="0"/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20 mL/min (실측 평균 19.8)</a:t>
                      </a:r>
                      <a:endParaRPr lang="ko-KR" sz="1200" dirty="0"/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기록</a:t>
                      </a:r>
                      <a:endParaRPr lang="ko-KR" sz="1200" dirty="0"/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0.125 s 간격, 승온 전 등온 약 5.1분</a:t>
                      </a:r>
                      <a:endParaRPr lang="ko-KR" sz="1200" dirty="0"/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panel 2"/>
          <p:cNvSpPr/>
          <p:nvPr/>
        </p:nvSpPr>
        <p:spPr>
          <a:xfrm>
            <a:off x="457200" y="3858768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840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원자료의 열과 빠진 정보</a:t>
            </a:r>
            <a:endParaRPr lang="ko-KR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427939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4357116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279392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있음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426110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시간, 프로그램 · 시료 온도, 미보정 질량, 미보정 열류, 가스 유량</a:t>
            </a:r>
            <a:endParaRPr lang="ko-KR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90118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978908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1184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값 없음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48828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열류 교정 계수 = 1, 기준선 질량 · 열류 = 0 (보정 없이 내보냄)</a:t>
            </a:r>
            <a:endParaRPr lang="ko-KR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5522976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5600700"/>
            <a:ext cx="118872" cy="118872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55229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없음</a:t>
            </a:r>
            <a:endParaRPr lang="ko-KR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554480" y="55046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시료 초기 질량, 블랭크(빈 도가니) 측정, O 가스 종류, 교정 기록</a:t>
            </a:r>
            <a:endParaRPr lang="ko-KR" sz="1200" dirty="0"/>
          </a:p>
        </p:txBody>
      </p:sp>
      <p:sp>
        <p:nvSpPr>
          <p:cNvPr id="23" name="panel 3"/>
          <p:cNvSpPr/>
          <p:nvPr/>
        </p:nvSpPr>
        <p:spPr>
          <a:xfrm>
            <a:off x="5806440" y="1691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8064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190488" y="1673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산정 식</a:t>
            </a:r>
            <a:endParaRPr lang="ko-KR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075688"/>
          <a:ext cx="5925312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2432304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지표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식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의미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전환율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α = 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W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ref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− W) / 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W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ref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−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W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end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W</a:t>
                      </a:r>
                      <a:r>
                        <a:rPr lang="ko-KR" altLang="en-US" sz="1100" baseline="-40000" dirty="0">
                          <a:solidFill>
                            <a:schemeClr val="tx2"/>
                          </a:solidFill>
                        </a:rPr>
                        <a:t>ref</a:t>
                      </a: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 승온 시작, </a:t>
                      </a: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W</a:t>
                      </a:r>
                      <a:r>
                        <a:rPr lang="ko-KR" altLang="en-US" sz="1100" baseline="-40000" dirty="0">
                          <a:solidFill>
                            <a:schemeClr val="tx2"/>
                          </a:solidFill>
                        </a:rPr>
                        <a:t>end</a:t>
                      </a: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 790 °C 부근 평균 → 총 감소 중 진행된 몫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DTG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r = dα/dT (10 °C 평활)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r</a:t>
                      </a:r>
                      <a:r>
                        <a:rPr lang="ko-KR" altLang="en-US" sz="1100" baseline="-40000" dirty="0">
                          <a:solidFill>
                            <a:schemeClr val="tx2"/>
                          </a:solidFill>
                        </a:rPr>
                        <a:t>max</a:t>
                      </a: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 = 100–750 °C 최대값 (%/°C), </a:t>
                      </a: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chemeClr val="tx2"/>
                          </a:solidFill>
                        </a:rPr>
                        <a:t>peak</a:t>
                      </a: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 = 그 온도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특성 온도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α5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·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α50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·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α90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α = 0.05 · 0.5 · 0.9인 온도 (초기 질량 기준 T5%와 다름)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시작 온도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onset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peak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− [α(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peak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) − α(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lo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)] /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max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주 피크 접선 외삽 — α와 r이 같은 비율로 변해 정규화에 무관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고온 몫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400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= 1 − α(400 °C)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400 °C 이상 감소 비율 (탄화층 분해 · 산화)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국소 열류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h = H −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SG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(H)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100 °C 창 추세 제거, 흡열 + → 사건의 온도 · 부호만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순위 분리도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S = 이웃 재료와의 차이 / 반복 차이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≥ 3이면 반복해도 순서 유지, &lt; 1.5면 구분 불가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종점 민감도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α를 700 · 750 · 790 °C 감소로 재정규화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지표 변화 = 분해 미완의 영향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분석 ① 질량 잔류 곡선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공기에서는 EPS의 주분해가 80–100 °C 앞당겨지고,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PIR(PUR) · PF는 400 °C 이후 탄화층 산화 단계가 더해짐</a:t>
            </a:r>
            <a:endParaRPr lang="ko-KR" sz="2000" dirty="0"/>
          </a:p>
        </p:txBody>
      </p:sp>
      <p:graphicFrame>
        <p:nvGraphicFramePr>
          <p:cNvPr id="4" name="rem EPS_C" descr=""/>
          <p:cNvGraphicFramePr/>
          <p:nvPr/>
        </p:nvGraphicFramePr>
        <p:xfrm>
          <a:off x="777240" y="1901952"/>
          <a:ext cx="354269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rem EPS_SC" descr=""/>
          <p:cNvGraphicFramePr/>
          <p:nvPr/>
        </p:nvGraphicFramePr>
        <p:xfrm>
          <a:off x="4484522" y="1901952"/>
          <a:ext cx="354269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rem PIR_C" descr=""/>
          <p:cNvGraphicFramePr/>
          <p:nvPr/>
        </p:nvGraphicFramePr>
        <p:xfrm>
          <a:off x="8191805" y="1901952"/>
          <a:ext cx="354269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rem PIR_SC" descr=""/>
          <p:cNvGraphicFramePr/>
          <p:nvPr/>
        </p:nvGraphicFramePr>
        <p:xfrm>
          <a:off x="777240" y="4096512"/>
          <a:ext cx="354269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rem PF_out" descr=""/>
          <p:cNvGraphicFramePr/>
          <p:nvPr/>
        </p:nvGraphicFramePr>
        <p:xfrm>
          <a:off x="4484522" y="4096512"/>
          <a:ext cx="354269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rem PF_in" descr=""/>
          <p:cNvGraphicFramePr/>
          <p:nvPr/>
        </p:nvGraphicFramePr>
        <p:xfrm>
          <a:off x="8191805" y="4096512"/>
          <a:ext cx="354269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0" name="Text 2"/>
          <p:cNvSpPr txBox="1"/>
          <p:nvPr/>
        </p:nvSpPr>
        <p:spPr>
          <a:xfrm rot="16200000">
            <a:off x="-1773936" y="38679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잔류 질량 100·(1 − α) (%)</a:t>
            </a:r>
            <a:endParaRPr lang="ko-KR" sz="1100" dirty="0"/>
          </a:p>
        </p:txBody>
      </p:sp>
      <p:sp>
        <p:nvSpPr>
          <p:cNvPr id="11" name="Text 3"/>
          <p:cNvSpPr txBox="1"/>
          <p:nvPr/>
        </p:nvSpPr>
        <p:spPr>
          <a:xfrm>
            <a:off x="777240" y="6217920"/>
            <a:ext cx="10957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온도 (°C, 시료 온도)</a:t>
            </a:r>
            <a:endParaRPr lang="ko-KR" sz="1100" dirty="0"/>
          </a:p>
        </p:txBody>
      </p:sp>
      <p:sp>
        <p:nvSpPr>
          <p:cNvPr id="12" name="Text 4"/>
          <p:cNvSpPr txBox="1"/>
          <p:nvPr/>
        </p:nvSpPr>
        <p:spPr>
          <a:xfrm>
            <a:off x="457200" y="15727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승온 시작 ~ 790 °C 질량감소 기준 — 초기 질량 대비 %가 아님</a:t>
            </a:r>
            <a:endParaRPr lang="ko-KR" sz="1100" dirty="0"/>
          </a:p>
        </p:txBody>
      </p:sp>
      <p:sp>
        <p:nvSpPr>
          <p:cNvPr id="13" name="Shape 5"/>
          <p:cNvSpPr/>
          <p:nvPr/>
        </p:nvSpPr>
        <p:spPr>
          <a:xfrm>
            <a:off x="6675120" y="1709928"/>
            <a:ext cx="329184" cy="0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</a:ln>
        </p:spPr>
      </p:sp>
      <p:sp>
        <p:nvSpPr>
          <p:cNvPr id="14" name="Text 6"/>
          <p:cNvSpPr txBox="1"/>
          <p:nvPr/>
        </p:nvSpPr>
        <p:spPr>
          <a:xfrm>
            <a:off x="7077456" y="15819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 #1</a:t>
            </a:r>
            <a:endParaRPr lang="ko-KR" sz="1100" dirty="0"/>
          </a:p>
        </p:txBody>
      </p:sp>
      <p:sp>
        <p:nvSpPr>
          <p:cNvPr id="15" name="Shape 7"/>
          <p:cNvSpPr/>
          <p:nvPr/>
        </p:nvSpPr>
        <p:spPr>
          <a:xfrm>
            <a:off x="7763256" y="1709928"/>
            <a:ext cx="329184" cy="0"/>
          </a:xfrm>
          <a:prstGeom prst="line">
            <a:avLst/>
          </a:prstGeom>
          <a:noFill/>
          <a:ln w="25400">
            <a:solidFill>
              <a:srgbClr val="2A78D6"/>
            </a:solidFill>
            <a:prstDash val="dash"/>
          </a:ln>
        </p:spPr>
      </p:sp>
      <p:sp>
        <p:nvSpPr>
          <p:cNvPr id="16" name="Text 8"/>
          <p:cNvSpPr txBox="1"/>
          <p:nvPr/>
        </p:nvSpPr>
        <p:spPr>
          <a:xfrm>
            <a:off x="8165592" y="15819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 #2</a:t>
            </a:r>
            <a:endParaRPr lang="ko-KR" sz="1100" dirty="0"/>
          </a:p>
        </p:txBody>
      </p:sp>
      <p:sp>
        <p:nvSpPr>
          <p:cNvPr id="17" name="Shape 9"/>
          <p:cNvSpPr/>
          <p:nvPr/>
        </p:nvSpPr>
        <p:spPr>
          <a:xfrm>
            <a:off x="8851392" y="1709928"/>
            <a:ext cx="329184" cy="0"/>
          </a:xfrm>
          <a:prstGeom prst="line">
            <a:avLst/>
          </a:prstGeom>
          <a:noFill/>
          <a:ln w="25400">
            <a:solidFill>
              <a:srgbClr val="EB6834"/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9253728" y="15819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 #1</a:t>
            </a:r>
            <a:endParaRPr lang="ko-KR" sz="1100" dirty="0"/>
          </a:p>
        </p:txBody>
      </p:sp>
      <p:sp>
        <p:nvSpPr>
          <p:cNvPr id="19" name="Shape 11"/>
          <p:cNvSpPr/>
          <p:nvPr/>
        </p:nvSpPr>
        <p:spPr>
          <a:xfrm>
            <a:off x="10305288" y="1709928"/>
            <a:ext cx="329184" cy="0"/>
          </a:xfrm>
          <a:prstGeom prst="line">
            <a:avLst/>
          </a:prstGeom>
          <a:noFill/>
          <a:ln w="25400">
            <a:solidFill>
              <a:srgbClr val="EB6834"/>
            </a:solidFill>
            <a:prstDash val="dash"/>
          </a:ln>
        </p:spPr>
      </p:sp>
      <p:sp>
        <p:nvSpPr>
          <p:cNvPr id="20" name="Text 12"/>
          <p:cNvSpPr txBox="1"/>
          <p:nvPr/>
        </p:nvSpPr>
        <p:spPr>
          <a:xfrm>
            <a:off x="10707624" y="15819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 #2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분석 ② 질량감소속도 (DTG)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공기 중 최대 질량감소속도 순서: EPS 가연성 ≫ PF 내부용 &gt; EPS 준불연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&gt; PIR(PUR) 가연성 &gt; PIR(PUR) 준불연 &gt; PF 외부용 (2.44 → 0.41 %/°C)</a:t>
            </a:r>
            <a:endParaRPr lang="ko-KR" sz="2000" dirty="0"/>
          </a:p>
        </p:txBody>
      </p:sp>
      <p:graphicFrame>
        <p:nvGraphicFramePr>
          <p:cNvPr id="4" name="dtg EPS_C" descr=""/>
          <p:cNvGraphicFramePr/>
          <p:nvPr/>
        </p:nvGraphicFramePr>
        <p:xfrm>
          <a:off x="777240" y="1901952"/>
          <a:ext cx="354269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dtg EPS_SC" descr=""/>
          <p:cNvGraphicFramePr/>
          <p:nvPr/>
        </p:nvGraphicFramePr>
        <p:xfrm>
          <a:off x="4484522" y="1901952"/>
          <a:ext cx="354269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dtg PIR_C" descr=""/>
          <p:cNvGraphicFramePr/>
          <p:nvPr/>
        </p:nvGraphicFramePr>
        <p:xfrm>
          <a:off x="8191805" y="1901952"/>
          <a:ext cx="354269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dtg PIR_SC" descr=""/>
          <p:cNvGraphicFramePr/>
          <p:nvPr/>
        </p:nvGraphicFramePr>
        <p:xfrm>
          <a:off x="777240" y="4096512"/>
          <a:ext cx="354269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dtg PF_out" descr=""/>
          <p:cNvGraphicFramePr/>
          <p:nvPr/>
        </p:nvGraphicFramePr>
        <p:xfrm>
          <a:off x="4484522" y="4096512"/>
          <a:ext cx="354269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dtg PF_in" descr=""/>
          <p:cNvGraphicFramePr/>
          <p:nvPr/>
        </p:nvGraphicFramePr>
        <p:xfrm>
          <a:off x="8191805" y="4096512"/>
          <a:ext cx="354269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0" name="Text 2"/>
          <p:cNvSpPr txBox="1"/>
          <p:nvPr/>
        </p:nvSpPr>
        <p:spPr>
          <a:xfrm rot="16200000">
            <a:off x="-1773936" y="38679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dα/dT (%/°C)</a:t>
            </a:r>
            <a:endParaRPr lang="ko-KR" sz="1100" dirty="0"/>
          </a:p>
        </p:txBody>
      </p:sp>
      <p:sp>
        <p:nvSpPr>
          <p:cNvPr id="11" name="Text 3"/>
          <p:cNvSpPr txBox="1"/>
          <p:nvPr/>
        </p:nvSpPr>
        <p:spPr>
          <a:xfrm>
            <a:off x="777240" y="6217920"/>
            <a:ext cx="10957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온도 (°C, 시료 온도)</a:t>
            </a:r>
            <a:endParaRPr lang="ko-KR" sz="1100" dirty="0"/>
          </a:p>
        </p:txBody>
      </p:sp>
      <p:sp>
        <p:nvSpPr>
          <p:cNvPr id="12" name="Text 4"/>
          <p:cNvSpPr txBox="1"/>
          <p:nvPr/>
        </p:nvSpPr>
        <p:spPr>
          <a:xfrm>
            <a:off x="457200" y="15727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칸 제목 = </a:t>
            </a: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2회 평균 (공기 · 질소) — EPS 가연성만 세로축 −0.5 ~ 3.0</a:t>
            </a:r>
            <a:endParaRPr lang="ko-KR" sz="1100" dirty="0"/>
          </a:p>
        </p:txBody>
      </p:sp>
      <p:sp>
        <p:nvSpPr>
          <p:cNvPr id="13" name="Shape 5"/>
          <p:cNvSpPr/>
          <p:nvPr/>
        </p:nvSpPr>
        <p:spPr>
          <a:xfrm>
            <a:off x="6675120" y="1709928"/>
            <a:ext cx="329184" cy="0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</a:ln>
        </p:spPr>
      </p:sp>
      <p:sp>
        <p:nvSpPr>
          <p:cNvPr id="14" name="Text 6"/>
          <p:cNvSpPr txBox="1"/>
          <p:nvPr/>
        </p:nvSpPr>
        <p:spPr>
          <a:xfrm>
            <a:off x="7077456" y="15819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 #1</a:t>
            </a:r>
            <a:endParaRPr lang="ko-KR" sz="1100" dirty="0"/>
          </a:p>
        </p:txBody>
      </p:sp>
      <p:sp>
        <p:nvSpPr>
          <p:cNvPr id="15" name="Shape 7"/>
          <p:cNvSpPr/>
          <p:nvPr/>
        </p:nvSpPr>
        <p:spPr>
          <a:xfrm>
            <a:off x="7763256" y="1709928"/>
            <a:ext cx="329184" cy="0"/>
          </a:xfrm>
          <a:prstGeom prst="line">
            <a:avLst/>
          </a:prstGeom>
          <a:noFill/>
          <a:ln w="25400">
            <a:solidFill>
              <a:srgbClr val="2A78D6"/>
            </a:solidFill>
            <a:prstDash val="dash"/>
          </a:ln>
        </p:spPr>
      </p:sp>
      <p:sp>
        <p:nvSpPr>
          <p:cNvPr id="16" name="Text 8"/>
          <p:cNvSpPr txBox="1"/>
          <p:nvPr/>
        </p:nvSpPr>
        <p:spPr>
          <a:xfrm>
            <a:off x="8165592" y="15819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 #2</a:t>
            </a:r>
            <a:endParaRPr lang="ko-KR" sz="1100" dirty="0"/>
          </a:p>
        </p:txBody>
      </p:sp>
      <p:sp>
        <p:nvSpPr>
          <p:cNvPr id="17" name="Shape 9"/>
          <p:cNvSpPr/>
          <p:nvPr/>
        </p:nvSpPr>
        <p:spPr>
          <a:xfrm>
            <a:off x="8851392" y="1709928"/>
            <a:ext cx="329184" cy="0"/>
          </a:xfrm>
          <a:prstGeom prst="line">
            <a:avLst/>
          </a:prstGeom>
          <a:noFill/>
          <a:ln w="25400">
            <a:solidFill>
              <a:srgbClr val="EB6834"/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9253728" y="15819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 #1</a:t>
            </a:r>
            <a:endParaRPr lang="ko-KR" sz="1100" dirty="0"/>
          </a:p>
        </p:txBody>
      </p:sp>
      <p:sp>
        <p:nvSpPr>
          <p:cNvPr id="19" name="Shape 11"/>
          <p:cNvSpPr/>
          <p:nvPr/>
        </p:nvSpPr>
        <p:spPr>
          <a:xfrm>
            <a:off x="10305288" y="1709928"/>
            <a:ext cx="329184" cy="0"/>
          </a:xfrm>
          <a:prstGeom prst="line">
            <a:avLst/>
          </a:prstGeom>
          <a:noFill/>
          <a:ln w="25400">
            <a:solidFill>
              <a:srgbClr val="EB6834"/>
            </a:solidFill>
            <a:prstDash val="dash"/>
          </a:ln>
        </p:spPr>
      </p:sp>
      <p:sp>
        <p:nvSpPr>
          <p:cNvPr id="20" name="Text 12"/>
          <p:cNvSpPr txBox="1"/>
          <p:nvPr/>
        </p:nvSpPr>
        <p:spPr>
          <a:xfrm>
            <a:off x="10707624" y="15819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 #2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분석 ③ 핵심 지표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에서는 두 PF의 </a:t>
            </a:r>
            <a:r>
              <a:rPr lang="ko-KR" altLang="en-US" sz="2000" b="1" dirty="0">
                <a:solidFill>
                  <a:schemeClr val="tx1"/>
                </a:solidFill>
              </a:rPr>
              <a:t>r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max</a:t>
            </a:r>
            <a:r>
              <a:rPr lang="ko-KR" altLang="en-US" sz="2000" b="1" dirty="0">
                <a:solidFill>
                  <a:schemeClr val="tx1"/>
                </a:solidFill>
              </a:rPr>
              <a:t>가 같지만(0.25 · 0.27),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공기에서는 PF 내부용만 4.7배로 커져 PF 외부용의 2.9배가 됨</a:t>
            </a:r>
            <a:endParaRPr lang="ko-KR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70408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85800"/>
                <a:gridCol w="804672"/>
                <a:gridCol w="804672"/>
                <a:gridCol w="786384"/>
                <a:gridCol w="786384"/>
                <a:gridCol w="786384"/>
                <a:gridCol w="786384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재료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분위기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T</a:t>
                      </a:r>
                      <a:r>
                        <a:rPr lang="ko-KR" altLang="en-US" sz="1100" b="1" baseline="-40000" dirty="0">
                          <a:solidFill>
                            <a:schemeClr val="bg1"/>
                          </a:solidFill>
                        </a:rPr>
                        <a:t>onset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T</a:t>
                      </a:r>
                      <a:r>
                        <a:rPr lang="ko-KR" altLang="en-US" sz="1100" b="1" baseline="-40000" dirty="0">
                          <a:solidFill>
                            <a:schemeClr val="bg1"/>
                          </a:solidFill>
                        </a:rPr>
                        <a:t>peak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r</a:t>
                      </a:r>
                      <a:r>
                        <a:rPr lang="ko-KR" altLang="en-US" sz="1100" b="1" baseline="-40000" dirty="0">
                          <a:solidFill>
                            <a:schemeClr val="bg1"/>
                          </a:solidFill>
                        </a:rPr>
                        <a:t>max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T</a:t>
                      </a:r>
                      <a:r>
                        <a:rPr lang="ko-KR" altLang="en-US" sz="1100" b="1" baseline="-40000" dirty="0">
                          <a:solidFill>
                            <a:schemeClr val="bg1"/>
                          </a:solidFill>
                        </a:rPr>
                        <a:t>α50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T</a:t>
                      </a:r>
                      <a:r>
                        <a:rPr lang="ko-KR" altLang="en-US" sz="1100" b="1" baseline="-40000" dirty="0">
                          <a:solidFill>
                            <a:schemeClr val="bg1"/>
                          </a:solidFill>
                        </a:rPr>
                        <a:t>α90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f</a:t>
                      </a:r>
                      <a:r>
                        <a:rPr lang="ko-KR" altLang="en-US" sz="1100" b="1" baseline="-40000" dirty="0">
                          <a:solidFill>
                            <a:schemeClr val="bg1"/>
                          </a:solidFill>
                        </a:rPr>
                        <a:t>400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8803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EPS 가연성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373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397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2.65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392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409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0.28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공기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275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296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2.44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299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333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0.03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EPS 준불연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362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425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1.15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404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444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0.54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301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343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1.02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351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756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0.33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PIR(PUR) 가연성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276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317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0.70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374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727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0.46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463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525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480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549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0.67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PIR(PUR) 준불연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266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328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0.53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362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736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0.43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403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532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0.58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472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606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0.63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PF 준불연 외부용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421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(745)*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0.27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544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749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0.64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340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490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0.41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460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591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0.70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PF 준불연 내부용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355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611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0.25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546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723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9CA3AF"/>
                          </a:solidFill>
                        </a:rPr>
                        <a:t>0.72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398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472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1.17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428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474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0.65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55955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2회 평균, 온도 °C · </a:t>
            </a:r>
            <a:r>
              <a:rPr lang="ko-KR" altLang="en-US" sz="1050" dirty="0">
                <a:solidFill>
                  <a:schemeClr val="tx2"/>
                </a:solidFill>
              </a:rPr>
              <a:t>r</a:t>
            </a:r>
            <a:r>
              <a:rPr lang="ko-KR" altLang="en-US" sz="105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050" dirty="0">
                <a:solidFill>
                  <a:schemeClr val="tx2"/>
                </a:solidFill>
              </a:rPr>
              <a:t> %/°C. 회색 = 종점 의존 지표(790 °C 정규화 값)와 재측정 대상(EPS 가연성 공기). (745)* = 탐색 상한 750 °C 부근 값으로 실제 피크가 아님</a:t>
            </a:r>
            <a:endParaRPr lang="ko-KR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16459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최대 질량감소속도 </a:t>
            </a:r>
            <a:r>
              <a:rPr lang="ko-KR" altLang="en-US" sz="1100" b="1" dirty="0">
                <a:solidFill>
                  <a:schemeClr val="tx1"/>
                </a:solidFill>
              </a:rPr>
              <a:t>r</a:t>
            </a:r>
            <a:r>
              <a:rPr lang="ko-KR" altLang="en-US" sz="1100" b="1" baseline="-40000" dirty="0">
                <a:solidFill>
                  <a:schemeClr val="tx1"/>
                </a:solidFill>
              </a:rPr>
              <a:t>max</a:t>
            </a:r>
            <a:r>
              <a:rPr lang="ko-KR" altLang="en-US" sz="1100" b="1" dirty="0">
                <a:solidFill>
                  <a:schemeClr val="tx1"/>
                </a:solidFill>
              </a:rPr>
              <a:t> (%/°C)</a:t>
            </a:r>
            <a:endParaRPr lang="ko-KR" sz="1100" dirty="0"/>
          </a:p>
        </p:txBody>
      </p:sp>
      <p:sp>
        <p:nvSpPr>
          <p:cNvPr id="7" name="Shape 4"/>
          <p:cNvSpPr/>
          <p:nvPr/>
        </p:nvSpPr>
        <p:spPr>
          <a:xfrm>
            <a:off x="7891272" y="1956816"/>
            <a:ext cx="182880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0456" y="1901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endParaRPr lang="ko-KR" sz="1100" dirty="0"/>
          </a:p>
        </p:txBody>
      </p:sp>
      <p:sp>
        <p:nvSpPr>
          <p:cNvPr id="9" name="Shape 6"/>
          <p:cNvSpPr/>
          <p:nvPr/>
        </p:nvSpPr>
        <p:spPr>
          <a:xfrm>
            <a:off x="8842248" y="1956816"/>
            <a:ext cx="182880" cy="146304"/>
          </a:xfrm>
          <a:prstGeom prst="rect">
            <a:avLst/>
          </a:prstGeom>
          <a:solidFill>
            <a:srgbClr val="EB6834"/>
          </a:solidFill>
          <a:ln w="6350">
            <a:solidFill>
              <a:srgbClr val="EB683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71432" y="1901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</a:t>
            </a:r>
            <a:endParaRPr lang="ko-KR" sz="1100" dirty="0"/>
          </a:p>
        </p:txBody>
      </p:sp>
      <p:graphicFrame>
        <p:nvGraphicFramePr>
          <p:cNvPr id="11" name="r_max N2 vs air" descr=""/>
          <p:cNvGraphicFramePr/>
          <p:nvPr/>
        </p:nvGraphicFramePr>
        <p:xfrm>
          <a:off x="7818120" y="2157984"/>
          <a:ext cx="3913632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818120" y="5596128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공기 ÷ </a:t>
            </a:r>
            <a:r>
              <a:rPr lang="ko-KR" altLang="en-US" sz="1050" b="1" dirty="0">
                <a:solidFill>
                  <a:schemeClr val="tx1"/>
                </a:solidFill>
              </a:rPr>
              <a:t>N</a:t>
            </a:r>
            <a:r>
              <a:rPr lang="ko-KR" altLang="en-US" sz="105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050" b="1" dirty="0">
                <a:solidFill>
                  <a:schemeClr val="tx1"/>
                </a:solidFill>
              </a:rPr>
              <a:t>   </a:t>
            </a:r>
            <a:r>
              <a:rPr lang="ko-KR" altLang="en-US" sz="1050" dirty="0">
                <a:solidFill>
                  <a:schemeClr val="tx2"/>
                </a:solidFill>
              </a:rPr>
              <a:t>EPS 가연성 0.92 · 준불연 0.89</a:t>
            </a:r>
            <a:endParaRPr lang="ko-KR" sz="1050" dirty="0"/>
          </a:p>
          <a:p>
            <a:pPr indent="0" marL="0">
              <a:spcAft>
                <a:spcPts val="100"/>
              </a:spcAft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PIR(PUR) 가연성 1.06 · 준불연 1.09</a:t>
            </a:r>
            <a:endParaRPr lang="ko-KR" sz="1050" dirty="0"/>
          </a:p>
          <a:p>
            <a:pPr indent="0" marL="0">
              <a:spcAft>
                <a:spcPts val="100"/>
              </a:spcAft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PF 외부용 1.49 · </a:t>
            </a:r>
            <a:r>
              <a:rPr lang="ko-KR" altLang="en-US" sz="1050" b="1" dirty="0">
                <a:solidFill>
                  <a:schemeClr val="tx1"/>
                </a:solidFill>
              </a:rPr>
              <a:t>내부용 4.71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분석 ④ DSC (정성)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DSC에서 두 반복이 같은 온도 · 부호로 재현된 사건은 2건뿐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PF 내부용 공기 474 °C 발열과 EPS 가연성 </a:t>
            </a: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 398 °C 흡열</a:t>
            </a:r>
            <a:endParaRPr lang="ko-KR" sz="2000" dirty="0"/>
          </a:p>
        </p:txBody>
      </p:sp>
      <p:graphicFrame>
        <p:nvGraphicFramePr>
          <p:cNvPr id="4" name="DSC PF air" descr=""/>
          <p:cNvGraphicFramePr/>
          <p:nvPr/>
        </p:nvGraphicFramePr>
        <p:xfrm>
          <a:off x="457200" y="1901952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700784"/>
            <a:ext cx="329184" cy="0"/>
          </a:xfrm>
          <a:prstGeom prst="line">
            <a:avLst/>
          </a:prstGeom>
          <a:noFill/>
          <a:ln w="25400">
            <a:solidFill>
              <a:srgbClr val="EB683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" y="15727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PF 내부용 공기 #1</a:t>
            </a:r>
            <a:endParaRPr lang="ko-KR" sz="1100" dirty="0"/>
          </a:p>
        </p:txBody>
      </p:sp>
      <p:sp>
        <p:nvSpPr>
          <p:cNvPr id="7" name="Shape 4"/>
          <p:cNvSpPr/>
          <p:nvPr/>
        </p:nvSpPr>
        <p:spPr>
          <a:xfrm>
            <a:off x="2368296" y="1700784"/>
            <a:ext cx="329184" cy="0"/>
          </a:xfrm>
          <a:prstGeom prst="line">
            <a:avLst/>
          </a:prstGeom>
          <a:noFill/>
          <a:ln w="25400">
            <a:solidFill>
              <a:srgbClr val="EB6834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2770632" y="15727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#2</a:t>
            </a:r>
            <a:endParaRPr lang="ko-KR" sz="1100" dirty="0"/>
          </a:p>
        </p:txBody>
      </p:sp>
      <p:sp>
        <p:nvSpPr>
          <p:cNvPr id="9" name="Shape 6"/>
          <p:cNvSpPr/>
          <p:nvPr/>
        </p:nvSpPr>
        <p:spPr>
          <a:xfrm>
            <a:off x="3227832" y="1700784"/>
            <a:ext cx="329184" cy="0"/>
          </a:xfrm>
          <a:prstGeom prst="line">
            <a:avLst/>
          </a:prstGeom>
          <a:noFill/>
          <a:ln w="25400">
            <a:solidFill>
              <a:srgbClr val="8A8F9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30168" y="15727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PF 외부용 공기 #1</a:t>
            </a:r>
            <a:endParaRPr lang="ko-KR" sz="1100" dirty="0"/>
          </a:p>
        </p:txBody>
      </p:sp>
      <p:sp>
        <p:nvSpPr>
          <p:cNvPr id="11" name="Shape 8"/>
          <p:cNvSpPr/>
          <p:nvPr/>
        </p:nvSpPr>
        <p:spPr>
          <a:xfrm>
            <a:off x="5138928" y="1700784"/>
            <a:ext cx="329184" cy="0"/>
          </a:xfrm>
          <a:prstGeom prst="line">
            <a:avLst/>
          </a:prstGeom>
          <a:noFill/>
          <a:ln w="25400">
            <a:solidFill>
              <a:srgbClr val="8A8F98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5541264" y="15727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#2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813013" y="4787433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474 °C 발열  -8.9 · -17.9 mW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크기 차이 2배 = 총 질량감소 1.27 · 2.81 mg와 같은 비율 (시료량 차이)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61288" y="5901538"/>
            <a:ext cx="60551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국소 열류 = 미보정 열류 − 100 °C 창 추세 (흡열 +). 큰 발열 양옆의 + 곁봉우리는 필터 효과</a:t>
            </a:r>
            <a:endParaRPr lang="ko-KR" sz="1000" dirty="0"/>
          </a:p>
        </p:txBody>
      </p:sp>
      <p:sp>
        <p:nvSpPr>
          <p:cNvPr id="15" name="Text 12"/>
          <p:cNvSpPr txBox="1"/>
          <p:nvPr/>
        </p:nvSpPr>
        <p:spPr>
          <a:xfrm rot="16200000">
            <a:off x="-1371600" y="3696005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국소 열류 (mW, 흡열 +)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16459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EPS 가연성 </a:t>
            </a:r>
            <a:r>
              <a:rPr lang="ko-KR" altLang="en-US" sz="1100" b="1" dirty="0">
                <a:solidFill>
                  <a:schemeClr val="tx1"/>
                </a:solidFill>
              </a:rPr>
              <a:t>N</a:t>
            </a:r>
            <a:r>
              <a:rPr lang="ko-KR" altLang="en-US" sz="11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100" b="1" dirty="0">
                <a:solidFill>
                  <a:schemeClr val="tx1"/>
                </a:solidFill>
              </a:rPr>
              <a:t> #1 · #2 (300–500 °C)</a:t>
            </a:r>
            <a:endParaRPr lang="ko-KR" sz="1100" dirty="0"/>
          </a:p>
        </p:txBody>
      </p:sp>
      <p:graphicFrame>
        <p:nvGraphicFramePr>
          <p:cNvPr id="17" name="DSC EPS_C N2" descr=""/>
          <p:cNvGraphicFramePr/>
          <p:nvPr/>
        </p:nvGraphicFramePr>
        <p:xfrm>
          <a:off x="7818120" y="1938528"/>
          <a:ext cx="391363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10095854" y="2109301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398 °C 흡열</a:t>
            </a:r>
            <a:endParaRPr lang="ko-KR" sz="1050" dirty="0"/>
          </a:p>
          <a:p>
            <a:pPr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+0.8 · +1.2 mW</a:t>
            </a:r>
            <a:endParaRPr lang="ko-KR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7818120" y="4224528"/>
            <a:ext cx="3913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재현 기준  </a:t>
            </a:r>
            <a:r>
              <a:rPr lang="ko-KR" altLang="en-US" sz="1200" dirty="0">
                <a:solidFill>
                  <a:schemeClr val="tx1"/>
                </a:solidFill>
              </a:rPr>
              <a:t>두 반복의 최대 사건이 150–720 °C에서 온도 차 ≤ 10 °C, 같은 부호, 크기 ≥ 0.5 mW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비재현 10개 조합  </a:t>
            </a:r>
            <a:r>
              <a:rPr lang="ko-KR" altLang="en-US" sz="1200" dirty="0">
                <a:solidFill>
                  <a:schemeClr val="tx1"/>
                </a:solidFill>
              </a:rPr>
              <a:t>온도 차가 크거나 크기가 0.5 mW 미만 → 판정 근거로 쓰지 않음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정량 불가  </a:t>
            </a:r>
            <a:r>
              <a:rPr lang="ko-KR" altLang="en-US" sz="1200" dirty="0">
                <a:solidFill>
                  <a:schemeClr val="tx1"/>
                </a:solidFill>
              </a:rPr>
              <a:t>열류 교정 계수 1 · 기준선 0, 기준선 이동 111–180 mW (13쪽)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분석 ⑤ 중공층 화재시험 연계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준불연 4종은 공기 </a:t>
            </a:r>
            <a:r>
              <a:rPr lang="ko-KR" altLang="en-US" sz="2000" b="1" dirty="0">
                <a:solidFill>
                  <a:schemeClr val="tx1"/>
                </a:solidFill>
              </a:rPr>
              <a:t>r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max</a:t>
            </a:r>
            <a:r>
              <a:rPr lang="ko-KR" altLang="en-US" sz="2000" b="1" dirty="0">
                <a:solidFill>
                  <a:schemeClr val="tx1"/>
                </a:solidFill>
              </a:rPr>
              <a:t>가 클수록 3000 mm 도달이 빠름(ρ = 1.0)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— 단 점이 4개이고 700 °C 종점에서는 ρ = 0.8, PIR(PUR) 가연성은 예외</a:t>
            </a:r>
            <a:endParaRPr lang="ko-KR" sz="2000" dirty="0"/>
          </a:p>
        </p:txBody>
      </p:sp>
      <p:graphicFrame>
        <p:nvGraphicFramePr>
          <p:cNvPr id="4" name="cavity link" descr=""/>
          <p:cNvGraphicFramePr/>
          <p:nvPr/>
        </p:nvGraphicFramePr>
        <p:xfrm>
          <a:off x="457200" y="1920240"/>
          <a:ext cx="64008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873579" y="4440763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PF 내부용 514 s</a:t>
            </a:r>
            <a:endParaRPr lang="ko-KR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255188" y="2953809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EPS 준불연 975 s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79365" y="2707947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PIR(PUR) 준불연 1080 s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000875" y="2281839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PF 외부용 1350 s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805894" y="5177159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PIR(PUR) 가연성 30 s — 예외</a:t>
            </a:r>
            <a:endParaRPr lang="ko-KR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618488"/>
            <a:ext cx="155448" cy="155448"/>
          </a:xfrm>
          <a:prstGeom prst="ellipse">
            <a:avLst/>
          </a:prstGeom>
          <a:solidFill>
            <a:srgbClr val="EB6834"/>
          </a:solidFill>
          <a:ln w="6350">
            <a:solidFill>
              <a:srgbClr val="EB683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" y="15727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준불연 4종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2002536" y="1618488"/>
            <a:ext cx="155448" cy="155448"/>
          </a:xfrm>
          <a:prstGeom prst="ellipse">
            <a:avLst/>
          </a:prstGeom>
          <a:solidFill>
            <a:srgbClr val="23303D"/>
          </a:solidFill>
          <a:ln w="6350">
            <a:solidFill>
              <a:srgbClr val="2330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13432" y="1572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PIR(PUR) 가연성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3730752" y="1700784"/>
            <a:ext cx="329184" cy="0"/>
          </a:xfrm>
          <a:prstGeom prst="line">
            <a:avLst/>
          </a:prstGeom>
          <a:noFill/>
          <a:ln w="25400">
            <a:solidFill>
              <a:srgbClr val="B8BC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33088" y="15727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통합 평가식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600</a:t>
            </a:r>
            <a:r>
              <a:rPr lang="ko-KR" altLang="en-US" sz="1100" dirty="0">
                <a:solidFill>
                  <a:schemeClr val="tx2"/>
                </a:solidFill>
              </a:rPr>
              <a:t> = 248 + 423 / </a:t>
            </a: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289304" y="5832958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 </a:t>
            </a: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100" dirty="0">
                <a:solidFill>
                  <a:schemeClr val="tx2"/>
                </a:solidFill>
              </a:rPr>
              <a:t> (%/°C, 790 °C 정규화)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 rot="16200000">
            <a:off x="-1554480" y="362948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3000 mm 600 K 도달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600</a:t>
            </a:r>
            <a:r>
              <a:rPr lang="ko-KR" altLang="en-US" sz="1100" dirty="0">
                <a:solidFill>
                  <a:schemeClr val="tx2"/>
                </a:solidFill>
              </a:rPr>
              <a:t> (s, 중앙값)</a:t>
            </a:r>
            <a:endParaRPr lang="ko-KR" sz="1100" dirty="0"/>
          </a:p>
        </p:txBody>
      </p:sp>
      <p:sp>
        <p:nvSpPr>
          <p:cNvPr id="18" name="panel 1"/>
          <p:cNvSpPr/>
          <p:nvPr/>
        </p:nvSpPr>
        <p:spPr>
          <a:xfrm>
            <a:off x="7178040" y="178308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7804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562088" y="17647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종점별 순위상관 (Spearman ρ)</a:t>
            </a:r>
            <a:endParaRPr lang="ko-KR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194560"/>
          <a:ext cx="455371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82296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대상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700 °C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750 °C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790 °C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준불연 4종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0.8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PIR(PUR) 가연성 포함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7178040" y="3429000"/>
            <a:ext cx="45537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50" dirty="0">
                <a:solidFill>
                  <a:schemeClr val="tx1"/>
                </a:solidFill>
              </a:rPr>
              <a:t>700 °C로 끊으면 EPS 준불연 1.24 &gt; PF 내부용 1.18로 1 · 2위가 바뀌어 ρ 0.8 (11쪽)</a:t>
            </a:r>
            <a:endParaRPr lang="ko-KR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50" dirty="0">
                <a:solidFill>
                  <a:schemeClr val="tx1"/>
                </a:solidFill>
              </a:rPr>
              <a:t>점 4개에서 ρ = 1.0이 우연히 나올 확률 1/24 ≈ 4 % — 공기 3번째 반복으로 확정 필요</a:t>
            </a:r>
            <a:endParaRPr lang="ko-KR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50" dirty="0">
                <a:solidFill>
                  <a:schemeClr val="tx1"/>
                </a:solidFill>
              </a:rPr>
              <a:t>PIR(PUR) 가연성의 공기 자료는 ‘신뢰’(분리도 47) → 예외는 자료 문제가 아니라 TGA가 재지 못하는 요인</a:t>
            </a:r>
            <a:endParaRPr lang="ko-KR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50" dirty="0">
                <a:solidFill>
                  <a:schemeClr val="tx1"/>
                </a:solidFill>
              </a:rPr>
              <a:t>곡선 = 통합 평가식 </a:t>
            </a:r>
            <a:r>
              <a:rPr lang="ko-KR" altLang="en-US" sz="1250" dirty="0">
                <a:solidFill>
                  <a:schemeClr val="tx1"/>
                </a:solidFill>
              </a:rPr>
              <a:t>t</a:t>
            </a:r>
            <a:r>
              <a:rPr lang="ko-KR" altLang="en-US" sz="12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250" dirty="0">
                <a:solidFill>
                  <a:schemeClr val="tx1"/>
                </a:solidFill>
              </a:rPr>
              <a:t> = 248 s + 423 / </a:t>
            </a:r>
            <a:r>
              <a:rPr lang="ko-KR" altLang="en-US" sz="1250" dirty="0">
                <a:solidFill>
                  <a:schemeClr val="tx1"/>
                </a:solidFill>
              </a:rPr>
              <a:t>r</a:t>
            </a:r>
            <a:r>
              <a:rPr lang="ko-KR" altLang="en-US" sz="1250" baseline="-40000" dirty="0">
                <a:solidFill>
                  <a:schemeClr val="tx1"/>
                </a:solidFill>
              </a:rPr>
              <a:t>max</a:t>
            </a:r>
            <a:r>
              <a:rPr lang="ko-KR" altLang="en-US" sz="1250" dirty="0">
                <a:solidFill>
                  <a:schemeClr val="tx1"/>
                </a:solidFill>
              </a:rPr>
              <a:t> (준불연 4종에 맞춘 식, integrated_model)</a:t>
            </a:r>
            <a:endParaRPr lang="ko-K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신뢰성 ① 질량 신호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24개 중 19개는 질량감소 1.1–2.8 mg로 충분하지만,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EPS 가연성 공기 2개는 0.16 · 0.30 mg로 부족 — 질량 영점이 없어 잔류율은 산정 불가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총 질량감소 (mg, 승온 시작 ~ 790 °C)</a:t>
            </a:r>
            <a:endParaRPr lang="ko-KR" sz="1100" dirty="0"/>
          </a:p>
        </p:txBody>
      </p:sp>
      <p:sp>
        <p:nvSpPr>
          <p:cNvPr id="5" name="Shape 3"/>
          <p:cNvSpPr/>
          <p:nvPr/>
        </p:nvSpPr>
        <p:spPr>
          <a:xfrm>
            <a:off x="3502152" y="1700784"/>
            <a:ext cx="182880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831336" y="1645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 #1</a:t>
            </a:r>
            <a:endParaRPr lang="ko-KR" sz="1100" dirty="0"/>
          </a:p>
        </p:txBody>
      </p:sp>
      <p:sp>
        <p:nvSpPr>
          <p:cNvPr id="7" name="Shape 5"/>
          <p:cNvSpPr/>
          <p:nvPr/>
        </p:nvSpPr>
        <p:spPr>
          <a:xfrm>
            <a:off x="4544568" y="1700784"/>
            <a:ext cx="182880" cy="146304"/>
          </a:xfrm>
          <a:prstGeom prst="rect">
            <a:avLst/>
          </a:prstGeom>
          <a:solidFill>
            <a:srgbClr val="9CC0EC"/>
          </a:solidFill>
          <a:ln w="6350">
            <a:solidFill>
              <a:srgbClr val="9CC0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73752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#2</a:t>
            </a:r>
            <a:endParaRPr lang="ko-KR" sz="1100" dirty="0"/>
          </a:p>
        </p:txBody>
      </p:sp>
      <p:sp>
        <p:nvSpPr>
          <p:cNvPr id="9" name="Shape 7"/>
          <p:cNvSpPr/>
          <p:nvPr/>
        </p:nvSpPr>
        <p:spPr>
          <a:xfrm>
            <a:off x="5385816" y="1700784"/>
            <a:ext cx="182880" cy="146304"/>
          </a:xfrm>
          <a:prstGeom prst="rect">
            <a:avLst/>
          </a:prstGeom>
          <a:solidFill>
            <a:srgbClr val="EB6834"/>
          </a:solidFill>
          <a:ln w="635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15000" y="1645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 #1</a:t>
            </a:r>
            <a:endParaRPr lang="ko-KR" sz="1100" dirty="0"/>
          </a:p>
        </p:txBody>
      </p:sp>
      <p:sp>
        <p:nvSpPr>
          <p:cNvPr id="11" name="Shape 9"/>
          <p:cNvSpPr/>
          <p:nvPr/>
        </p:nvSpPr>
        <p:spPr>
          <a:xfrm>
            <a:off x="6748272" y="1700784"/>
            <a:ext cx="182880" cy="146304"/>
          </a:xfrm>
          <a:prstGeom prst="rect">
            <a:avLst/>
          </a:prstGeom>
          <a:solidFill>
            <a:srgbClr val="F5B699"/>
          </a:solidFill>
          <a:ln w="6350">
            <a:solidFill>
              <a:srgbClr val="F5B6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77456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#2</a:t>
            </a:r>
            <a:endParaRPr lang="ko-KR" sz="1100" dirty="0"/>
          </a:p>
        </p:txBody>
      </p:sp>
      <p:graphicFrame>
        <p:nvGraphicFramePr>
          <p:cNvPr id="13" name="mass loss per run" descr=""/>
          <p:cNvGraphicFramePr/>
          <p:nvPr/>
        </p:nvGraphicFramePr>
        <p:xfrm>
          <a:off x="457200" y="1938528"/>
          <a:ext cx="72694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1002411" y="4443222"/>
            <a:ext cx="5888279" cy="0"/>
          </a:xfrm>
          <a:prstGeom prst="line">
            <a:avLst/>
          </a:prstGeom>
          <a:noFill/>
          <a:ln w="15875">
            <a:solidFill>
              <a:srgbClr val="0CA30C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945554" y="426034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양호</a:t>
            </a:r>
            <a:endParaRPr lang="ko-KR" sz="1000" dirty="0"/>
          </a:p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≥ 1.0 mg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1002411" y="5036820"/>
            <a:ext cx="5888279" cy="0"/>
          </a:xfrm>
          <a:prstGeom prst="line">
            <a:avLst/>
          </a:prstGeom>
          <a:noFill/>
          <a:ln w="15875">
            <a:solidFill>
              <a:srgbClr val="D03B3B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945554" y="48539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미흡</a:t>
            </a:r>
            <a:endParaRPr lang="ko-KR" sz="1000" dirty="0"/>
          </a:p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&lt; 0.5 mg</a:t>
            </a:r>
            <a:endParaRPr lang="ko-KR" sz="1000" dirty="0"/>
          </a:p>
        </p:txBody>
      </p:sp>
      <p:sp>
        <p:nvSpPr>
          <p:cNvPr id="18" name="Shape 15"/>
          <p:cNvSpPr/>
          <p:nvPr/>
        </p:nvSpPr>
        <p:spPr>
          <a:xfrm>
            <a:off x="8001000" y="1691640"/>
            <a:ext cx="373075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8388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100" b="1" dirty="0">
                <a:solidFill>
                  <a:schemeClr val="tx1"/>
                </a:solidFill>
              </a:rPr>
              <a:t>-1.22 ~ +2.70 mg</a:t>
            </a:r>
            <a:endParaRPr lang="ko-KR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2194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질량 열의 시작 읽음값</a:t>
            </a:r>
            <a:endParaRPr lang="ko-KR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183880" y="24597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절대 영점이 없음 — 24개 중 23개가 음수로 끝남 → 잔류율(%) · J/g 산정 불가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8001000" y="3154680"/>
            <a:ext cx="373075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83880" y="3246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100" b="1" dirty="0">
                <a:solidFill>
                  <a:schemeClr val="tx1"/>
                </a:solidFill>
              </a:rPr>
              <a:t>0.16 · 0.30 mg</a:t>
            </a:r>
            <a:endParaRPr lang="ko-KR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8183880" y="3657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EPS 가연성 공기의 총 질량감소</a:t>
            </a:r>
            <a:endParaRPr lang="ko-KR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183880" y="39227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200 °C 이전 겉보기 증가 17 · 10 % (부력, 블랭크 없음) · </a:t>
            </a:r>
            <a:r>
              <a:rPr lang="ko-KR" altLang="en-US" sz="1050" dirty="0">
                <a:solidFill>
                  <a:schemeClr val="tx2"/>
                </a:solidFill>
              </a:rPr>
              <a:t>r</a:t>
            </a:r>
            <a:r>
              <a:rPr lang="ko-KR" altLang="en-US" sz="1050" baseline="-40000" dirty="0">
                <a:solidFill>
                  <a:schemeClr val="tx2"/>
                </a:solidFill>
              </a:rPr>
              <a:t>max</a:t>
            </a:r>
            <a:r>
              <a:rPr lang="ko-KR" altLang="en-US" sz="1050" dirty="0">
                <a:solidFill>
                  <a:schemeClr val="tx2"/>
                </a:solidFill>
              </a:rPr>
              <a:t> 반복 차이 33 % → 재측정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8001000" y="4617720"/>
            <a:ext cx="373075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83880" y="4709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100" b="1" dirty="0">
                <a:solidFill>
                  <a:schemeClr val="tx1"/>
                </a:solidFill>
              </a:rPr>
              <a:t>2.0–5.1 %</a:t>
            </a:r>
            <a:endParaRPr lang="ko-KR" sz="2100" dirty="0"/>
          </a:p>
        </p:txBody>
      </p:sp>
      <p:sp>
        <p:nvSpPr>
          <p:cNvPr id="28" name="Text 25"/>
          <p:cNvSpPr txBox="1"/>
          <p:nvPr/>
        </p:nvSpPr>
        <p:spPr>
          <a:xfrm>
            <a:off x="8183880" y="5120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PF의 150 °C 이전 감소 (총 감소 대비)</a:t>
            </a:r>
            <a:endParaRPr lang="ko-KR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183880" y="53858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수분 · 휘발분 — PF의 </a:t>
            </a:r>
            <a:r>
              <a:rPr lang="ko-KR" altLang="en-US" sz="1050" dirty="0">
                <a:solidFill>
                  <a:schemeClr val="tx2"/>
                </a:solidFill>
              </a:rPr>
              <a:t>T</a:t>
            </a:r>
            <a:r>
              <a:rPr lang="ko-KR" altLang="en-US" sz="1050" baseline="-40000" dirty="0">
                <a:solidFill>
                  <a:schemeClr val="tx2"/>
                </a:solidFill>
              </a:rPr>
              <a:t>α5</a:t>
            </a:r>
            <a:r>
              <a:rPr lang="ko-KR" altLang="en-US" sz="1050" dirty="0">
                <a:solidFill>
                  <a:schemeClr val="tx2"/>
                </a:solidFill>
              </a:rPr>
              <a:t>(151–198 °C)는 분해 시작이 아님. 공기 시료는 승온 전 등온에서도 21–48 µg 감소</a:t>
            </a:r>
            <a:endParaRPr lang="ko-KR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610819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잡음 0.23–4.05 µg · 신호/잡음 ≥ 325 (잡음은 문제 아님)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신뢰성 ② 종점 완결성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N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의 PIR(PUR) · PF와 공기의 EPS 준불연은 790 °C에서도 분해 중이라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정규화 지표가 종점에 따라 바뀌고, 700 °C로 끊으면 중공층 순위상관이 1.0 → 0.8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790 °C의 남은 감소속도 (피크 대비 %, 두 반복 중 큰 값)</a:t>
            </a:r>
            <a:endParaRPr lang="ko-KR" sz="1100" dirty="0"/>
          </a:p>
        </p:txBody>
      </p:sp>
      <p:sp>
        <p:nvSpPr>
          <p:cNvPr id="5" name="Shape 3"/>
          <p:cNvSpPr/>
          <p:nvPr/>
        </p:nvSpPr>
        <p:spPr>
          <a:xfrm>
            <a:off x="4690872" y="1700784"/>
            <a:ext cx="182880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0056" y="16459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endParaRPr lang="ko-KR" sz="1100" dirty="0"/>
          </a:p>
        </p:txBody>
      </p:sp>
      <p:sp>
        <p:nvSpPr>
          <p:cNvPr id="7" name="Shape 5"/>
          <p:cNvSpPr/>
          <p:nvPr/>
        </p:nvSpPr>
        <p:spPr>
          <a:xfrm>
            <a:off x="5596128" y="1700784"/>
            <a:ext cx="182880" cy="146304"/>
          </a:xfrm>
          <a:prstGeom prst="rect">
            <a:avLst/>
          </a:prstGeom>
          <a:solidFill>
            <a:srgbClr val="EB6834"/>
          </a:solidFill>
          <a:ln w="635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25312" y="16459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</a:t>
            </a:r>
            <a:endParaRPr lang="ko-KR" sz="1100" dirty="0"/>
          </a:p>
        </p:txBody>
      </p:sp>
      <p:graphicFrame>
        <p:nvGraphicFramePr>
          <p:cNvPr id="9" name="end rate" descr=""/>
          <p:cNvGraphicFramePr/>
          <p:nvPr/>
        </p:nvGraphicFramePr>
        <p:xfrm>
          <a:off x="457200" y="1938528"/>
          <a:ext cx="62179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954634" y="5472476"/>
            <a:ext cx="4849978" cy="0"/>
          </a:xfrm>
          <a:prstGeom prst="line">
            <a:avLst/>
          </a:prstGeom>
          <a:noFill/>
          <a:ln w="15875">
            <a:solidFill>
              <a:srgbClr val="0CA30C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859475" y="52895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양호 ≤ 5 %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954634" y="4998651"/>
            <a:ext cx="4849978" cy="0"/>
          </a:xfrm>
          <a:prstGeom prst="line">
            <a:avLst/>
          </a:prstGeom>
          <a:noFill/>
          <a:ln w="15875">
            <a:solidFill>
              <a:srgbClr val="D03B3B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859475" y="4815771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미흡 &gt; 20 %</a:t>
            </a:r>
            <a:endParaRPr lang="ko-KR" sz="1000" dirty="0"/>
          </a:p>
        </p:txBody>
      </p:sp>
      <p:sp>
        <p:nvSpPr>
          <p:cNvPr id="14" name="panel 1"/>
          <p:cNvSpPr/>
          <p:nvPr/>
        </p:nvSpPr>
        <p:spPr>
          <a:xfrm>
            <a:off x="6949440" y="1691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333488" y="16733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공기 </a:t>
            </a:r>
            <a:r>
              <a:rPr lang="ko-KR" altLang="en-US" sz="1500" b="1" dirty="0">
                <a:solidFill>
                  <a:schemeClr val="tx1"/>
                </a:solidFill>
              </a:rPr>
              <a:t>r</a:t>
            </a:r>
            <a:r>
              <a:rPr lang="ko-KR" altLang="en-US" sz="1500" b="1" baseline="-40000" dirty="0">
                <a:solidFill>
                  <a:schemeClr val="tx1"/>
                </a:solidFill>
              </a:rPr>
              <a:t>max</a:t>
            </a:r>
            <a:r>
              <a:rPr lang="ko-KR" altLang="en-US" sz="1500" b="1" dirty="0">
                <a:solidFill>
                  <a:schemeClr val="tx1"/>
                </a:solidFill>
              </a:rPr>
              <a:t>의 종점 민감도 (%/°C)</a:t>
            </a:r>
            <a:endParaRPr lang="ko-KR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103120"/>
          <a:ext cx="47823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23544"/>
                <a:gridCol w="923544"/>
                <a:gridCol w="923544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재료 (공기)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700 °C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750 °C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790 °C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PF 준불연 내부용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1.177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1.174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1.174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EPS 준불연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1.237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1.155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1.014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PIR(PUR) 가연성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0.747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0.748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0.750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PIR(PUR) 준불연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0.601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0.588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0.575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PF 준불연 외부용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0.413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0.408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0.406</a:t>
                      </a:r>
                      <a:endParaRPr lang="ko-KR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949440" y="4114800"/>
            <a:ext cx="47823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50" dirty="0">
                <a:solidFill>
                  <a:schemeClr val="tx1"/>
                </a:solidFill>
              </a:rPr>
              <a:t>노란 칸: 700 °C로 끊으면 EPS 준불연이 PF 내부용을 앞질러 중공층 순위상관이 0.8로 떨어짐</a:t>
            </a:r>
            <a:endParaRPr lang="ko-KR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50" dirty="0">
                <a:solidFill>
                  <a:schemeClr val="tx1"/>
                </a:solidFill>
              </a:rPr>
              <a:t>EPS 준불연 공기 </a:t>
            </a:r>
            <a:r>
              <a:rPr lang="ko-KR" altLang="en-US" sz="1250" dirty="0">
                <a:solidFill>
                  <a:schemeClr val="tx1"/>
                </a:solidFill>
              </a:rPr>
              <a:t>T</a:t>
            </a:r>
            <a:r>
              <a:rPr lang="ko-KR" altLang="en-US" sz="1250" baseline="-40000" dirty="0">
                <a:solidFill>
                  <a:schemeClr val="tx1"/>
                </a:solidFill>
              </a:rPr>
              <a:t>α90</a:t>
            </a:r>
            <a:r>
              <a:rPr lang="ko-KR" altLang="en-US" sz="1250" dirty="0">
                <a:solidFill>
                  <a:schemeClr val="tx1"/>
                </a:solidFill>
              </a:rPr>
              <a:t>: 503 → 584 → 758 °C (종점 700 → 750 → 790 °C)</a:t>
            </a:r>
            <a:endParaRPr lang="ko-KR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50" dirty="0">
                <a:solidFill>
                  <a:schemeClr val="tx1"/>
                </a:solidFill>
              </a:rPr>
              <a:t>T</a:t>
            </a:r>
            <a:r>
              <a:rPr lang="ko-KR" altLang="en-US" sz="1250" baseline="-40000" dirty="0">
                <a:solidFill>
                  <a:schemeClr val="tx1"/>
                </a:solidFill>
              </a:rPr>
              <a:t>onset</a:t>
            </a:r>
            <a:r>
              <a:rPr lang="ko-KR" altLang="en-US" sz="1250" dirty="0">
                <a:solidFill>
                  <a:schemeClr val="tx1"/>
                </a:solidFill>
              </a:rPr>
              <a:t> · </a:t>
            </a:r>
            <a:r>
              <a:rPr lang="ko-KR" altLang="en-US" sz="1250" dirty="0">
                <a:solidFill>
                  <a:schemeClr val="tx1"/>
                </a:solidFill>
              </a:rPr>
              <a:t>T</a:t>
            </a:r>
            <a:r>
              <a:rPr lang="ko-KR" altLang="en-US" sz="1250" baseline="-40000" dirty="0">
                <a:solidFill>
                  <a:schemeClr val="tx1"/>
                </a:solidFill>
              </a:rPr>
              <a:t>peak</a:t>
            </a:r>
            <a:r>
              <a:rPr lang="ko-KR" altLang="en-US" sz="1250" dirty="0">
                <a:solidFill>
                  <a:schemeClr val="tx1"/>
                </a:solidFill>
              </a:rPr>
              <a:t>는 정규화 상수와 무관 → 종점 의존 조합은 온도 지표 위주로 사용</a:t>
            </a:r>
            <a:endParaRPr lang="ko-KR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50" dirty="0">
                <a:solidFill>
                  <a:schemeClr val="tx1"/>
                </a:solidFill>
              </a:rPr>
              <a:t>해결: 800 °C 등온 유지(또는 1000 °C까지)로 감소를 끝까지 담기</a:t>
            </a:r>
            <a:endParaRPr lang="ko-K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신뢰성 ③ 반복성 · 순위 분리도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공기 </a:t>
            </a:r>
            <a:r>
              <a:rPr lang="ko-KR" altLang="en-US" sz="2000" b="1" dirty="0">
                <a:solidFill>
                  <a:schemeClr val="tx1"/>
                </a:solidFill>
              </a:rPr>
              <a:t>r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max</a:t>
            </a:r>
            <a:r>
              <a:rPr lang="ko-KR" altLang="en-US" sz="2000" b="1" dirty="0">
                <a:solidFill>
                  <a:schemeClr val="tx1"/>
                </a:solidFill>
              </a:rPr>
              <a:t> 순위에서 PF 2종 · PIR(PUR) 가연성은 분리도 9.7–47로 확실하지만,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EPS 준불연(1.8) · PIR(PUR) 준불연(1.5)은 반복 차이와 비슷함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r</a:t>
            </a:r>
            <a:r>
              <a:rPr lang="ko-KR" altLang="en-US" sz="1100" b="1" baseline="-40000" dirty="0">
                <a:solidFill>
                  <a:schemeClr val="tx1"/>
                </a:solidFill>
              </a:rPr>
              <a:t>max</a:t>
            </a:r>
            <a:r>
              <a:rPr lang="ko-KR" altLang="en-US" sz="1100" b="1" dirty="0">
                <a:solidFill>
                  <a:schemeClr val="tx1"/>
                </a:solidFill>
              </a:rPr>
              <a:t> 순위 분리도 S (로그 축)</a:t>
            </a:r>
            <a:endParaRPr lang="ko-KR" sz="1100" dirty="0"/>
          </a:p>
        </p:txBody>
      </p:sp>
      <p:sp>
        <p:nvSpPr>
          <p:cNvPr id="5" name="Shape 3"/>
          <p:cNvSpPr/>
          <p:nvPr/>
        </p:nvSpPr>
        <p:spPr>
          <a:xfrm>
            <a:off x="3410712" y="1700784"/>
            <a:ext cx="182880" cy="146304"/>
          </a:xfrm>
          <a:prstGeom prst="rect">
            <a:avLst/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39896" y="16459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N</a:t>
            </a:r>
            <a:r>
              <a:rPr lang="ko-KR" altLang="en-US" sz="1100" baseline="-40000" dirty="0">
                <a:solidFill>
                  <a:schemeClr val="tx2"/>
                </a:solidFill>
              </a:rPr>
              <a:t>2</a:t>
            </a:r>
            <a:endParaRPr lang="ko-KR" sz="1100" dirty="0"/>
          </a:p>
        </p:txBody>
      </p:sp>
      <p:sp>
        <p:nvSpPr>
          <p:cNvPr id="7" name="Shape 5"/>
          <p:cNvSpPr/>
          <p:nvPr/>
        </p:nvSpPr>
        <p:spPr>
          <a:xfrm>
            <a:off x="4315968" y="1700784"/>
            <a:ext cx="182880" cy="146304"/>
          </a:xfrm>
          <a:prstGeom prst="rect">
            <a:avLst/>
          </a:prstGeom>
          <a:solidFill>
            <a:srgbClr val="EB6834"/>
          </a:solidFill>
          <a:ln w="635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16459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공기(O)</a:t>
            </a:r>
            <a:endParaRPr lang="ko-KR" sz="1100" dirty="0"/>
          </a:p>
        </p:txBody>
      </p:sp>
      <p:graphicFrame>
        <p:nvGraphicFramePr>
          <p:cNvPr id="9" name="separation" descr=""/>
          <p:cNvGraphicFramePr/>
          <p:nvPr/>
        </p:nvGraphicFramePr>
        <p:xfrm>
          <a:off x="457200" y="1938528"/>
          <a:ext cx="66294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954405" y="3919557"/>
            <a:ext cx="5237226" cy="0"/>
          </a:xfrm>
          <a:prstGeom prst="line">
            <a:avLst/>
          </a:prstGeom>
          <a:noFill/>
          <a:ln w="15875">
            <a:solidFill>
              <a:srgbClr val="0CA30C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246495" y="3736677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양호 ≥ 3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954405" y="4268222"/>
            <a:ext cx="5237226" cy="0"/>
          </a:xfrm>
          <a:prstGeom prst="line">
            <a:avLst/>
          </a:prstGeom>
          <a:noFill/>
          <a:ln w="15875">
            <a:solidFill>
              <a:srgbClr val="D03B3B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6246495" y="408534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미흡 &lt; 1.5</a:t>
            </a:r>
            <a:endParaRPr lang="ko-KR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1691640"/>
            <a:ext cx="432511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ko-KR" altLang="en-US" sz="1250" b="1" dirty="0">
                <a:solidFill>
                  <a:schemeClr val="tx1"/>
                </a:solidFill>
              </a:rPr>
              <a:t>공기 — 확실  </a:t>
            </a:r>
            <a:r>
              <a:rPr lang="ko-KR" altLang="en-US" sz="1250" dirty="0">
                <a:solidFill>
                  <a:schemeClr val="tx1"/>
                </a:solidFill>
              </a:rPr>
              <a:t>PIR(PUR) 가연성 47 · PF 외부용 32 · PF 내부용 9.7</a:t>
            </a:r>
            <a:endParaRPr lang="ko-KR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ko-KR" altLang="en-US" sz="1250" b="1" dirty="0">
                <a:solidFill>
                  <a:schemeClr val="tx1"/>
                </a:solidFill>
              </a:rPr>
              <a:t>공기 — 약함  </a:t>
            </a:r>
            <a:r>
              <a:rPr lang="ko-KR" altLang="en-US" sz="1250" dirty="0">
                <a:solidFill>
                  <a:schemeClr val="tx1"/>
                </a:solidFill>
              </a:rPr>
              <a:t>EPS 준불연 1.8 (PF 내부용과) · PIR(PUR) 준불연 1.5 (PF 외부용과) · EPS 가연성 1.6 → 3번째 반복 필요</a:t>
            </a:r>
            <a:endParaRPr lang="ko-KR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ko-KR" altLang="en-US" sz="1250" b="1" dirty="0">
                <a:solidFill>
                  <a:schemeClr val="tx1"/>
                </a:solidFill>
              </a:rPr>
              <a:t>N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b="1" dirty="0">
                <a:solidFill>
                  <a:schemeClr val="tx1"/>
                </a:solidFill>
              </a:rPr>
              <a:t> — 확실  </a:t>
            </a:r>
            <a:r>
              <a:rPr lang="ko-KR" altLang="en-US" sz="1250" dirty="0">
                <a:solidFill>
                  <a:schemeClr val="tx1"/>
                </a:solidFill>
              </a:rPr>
              <a:t>PIR(PUR) 가연성 24 · EPS 준불연 16 · EPS 가연성 4.1 · PIR(PUR) 준불연 3.1</a:t>
            </a:r>
            <a:endParaRPr lang="ko-KR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ko-KR" altLang="en-US" sz="1250" b="1" dirty="0">
                <a:solidFill>
                  <a:schemeClr val="tx1"/>
                </a:solidFill>
              </a:rPr>
              <a:t>N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b="1" dirty="0">
                <a:solidFill>
                  <a:schemeClr val="tx1"/>
                </a:solidFill>
              </a:rPr>
              <a:t> — PF 2종  </a:t>
            </a:r>
            <a:r>
              <a:rPr lang="ko-KR" altLang="en-US" sz="1250" dirty="0">
                <a:solidFill>
                  <a:schemeClr val="tx1"/>
                </a:solidFill>
              </a:rPr>
              <a:t>0.9 · 0.9: </a:t>
            </a:r>
            <a:r>
              <a:rPr lang="ko-KR" altLang="en-US" sz="1250" dirty="0">
                <a:solidFill>
                  <a:schemeClr val="tx1"/>
                </a:solidFill>
              </a:rPr>
              <a:t>N</a:t>
            </a:r>
            <a:r>
              <a:rPr lang="ko-KR" altLang="en-US" sz="1250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dirty="0">
                <a:solidFill>
                  <a:schemeClr val="tx1"/>
                </a:solidFill>
              </a:rPr>
              <a:t>에서는 두 PF를 구분할 수 없음 (같은 열분해와 일치)</a:t>
            </a:r>
            <a:endParaRPr lang="ko-KR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ko-KR" altLang="en-US" sz="1250" b="1" dirty="0">
                <a:solidFill>
                  <a:schemeClr val="tx1"/>
                </a:solidFill>
              </a:rPr>
              <a:t>온도 반복 차이  </a:t>
            </a:r>
            <a:r>
              <a:rPr lang="ko-KR" altLang="en-US" sz="1250" dirty="0">
                <a:solidFill>
                  <a:schemeClr val="tx1"/>
                </a:solidFill>
              </a:rPr>
              <a:t>대부분 ≤ 10 °C. 큰 값은 모두 </a:t>
            </a:r>
            <a:r>
              <a:rPr lang="ko-KR" altLang="en-US" sz="1250" dirty="0">
                <a:solidFill>
                  <a:schemeClr val="tx1"/>
                </a:solidFill>
              </a:rPr>
              <a:t>T</a:t>
            </a:r>
            <a:r>
              <a:rPr lang="ko-KR" altLang="en-US" sz="1250" baseline="-40000" dirty="0">
                <a:solidFill>
                  <a:schemeClr val="tx1"/>
                </a:solidFill>
              </a:rPr>
              <a:t>onset</a:t>
            </a:r>
            <a:r>
              <a:rPr lang="ko-KR" altLang="en-US" sz="1250" dirty="0">
                <a:solidFill>
                  <a:schemeClr val="tx1"/>
                </a:solidFill>
              </a:rPr>
              <a:t>: PF 외부용 </a:t>
            </a:r>
            <a:r>
              <a:rPr lang="ko-KR" altLang="en-US" sz="1250" dirty="0">
                <a:solidFill>
                  <a:schemeClr val="tx1"/>
                </a:solidFill>
              </a:rPr>
              <a:t>N</a:t>
            </a:r>
            <a:r>
              <a:rPr lang="ko-KR" altLang="en-US" sz="1250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dirty="0">
                <a:solidFill>
                  <a:schemeClr val="tx1"/>
                </a:solidFill>
              </a:rPr>
              <a:t> 42 °C · PIR(PUR) 준불연 공기 23 °C · PF 내부용 </a:t>
            </a:r>
            <a:r>
              <a:rPr lang="ko-KR" altLang="en-US" sz="1250" dirty="0">
                <a:solidFill>
                  <a:schemeClr val="tx1"/>
                </a:solidFill>
              </a:rPr>
              <a:t>N</a:t>
            </a:r>
            <a:r>
              <a:rPr lang="ko-KR" altLang="en-US" sz="1250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dirty="0">
                <a:solidFill>
                  <a:schemeClr val="tx1"/>
                </a:solidFill>
              </a:rPr>
              <a:t> 23 °C</a:t>
            </a:r>
            <a:endParaRPr lang="ko-K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신뢰성 ④ 온도 · 가스 · 열류 기록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온도 · 승온 · 가스 기록은 정상이지만, DSC는 교정 · 기준선 보정 없이 기록돼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기준선 이동(111–180 mW)이 가장 큰 사건보다 6배 이상 큼</a:t>
            </a:r>
            <a:endParaRPr lang="ko-KR" sz="2000" dirty="0"/>
          </a:p>
        </p:txBody>
      </p:sp>
      <p:sp>
        <p:nvSpPr>
          <p:cNvPr id="4" name="tile 실제 승온속도 (설정 5)"/>
          <p:cNvSpPr/>
          <p:nvPr/>
        </p:nvSpPr>
        <p:spPr>
          <a:xfrm>
            <a:off x="457200" y="1737360"/>
            <a:ext cx="360669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38528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16252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38528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양호</a:t>
            </a:r>
            <a:endParaRPr lang="ko-KR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40864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b="1" dirty="0">
                <a:solidFill>
                  <a:schemeClr val="tx1"/>
                </a:solidFill>
              </a:rPr>
              <a:t>4.94–4.98 °C/min</a:t>
            </a:r>
            <a:endParaRPr lang="ko-KR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5292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2"/>
                </a:solidFill>
              </a:rPr>
              <a:t>실제 승온속도 (설정 5)</a:t>
            </a:r>
            <a:endParaRPr lang="ko-KR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54680"/>
            <a:ext cx="31952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24개 모두 설정의 98.9 % 이상, 시험 간 차이 0.03 °C/min</a:t>
            </a:r>
            <a:endParaRPr lang="ko-KR" sz="1150" dirty="0"/>
          </a:p>
        </p:txBody>
      </p:sp>
      <p:sp>
        <p:nvSpPr>
          <p:cNvPr id="11" name="tile 시료 − 프로그램 온도차 (중앙값)"/>
          <p:cNvSpPr/>
          <p:nvPr/>
        </p:nvSpPr>
        <p:spPr>
          <a:xfrm>
            <a:off x="4292498" y="1737360"/>
            <a:ext cx="360669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1098" y="1938528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2538" y="2016252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5418" y="1938528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양호</a:t>
            </a:r>
            <a:endParaRPr lang="ko-K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21098" y="2340864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b="1" dirty="0">
                <a:solidFill>
                  <a:schemeClr val="tx1"/>
                </a:solidFill>
              </a:rPr>
              <a:t>-5.9 ~ -7.8 °C</a:t>
            </a:r>
            <a:endParaRPr lang="ko-KR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521098" y="285292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2"/>
                </a:solidFill>
              </a:rPr>
              <a:t>시료 − 프로그램 온도차 (중앙값)</a:t>
            </a:r>
            <a:endParaRPr lang="ko-KR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21098" y="3154680"/>
            <a:ext cx="31952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시료가 프로그램보다 늦음 — 모든 온도 지표는 시료 온도 기준</a:t>
            </a:r>
            <a:endParaRPr lang="ko-KR" sz="1150" dirty="0"/>
          </a:p>
        </p:txBody>
      </p:sp>
      <p:sp>
        <p:nvSpPr>
          <p:cNvPr id="18" name="tile 자기발열 (150 °C 이상)"/>
          <p:cNvSpPr/>
          <p:nvPr/>
        </p:nvSpPr>
        <p:spPr>
          <a:xfrm>
            <a:off x="8127797" y="1737360"/>
            <a:ext cx="360669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6397" y="1938528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47837" y="2016252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30717" y="1938528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양호</a:t>
            </a:r>
            <a:endParaRPr lang="ko-KR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56397" y="2340864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b="1" dirty="0">
                <a:solidFill>
                  <a:schemeClr val="tx1"/>
                </a:solidFill>
              </a:rPr>
              <a:t>≤ 0.2 °C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356397" y="285292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2"/>
                </a:solidFill>
              </a:rPr>
              <a:t>자기발열 (150 °C 이상)</a:t>
            </a:r>
            <a:endParaRPr lang="ko-KR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56397" y="3154680"/>
            <a:ext cx="31952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PF 내부용 공기만 0.4 · 1.0 °C (474 °C, 발열 사건과 같은 온도)</a:t>
            </a:r>
            <a:endParaRPr lang="ko-KR" sz="1150" dirty="0"/>
          </a:p>
        </p:txBody>
      </p:sp>
      <p:sp>
        <p:nvSpPr>
          <p:cNvPr id="25" name="tile 가스 유량 평균"/>
          <p:cNvSpPr/>
          <p:nvPr/>
        </p:nvSpPr>
        <p:spPr>
          <a:xfrm>
            <a:off x="457200" y="4069080"/>
            <a:ext cx="360669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270248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347972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270248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양호</a:t>
            </a:r>
            <a:endParaRPr lang="ko-KR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672584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b="1" dirty="0">
                <a:solidFill>
                  <a:schemeClr val="tx1"/>
                </a:solidFill>
              </a:rPr>
              <a:t>19.8 mL/min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18464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2"/>
                </a:solidFill>
              </a:rPr>
              <a:t>가스 유량 평균</a:t>
            </a:r>
            <a:endParaRPr lang="ko-KR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486400"/>
            <a:ext cx="31952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단발 이탈 3회(26.1 · 10.9 · 24.0) 외 19.7–19.9. O 가스 종류(공기/산소)는 기록 없음</a:t>
            </a:r>
            <a:endParaRPr lang="ko-KR" sz="1150" dirty="0"/>
          </a:p>
        </p:txBody>
      </p:sp>
      <p:sp>
        <p:nvSpPr>
          <p:cNvPr id="32" name="tile 열류 교정 · 기준선 열"/>
          <p:cNvSpPr/>
          <p:nvPr/>
        </p:nvSpPr>
        <p:spPr>
          <a:xfrm>
            <a:off x="4292498" y="4069080"/>
            <a:ext cx="360669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1098" y="4270248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2538" y="4347972"/>
            <a:ext cx="118872" cy="118872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95418" y="4270248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미흡</a:t>
            </a:r>
            <a:endParaRPr lang="ko-KR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21098" y="4672584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b="1" dirty="0">
                <a:solidFill>
                  <a:schemeClr val="tx1"/>
                </a:solidFill>
              </a:rPr>
              <a:t>계수 1 · 기준선 0</a:t>
            </a:r>
            <a:endParaRPr lang="ko-KR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4521098" y="518464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2"/>
                </a:solidFill>
              </a:rPr>
              <a:t>열류 교정 · 기준선 열</a:t>
            </a:r>
            <a:endParaRPr lang="ko-KR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521098" y="5486400"/>
            <a:ext cx="31952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교정 · 블랭크 보정 없이 내보낸 값 → DSC는 사건의 온도 · 부호만</a:t>
            </a:r>
            <a:endParaRPr lang="ko-KR" sz="1150" dirty="0"/>
          </a:p>
        </p:txBody>
      </p:sp>
      <p:sp>
        <p:nvSpPr>
          <p:cNvPr id="39" name="tile 열류 기준선 이동 (100 → 700 °C)"/>
          <p:cNvSpPr/>
          <p:nvPr/>
        </p:nvSpPr>
        <p:spPr>
          <a:xfrm>
            <a:off x="8127797" y="4069080"/>
            <a:ext cx="360669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56397" y="4270248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47837" y="4347972"/>
            <a:ext cx="118872" cy="118872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630717" y="4270248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미흡</a:t>
            </a:r>
            <a:endParaRPr lang="ko-KR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356397" y="4672584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b="1" dirty="0">
                <a:solidFill>
                  <a:schemeClr val="tx1"/>
                </a:solidFill>
              </a:rPr>
              <a:t>111–180 mW</a:t>
            </a:r>
            <a:endParaRPr lang="ko-KR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8356397" y="518464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2"/>
                </a:solidFill>
              </a:rPr>
              <a:t>열류 기준선 이동 (100 → 700 °C)</a:t>
            </a:r>
            <a:endParaRPr lang="ko-KR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356397" y="5486400"/>
            <a:ext cx="31952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가장 큰 사건(17.9 mW)의 6배 이상 → 엔탈피(J/g) 산정 불가</a:t>
            </a:r>
            <a:endParaRPr lang="ko-K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판정 매트릭스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12개 조합 판정 — 신뢰 3 · 조건부 3 · 종점 의존 5 · 재측정 1,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DSC는 재현 2건 외에는 정성 참고</a:t>
            </a:r>
            <a:endParaRPr lang="ko-KR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1127729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40080"/>
                <a:gridCol w="1115568"/>
                <a:gridCol w="1115568"/>
                <a:gridCol w="1115568"/>
                <a:gridCol w="1115568"/>
                <a:gridCol w="1115568"/>
                <a:gridCol w="1115568"/>
                <a:gridCol w="987552"/>
                <a:gridCol w="13533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재료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분위기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신호량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(mg)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겉보기 증가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(%)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종점 잔여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(% 피크)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온도 반복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(°C)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속도 반복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(%)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순위 분리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(S)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DSC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재현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종합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9260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EPS 가연성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0.87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1.6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&lt;1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14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4.1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재현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chemeClr val="tx1"/>
                          </a:solidFill>
                        </a:rPr>
                        <a:t>398 °C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조건부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0.16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미흡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17.2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미흡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&lt;1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33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미흡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1.6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비재현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재측정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</a:tr>
              <a:tr h="29260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EPS 준불연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0.66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3.2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16.3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비재현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조건부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1.12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2.5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40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미흡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1.8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비재현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종점 의존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29260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PIR(PUR) 가연성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2.00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0.4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25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미흡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23.8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비재현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종점 의존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1.26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1.4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&lt;1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46.9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비재현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신뢰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29260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PIR(PUR) 준불연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1.15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1.0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41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미흡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3.1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비재현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종점 의존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1.59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0.9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23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19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1.5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비재현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조건부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</a:tr>
              <a:tr h="29260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PF 준불연 외부용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1.58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0.3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102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미흡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42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미흡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0.9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미흡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비재현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종점 의존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1.64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0.2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31.9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비재현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신뢰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29260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PF 준불연 내부용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2.07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0.2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65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미흡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23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보통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0.9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미흡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비재현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종점 의존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1.27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0.1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&lt;1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9.7</a:t>
                      </a:r>
                      <a:r>
                        <a:rPr lang="ko-KR" altLang="en-US" sz="950" dirty="0">
                          <a:solidFill>
                            <a:schemeClr val="tx2"/>
                          </a:solidFill>
                        </a:rPr>
                        <a:t>  양호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재현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chemeClr val="tx1"/>
                          </a:solidFill>
                        </a:rPr>
                        <a:t>474 °C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신뢰</a:t>
                      </a:r>
                      <a:endParaRPr lang="ko-KR" sz="11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70448"/>
            <a:ext cx="11277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ko-KR" altLang="en-US" sz="1050" b="1" dirty="0">
                <a:solidFill>
                  <a:schemeClr val="tx2"/>
                </a:solidFill>
              </a:rPr>
              <a:t>칸 판정  </a:t>
            </a:r>
            <a:r>
              <a:rPr lang="ko-KR" altLang="en-US" sz="1050" dirty="0">
                <a:solidFill>
                  <a:schemeClr val="tx2"/>
                </a:solidFill>
              </a:rPr>
              <a:t>양호 · 보통 · 미흡 (기준: 16쪽, 이 분석의 자체 기준). DSC 재현 = 두 반복 최대 사건 온도 차 ≤ 10 °C · 같은 부호 · ≥ 0.5 mW</a:t>
            </a:r>
            <a:endParaRPr lang="ko-KR" sz="105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050" b="1" dirty="0">
                <a:solidFill>
                  <a:schemeClr val="tx2"/>
                </a:solidFill>
              </a:rPr>
              <a:t>종합 (TGA)  </a:t>
            </a:r>
            <a:r>
              <a:rPr lang="ko-KR" altLang="en-US" sz="1050" dirty="0">
                <a:solidFill>
                  <a:schemeClr val="tx2"/>
                </a:solidFill>
              </a:rPr>
              <a:t>재측정 = 신호량 · 겉보기 증가 · 속도 반복 중 미흡 / 종점 의존 = 종점 잔여 미흡 / 조건부 = 보통 포함 / 신뢰 = 6개 모두 양호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추가 실험 판단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추가 실험은 필요하나 전면 재시험은 아님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필수 10회(블랭크 2 · EPS 가연성 공기 3 · 공기 3번째 반복 5)와 기록 확인 4건</a:t>
            </a:r>
            <a:endParaRPr lang="ko-KR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7295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057400"/>
                <a:gridCol w="3794760"/>
                <a:gridCol w="685800"/>
                <a:gridCol w="3776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조건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횟수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해결되는 문제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ko-KR" sz="1100" dirty="0"/>
                    </a:p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chemeClr val="tx2"/>
                          </a:solidFill>
                        </a:rPr>
                        <a:t>10회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블랭크(빈 도가니)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· 공기 각 1회, 본 시험과 같은 프로그램 · 도가니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부력 · 열류 기준선 보정 → 겉보기 증가 제거, DSC 기준선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EPS 가연성 공기 재측정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시료량을 늘려 총 질량감소 ≥ 1 mg (현재 0.16 · 0.30), 초기 질량 기록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재측정 판정 해소 (신호 부족, 겉보기 증가 17 %, </a:t>
                      </a: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r</a:t>
                      </a:r>
                      <a:r>
                        <a:rPr lang="ko-KR" altLang="en-US" sz="1100" baseline="-40000" dirty="0">
                          <a:solidFill>
                            <a:schemeClr val="tx2"/>
                          </a:solidFill>
                        </a:rPr>
                        <a:t>max</a:t>
                      </a: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 반복 차이 33 %)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공기 3번째 반복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나머지 5종, 같은 5 °C/min + 800 °C 등온 30분, 초기 질량 기록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순위 분리도 확인 (EPS 준불연 1.8 · PIR(PUR) 준불연 1.5) → 중공층 순위상관 확정, 종점 완결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기록 확인</a:t>
                      </a:r>
                      <a:endParaRPr lang="ko-KR" sz="1100" dirty="0"/>
                    </a:p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chemeClr val="tx2"/>
                          </a:solidFill>
                        </a:rPr>
                        <a:t>시험 없음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시료 초기 질량 24개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측정 기록지 · 장비 로그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잔류율(%) · 초기 질량 기준 T5% · J/g 계산 가능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O 가스 종류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21 %)인지 순수 산소인지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산화 조건 해석, 화재 조건과의 대응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교정 기록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온도 · 질량 · 열류 교정일과 표준물질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온도 지표의 절대 정확도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시료 채취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심재 / 면재 포함 여부, 시료 형태 · 도가니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재료 대표성, 반복 간 차이의 원인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권장</a:t>
                      </a:r>
                      <a:endParaRPr lang="ko-KR" sz="1100" dirty="0"/>
                    </a:p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chemeClr val="tx2"/>
                          </a:solidFill>
                        </a:rPr>
                        <a:t>목적별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="1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완결 측정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PIR(PUR) 2종 · PF 2종, 800 °C 등온 30분 또는 1000 °C까지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4–8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2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 종점 의존 해소 (현재 790 °C에서 피크의 23–102 %)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승온속도 변화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공기, 10 · 20 °C/min (기존 5 °C/min 포함 3속도), 6종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12–24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활성화에너지(등전환율법) → 화재 가열속도로 외삽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비열 측정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사파이어법 DSC (ASTM E1269), 6종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6–12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c</a:t>
                      </a:r>
                      <a:r>
                        <a:rPr lang="ko-KR" altLang="en-US" sz="1100" baseline="-40000" dirty="0">
                          <a:solidFill>
                            <a:schemeClr val="tx2"/>
                          </a:solidFill>
                        </a:rPr>
                        <a:t>p</a:t>
                      </a: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 → 열관성(kρc) 역산 결과 검증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발열량 측정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MCC (ASTM D7309) 또는 콘칼로리미터 (ISO 5660-1)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2"/>
                          </a:solidFill>
                        </a:rPr>
                        <a:t>J/g · 열방출률 — DSC로는 불가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부록 — 검산 · 판정 기준 · 재현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모든 수치는 원자료 24개에서 스크립트 3개로 다시 만들어지며,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요약표 · 미분 방법 · 자기발열 · 순위상관을 독립 계산으로 확인함</a:t>
            </a:r>
            <a:endParaRPr lang="ko-KR" sz="2000" dirty="0"/>
          </a:p>
        </p:txBody>
      </p:sp>
      <p:sp>
        <p:nvSpPr>
          <p:cNvPr id="4" name="panel 1"/>
          <p:cNvSpPr/>
          <p:nvPr/>
        </p:nvSpPr>
        <p:spPr>
          <a:xfrm>
            <a:off x="457200" y="1691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6733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판정 기준 (이 분석의 자체 기준, 표준 아님)</a:t>
            </a:r>
            <a:endParaRPr lang="ko-KR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75688"/>
          <a:ext cx="5760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점검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양호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보통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미흡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신호량 (작은 반복의 총 감소)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≥ 1.0 mg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0.5–1.0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&lt; 0.5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겉보기 증가 (200 °C 이전, 총 감소 대비)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≤ 2 %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2–5 %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&gt; 5 %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종점 잔여 (790 °C 감소속도 ÷ 피크)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≤ 5 %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5–20 %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&gt; 20 %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온도 반복 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onset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·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peak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·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α50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중 최대)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≤ 10 °C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10–25 °C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&gt; 25 °C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속도 반복 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max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반복 차이 ÷ 평균)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≤ 10 %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10–20 %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&gt; 20 %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순위 분리도 S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≥ 3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1.5–3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&lt; 1.5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</a:tr>
            </a:tbl>
          </a:graphicData>
        </a:graphic>
      </p:graphicFrame>
      <p:sp>
        <p:nvSpPr>
          <p:cNvPr id="8" name="panel 2"/>
          <p:cNvSpPr/>
          <p:nvPr/>
        </p:nvSpPr>
        <p:spPr>
          <a:xfrm>
            <a:off x="457200" y="452628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45079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재현 (tga_dsc 폴더에서)</a:t>
            </a:r>
            <a:endParaRPr lang="ko-KR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919472"/>
            <a:ext cx="5760720" cy="11887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" tIns="1524" rIns="1524" bIns="1016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analysis.py          # 요약표 · 중공층 연계</a:t>
            </a:r>
            <a:endParaRPr lang="ko-KR" sz="1050" dirty="0"/>
          </a:p>
          <a:p>
            <a:pPr indent="0" marL="0"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qa_reliability.py    # 신뢰성 점검 results/qa_*.csv</a:t>
            </a:r>
            <a:endParaRPr lang="ko-KR" sz="1050" dirty="0"/>
          </a:p>
          <a:p>
            <a:pPr indent="0" marL="0"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report/deck_data.py  # deck_data.json</a:t>
            </a:r>
            <a:endParaRPr lang="ko-KR" sz="1050" dirty="0"/>
          </a:p>
          <a:p>
            <a:pPr indent="0" marL="0"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report/build_deck.js   # 이 PPT (pptxgenjs)</a:t>
            </a:r>
            <a:endParaRPr lang="ko-KR" sz="1050" dirty="0"/>
          </a:p>
        </p:txBody>
      </p:sp>
      <p:sp>
        <p:nvSpPr>
          <p:cNvPr id="12" name="panel 3"/>
          <p:cNvSpPr/>
          <p:nvPr/>
        </p:nvSpPr>
        <p:spPr>
          <a:xfrm>
            <a:off x="6537960" y="1691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922008" y="1673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검산</a:t>
            </a:r>
            <a:endParaRPr lang="ko-KR" sz="15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075688"/>
          <a:ext cx="519379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8620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결과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요약표 평균 = 개별 시험 평균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차이 -0.02 ~ +0.01 % (반올림)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ko-KR" altLang="en-US" sz="1100" b="1" baseline="-40000" dirty="0">
                          <a:solidFill>
                            <a:schemeClr val="tx1"/>
                          </a:solidFill>
                        </a:rPr>
                        <a:t>max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: 평활 미분 vs 10 °C 중앙차분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-3.8 ~ -0.7 % — 순서 동일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ko-KR" altLang="en-US" sz="1100" b="1" baseline="-40000" dirty="0">
                          <a:solidFill>
                            <a:schemeClr val="tx1"/>
                          </a:solidFill>
                        </a:rPr>
                        <a:t>peak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: 두 방법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≤ 2.3 °C (PF 내부용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만 12 °C, 넓고 평탄한 피크)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자기발열 (150 °C 이상)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≤ 0.2 °C, PF 내부용 공기 0.4 · 1.0 °C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종점별 순위상관 (준불연 4종)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700 · 750 · 790 °C → 0.8 · 1.0 · 1.0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DSC 부호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EPS 해중합(흡열)이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에서 + → 흡열 = +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6537960" y="544068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결과 파일: tga_dsc/results/qa_*.csv · 원자료(data/N, data/O)는 저장소에 포함하지 않음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CT TGA-DSC">
  <a:themeElements>
    <a:clrScheme name="KICT TGA-DSC">
      <a:dk1>
        <a:srgbClr val="23303D"/>
      </a:dk1>
      <a:lt1>
        <a:srgbClr val="FFFFFF"/>
      </a:lt1>
      <a:dk2>
        <a:srgbClr val="4B5563"/>
      </a:dk2>
      <a:lt2>
        <a:srgbClr val="F3F4F6"/>
      </a:lt2>
      <a:accent1>
        <a:srgbClr val="EB6834"/>
      </a:accent1>
      <a:accent2>
        <a:srgbClr val="2A78D6"/>
      </a:accent2>
      <a:accent3>
        <a:srgbClr val="0CA30C"/>
      </a:accent3>
      <a:accent4>
        <a:srgbClr val="FAB219"/>
      </a:accent4>
      <a:accent5>
        <a:srgbClr val="EC835A"/>
      </a:accent5>
      <a:accent6>
        <a:srgbClr val="D03B3B"/>
      </a:accent6>
      <a:hlink>
        <a:srgbClr val="2A78D6"/>
      </a:hlink>
      <a:folHlink>
        <a:srgbClr val="4B5563"/>
      </a:folHlink>
    </a:clrScheme>
    <a:fontScheme name="KICT TGA-DSC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TGA–DSC 종합분석과 데이터 신뢰성 평가</dc:title>
  <dc:subject>단열재 6종 TGA–DSC 원자료 24개 — 분석 결과, 신뢰성 점검, 추가 실험 판단</dc:subject>
  <dc:creator>KICT 중공층 외단열 화재 분석</dc:creator>
  <cp:lastModifiedBy>KICT 중공층 외단열 화재 분석</cp:lastModifiedBy>
  <cp:revision>1</cp:revision>
  <dcterms:created xsi:type="dcterms:W3CDTF">2026-10-19T07:06:00Z</dcterms:created>
  <dcterms:modified xsi:type="dcterms:W3CDTF">2026-10-19T07:06:00Z</dcterms:modified>
</cp:coreProperties>
</file>