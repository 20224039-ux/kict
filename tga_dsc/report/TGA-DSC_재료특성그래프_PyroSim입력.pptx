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결론" id="{73766e0a-375e-c72b-a55d-aeca8927aa48}">
          <p14:sldIdLst>
            <p14:sldId id="256"/>
            <p14:sldId id="257"/>
            <p14:sldId id="258"/>
          </p14:sldIdLst>
        </p14:section>
        <p14:section name="재료 특성 그래프" id="{01174733-4e38-fb0f-4877-0a72cbdb24d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yroSim 입력" id="{66cb24ec-404a-b590-616b-1b369d2323f4}">
          <p14:sldIdLst>
            <p14:sldId id="268"/>
            <p14:sldId id="269"/>
            <p14:sldId id="270"/>
            <p14:sldId id="271"/>
          </p14:sldIdLst>
        </p14:section>
        <p14:section name="부록" id="{7dd55488-fea2-8869-cccf-72a4d20c7f1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6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가연성 N₂</c:v>
                </c:pt>
              </c:strCache>
            </c:strRef>
          </c:tx>
          <c:spPr>
            <a:solidFill>
              <a:srgbClr val="EDA100"/>
            </a:solidFill>
            <a:ln w="2222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100.45</c:v>
                </c:pt>
                <c:pt idx="1">
                  <c:v>100.555</c:v>
                </c:pt>
                <c:pt idx="2">
                  <c:v>100.61</c:v>
                </c:pt>
                <c:pt idx="3">
                  <c:v>100.69</c:v>
                </c:pt>
                <c:pt idx="4">
                  <c:v>100.6</c:v>
                </c:pt>
                <c:pt idx="5">
                  <c:v>100.625</c:v>
                </c:pt>
                <c:pt idx="6">
                  <c:v>100.575</c:v>
                </c:pt>
                <c:pt idx="7">
                  <c:v>100.47999999999999</c:v>
                </c:pt>
                <c:pt idx="8">
                  <c:v>100.43</c:v>
                </c:pt>
                <c:pt idx="9">
                  <c:v>100.28999999999999</c:v>
                </c:pt>
                <c:pt idx="10">
                  <c:v>100.155</c:v>
                </c:pt>
                <c:pt idx="11">
                  <c:v>100.075</c:v>
                </c:pt>
                <c:pt idx="12">
                  <c:v>99.905</c:v>
                </c:pt>
                <c:pt idx="13">
                  <c:v>99.69</c:v>
                </c:pt>
                <c:pt idx="14">
                  <c:v>99.45</c:v>
                </c:pt>
                <c:pt idx="15">
                  <c:v>99.305</c:v>
                </c:pt>
                <c:pt idx="16">
                  <c:v>99.075</c:v>
                </c:pt>
                <c:pt idx="17">
                  <c:v>98.845</c:v>
                </c:pt>
                <c:pt idx="18">
                  <c:v>98.645</c:v>
                </c:pt>
                <c:pt idx="19">
                  <c:v>98.39</c:v>
                </c:pt>
                <c:pt idx="20">
                  <c:v>98.225</c:v>
                </c:pt>
                <c:pt idx="21">
                  <c:v>97.975</c:v>
                </c:pt>
                <c:pt idx="22">
                  <c:v>97.775</c:v>
                </c:pt>
                <c:pt idx="23">
                  <c:v>97.615</c:v>
                </c:pt>
                <c:pt idx="24">
                  <c:v>97.42</c:v>
                </c:pt>
                <c:pt idx="25">
                  <c:v>97.195</c:v>
                </c:pt>
                <c:pt idx="26">
                  <c:v>96.97</c:v>
                </c:pt>
                <c:pt idx="27">
                  <c:v>96.76</c:v>
                </c:pt>
                <c:pt idx="28">
                  <c:v>96.64</c:v>
                </c:pt>
                <c:pt idx="29">
                  <c:v>96.465</c:v>
                </c:pt>
                <c:pt idx="30">
                  <c:v>96.235</c:v>
                </c:pt>
                <c:pt idx="31">
                  <c:v>96.13499999999999</c:v>
                </c:pt>
                <c:pt idx="32">
                  <c:v>95.92500000000001</c:v>
                </c:pt>
                <c:pt idx="33">
                  <c:v>95.815</c:v>
                </c:pt>
                <c:pt idx="34">
                  <c:v>95.535</c:v>
                </c:pt>
                <c:pt idx="35">
                  <c:v>95.45500000000001</c:v>
                </c:pt>
                <c:pt idx="36">
                  <c:v>95.25999999999999</c:v>
                </c:pt>
                <c:pt idx="37">
                  <c:v>95.08500000000001</c:v>
                </c:pt>
                <c:pt idx="38">
                  <c:v>94.94</c:v>
                </c:pt>
                <c:pt idx="39">
                  <c:v>94.765</c:v>
                </c:pt>
                <c:pt idx="40">
                  <c:v>94.545</c:v>
                </c:pt>
                <c:pt idx="41">
                  <c:v>94.44</c:v>
                </c:pt>
                <c:pt idx="42">
                  <c:v>95.37</c:v>
                </c:pt>
                <c:pt idx="43">
                  <c:v>95.22999999999999</c:v>
                </c:pt>
                <c:pt idx="44">
                  <c:v>95.07</c:v>
                </c:pt>
                <c:pt idx="45">
                  <c:v>94.94</c:v>
                </c:pt>
                <c:pt idx="46">
                  <c:v>94.75999999999999</c:v>
                </c:pt>
                <c:pt idx="47">
                  <c:v>94.5</c:v>
                </c:pt>
                <c:pt idx="48">
                  <c:v>94.33500000000001</c:v>
                </c:pt>
                <c:pt idx="49">
                  <c:v>94.12</c:v>
                </c:pt>
                <c:pt idx="50">
                  <c:v>93.85499999999999</c:v>
                </c:pt>
                <c:pt idx="51">
                  <c:v>93.6</c:v>
                </c:pt>
                <c:pt idx="52">
                  <c:v>93.33</c:v>
                </c:pt>
                <c:pt idx="53">
                  <c:v>93.035</c:v>
                </c:pt>
                <c:pt idx="54">
                  <c:v>92.78</c:v>
                </c:pt>
                <c:pt idx="55">
                  <c:v>92.33</c:v>
                </c:pt>
                <c:pt idx="56">
                  <c:v>91.89500000000001</c:v>
                </c:pt>
                <c:pt idx="57">
                  <c:v>91.44999999999999</c:v>
                </c:pt>
                <c:pt idx="58">
                  <c:v>90.89</c:v>
                </c:pt>
                <c:pt idx="59">
                  <c:v>90.195</c:v>
                </c:pt>
                <c:pt idx="60">
                  <c:v>89.225</c:v>
                </c:pt>
                <c:pt idx="61">
                  <c:v>88.03</c:v>
                </c:pt>
                <c:pt idx="62">
                  <c:v>86.39</c:v>
                </c:pt>
                <c:pt idx="63">
                  <c:v>84.27</c:v>
                </c:pt>
                <c:pt idx="64">
                  <c:v>81.16</c:v>
                </c:pt>
                <c:pt idx="65">
                  <c:v>77.03999999999999</c:v>
                </c:pt>
                <c:pt idx="66">
                  <c:v>71.24000000000001</c:v>
                </c:pt>
                <c:pt idx="67">
                  <c:v>63.475</c:v>
                </c:pt>
                <c:pt idx="68">
                  <c:v>53.34</c:v>
                </c:pt>
                <c:pt idx="69">
                  <c:v>41.019999999999996</c:v>
                </c:pt>
                <c:pt idx="70">
                  <c:v>27.9</c:v>
                </c:pt>
                <c:pt idx="71">
                  <c:v>16.34</c:v>
                </c:pt>
                <c:pt idx="72">
                  <c:v>8.725000000000001</c:v>
                </c:pt>
                <c:pt idx="73">
                  <c:v>5.2</c:v>
                </c:pt>
                <c:pt idx="74">
                  <c:v>3.905</c:v>
                </c:pt>
                <c:pt idx="75">
                  <c:v>3.295</c:v>
                </c:pt>
                <c:pt idx="76">
                  <c:v>3.085</c:v>
                </c:pt>
                <c:pt idx="77">
                  <c:v>2.8600000000000003</c:v>
                </c:pt>
                <c:pt idx="78">
                  <c:v>2.785</c:v>
                </c:pt>
                <c:pt idx="79">
                  <c:v>2.7199999999999998</c:v>
                </c:pt>
                <c:pt idx="80">
                  <c:v>2.665</c:v>
                </c:pt>
                <c:pt idx="81">
                  <c:v>2.565</c:v>
                </c:pt>
                <c:pt idx="82">
                  <c:v>2.435</c:v>
                </c:pt>
                <c:pt idx="83">
                  <c:v>2.4050000000000002</c:v>
                </c:pt>
                <c:pt idx="84">
                  <c:v>2.285</c:v>
                </c:pt>
                <c:pt idx="85">
                  <c:v>2.27</c:v>
                </c:pt>
                <c:pt idx="86">
                  <c:v>2.15</c:v>
                </c:pt>
                <c:pt idx="87">
                  <c:v>2.12</c:v>
                </c:pt>
                <c:pt idx="88">
                  <c:v>2.09</c:v>
                </c:pt>
                <c:pt idx="89">
                  <c:v>2</c:v>
                </c:pt>
                <c:pt idx="90">
                  <c:v>1.94</c:v>
                </c:pt>
                <c:pt idx="91">
                  <c:v>1.8450000000000002</c:v>
                </c:pt>
                <c:pt idx="92">
                  <c:v>1.76</c:v>
                </c:pt>
                <c:pt idx="93">
                  <c:v>1.7</c:v>
                </c:pt>
                <c:pt idx="94">
                  <c:v>1.61</c:v>
                </c:pt>
                <c:pt idx="95">
                  <c:v>1.51</c:v>
                </c:pt>
                <c:pt idx="96">
                  <c:v>1.52</c:v>
                </c:pt>
                <c:pt idx="97">
                  <c:v>1.395</c:v>
                </c:pt>
                <c:pt idx="98">
                  <c:v>1.35</c:v>
                </c:pt>
                <c:pt idx="99">
                  <c:v>1.33</c:v>
                </c:pt>
                <c:pt idx="100">
                  <c:v>1.205</c:v>
                </c:pt>
                <c:pt idx="101">
                  <c:v>1.24</c:v>
                </c:pt>
                <c:pt idx="102">
                  <c:v>1.1400000000000001</c:v>
                </c:pt>
                <c:pt idx="103">
                  <c:v>1.145</c:v>
                </c:pt>
                <c:pt idx="104">
                  <c:v>1.145</c:v>
                </c:pt>
                <c:pt idx="105">
                  <c:v>1.04</c:v>
                </c:pt>
                <c:pt idx="106">
                  <c:v>1</c:v>
                </c:pt>
                <c:pt idx="107">
                  <c:v>0.925</c:v>
                </c:pt>
                <c:pt idx="108">
                  <c:v>0.865</c:v>
                </c:pt>
                <c:pt idx="109">
                  <c:v>0.7899999999999999</c:v>
                </c:pt>
                <c:pt idx="110">
                  <c:v>0.75</c:v>
                </c:pt>
                <c:pt idx="111">
                  <c:v>0.755</c:v>
                </c:pt>
                <c:pt idx="112">
                  <c:v>0.7150000000000001</c:v>
                </c:pt>
                <c:pt idx="113">
                  <c:v>0.725</c:v>
                </c:pt>
                <c:pt idx="114">
                  <c:v>0.6799999999999999</c:v>
                </c:pt>
                <c:pt idx="115">
                  <c:v>0.63</c:v>
                </c:pt>
                <c:pt idx="116">
                  <c:v>0.575</c:v>
                </c:pt>
                <c:pt idx="117">
                  <c:v>0.53</c:v>
                </c:pt>
                <c:pt idx="118">
                  <c:v>0.53</c:v>
                </c:pt>
                <c:pt idx="119">
                  <c:v>0.475</c:v>
                </c:pt>
                <c:pt idx="120">
                  <c:v>0.5</c:v>
                </c:pt>
                <c:pt idx="121">
                  <c:v>0.47000000000000003</c:v>
                </c:pt>
                <c:pt idx="122">
                  <c:v>0.37</c:v>
                </c:pt>
                <c:pt idx="123">
                  <c:v>0.325</c:v>
                </c:pt>
                <c:pt idx="124">
                  <c:v>0.31500000000000006</c:v>
                </c:pt>
                <c:pt idx="125">
                  <c:v>0.285</c:v>
                </c:pt>
                <c:pt idx="126">
                  <c:v>0.28</c:v>
                </c:pt>
                <c:pt idx="127">
                  <c:v>0.235</c:v>
                </c:pt>
                <c:pt idx="128">
                  <c:v>0.18</c:v>
                </c:pt>
                <c:pt idx="129">
                  <c:v>0.15</c:v>
                </c:pt>
                <c:pt idx="130">
                  <c:v>0.115</c:v>
                </c:pt>
                <c:pt idx="131">
                  <c:v>0.105</c:v>
                </c:pt>
                <c:pt idx="132">
                  <c:v>0.125</c:v>
                </c:pt>
                <c:pt idx="133">
                  <c:v>0.09999999999999999</c:v>
                </c:pt>
                <c:pt idx="134">
                  <c:v>0.035</c:v>
                </c:pt>
                <c:pt idx="135">
                  <c:v>0.05500000000000001</c:v>
                </c:pt>
                <c:pt idx="136">
                  <c:v>0.0050000000000000044</c:v>
                </c:pt>
                <c:pt idx="137">
                  <c:v>0</c:v>
                </c:pt>
                <c:pt idx="138">
                  <c:v>-0.03</c:v>
                </c:pt>
                <c:pt idx="139">
                  <c:v>-0.015</c:v>
                </c:pt>
                <c:pt idx="140">
                  <c:v>-0.03</c:v>
                </c:pt>
                <c:pt idx="141">
                  <c:v>-0.08499999999999999</c:v>
                </c:pt>
                <c:pt idx="142">
                  <c:v>0.025</c:v>
                </c:pt>
                <c:pt idx="143">
                  <c:v>-0.045000000000000005</c:v>
                </c:pt>
                <c:pt idx="144">
                  <c:v>-0.08</c:v>
                </c:pt>
                <c:pt idx="145">
                  <c:v>-0.07</c:v>
                </c:pt>
                <c:pt idx="146">
                  <c:v>-0.01</c:v>
                </c:pt>
                <c:pt idx="147">
                  <c:v>0.005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EPS 준불연 N₂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100.62</c:v>
                </c:pt>
                <c:pt idx="1">
                  <c:v>100.735</c:v>
                </c:pt>
                <c:pt idx="2">
                  <c:v>100.795</c:v>
                </c:pt>
                <c:pt idx="3">
                  <c:v>100.93</c:v>
                </c:pt>
                <c:pt idx="4">
                  <c:v>100.91</c:v>
                </c:pt>
                <c:pt idx="5">
                  <c:v>100.97</c:v>
                </c:pt>
                <c:pt idx="6">
                  <c:v>101.005</c:v>
                </c:pt>
                <c:pt idx="7">
                  <c:v>100.965</c:v>
                </c:pt>
                <c:pt idx="8">
                  <c:v>100.91</c:v>
                </c:pt>
                <c:pt idx="9">
                  <c:v>100.78</c:v>
                </c:pt>
                <c:pt idx="10">
                  <c:v>100.60499999999999</c:v>
                </c:pt>
                <c:pt idx="11">
                  <c:v>100.465</c:v>
                </c:pt>
                <c:pt idx="12">
                  <c:v>100.255</c:v>
                </c:pt>
                <c:pt idx="13">
                  <c:v>100.06</c:v>
                </c:pt>
                <c:pt idx="14">
                  <c:v>99.88</c:v>
                </c:pt>
                <c:pt idx="15">
                  <c:v>99.735</c:v>
                </c:pt>
                <c:pt idx="16">
                  <c:v>99.56</c:v>
                </c:pt>
                <c:pt idx="17">
                  <c:v>99.445</c:v>
                </c:pt>
                <c:pt idx="18">
                  <c:v>99.25999999999999</c:v>
                </c:pt>
                <c:pt idx="19">
                  <c:v>99.2</c:v>
                </c:pt>
                <c:pt idx="20">
                  <c:v>99.075</c:v>
                </c:pt>
                <c:pt idx="21">
                  <c:v>98.805</c:v>
                </c:pt>
                <c:pt idx="22">
                  <c:v>98.745</c:v>
                </c:pt>
                <c:pt idx="23">
                  <c:v>98.57</c:v>
                </c:pt>
                <c:pt idx="24">
                  <c:v>98.485</c:v>
                </c:pt>
                <c:pt idx="25">
                  <c:v>98.28</c:v>
                </c:pt>
                <c:pt idx="26">
                  <c:v>98.215</c:v>
                </c:pt>
                <c:pt idx="27">
                  <c:v>98.08</c:v>
                </c:pt>
                <c:pt idx="28">
                  <c:v>97.9</c:v>
                </c:pt>
                <c:pt idx="29">
                  <c:v>97.715</c:v>
                </c:pt>
                <c:pt idx="30">
                  <c:v>97.63</c:v>
                </c:pt>
                <c:pt idx="31">
                  <c:v>97.525</c:v>
                </c:pt>
                <c:pt idx="32">
                  <c:v>97.35</c:v>
                </c:pt>
                <c:pt idx="33">
                  <c:v>97.16</c:v>
                </c:pt>
                <c:pt idx="34">
                  <c:v>96.94999999999999</c:v>
                </c:pt>
                <c:pt idx="35">
                  <c:v>96.58000000000001</c:v>
                </c:pt>
                <c:pt idx="36">
                  <c:v>96.17</c:v>
                </c:pt>
                <c:pt idx="37">
                  <c:v>95.78</c:v>
                </c:pt>
                <c:pt idx="38">
                  <c:v>95.215</c:v>
                </c:pt>
                <c:pt idx="39">
                  <c:v>94.625</c:v>
                </c:pt>
                <c:pt idx="40">
                  <c:v>93.845</c:v>
                </c:pt>
                <c:pt idx="41">
                  <c:v>93.25</c:v>
                </c:pt>
                <c:pt idx="42">
                  <c:v>92.64</c:v>
                </c:pt>
                <c:pt idx="43">
                  <c:v>92.065</c:v>
                </c:pt>
                <c:pt idx="44">
                  <c:v>91.41</c:v>
                </c:pt>
                <c:pt idx="45">
                  <c:v>90.805</c:v>
                </c:pt>
                <c:pt idx="46">
                  <c:v>90.22</c:v>
                </c:pt>
                <c:pt idx="47">
                  <c:v>89.66499999999999</c:v>
                </c:pt>
                <c:pt idx="48">
                  <c:v>89.175</c:v>
                </c:pt>
                <c:pt idx="49">
                  <c:v>88.67500000000001</c:v>
                </c:pt>
                <c:pt idx="50">
                  <c:v>88.17</c:v>
                </c:pt>
                <c:pt idx="51">
                  <c:v>87.61</c:v>
                </c:pt>
                <c:pt idx="52">
                  <c:v>86.995</c:v>
                </c:pt>
                <c:pt idx="53">
                  <c:v>86.4</c:v>
                </c:pt>
                <c:pt idx="54">
                  <c:v>85.775</c:v>
                </c:pt>
                <c:pt idx="55">
                  <c:v>85.09</c:v>
                </c:pt>
                <c:pt idx="56">
                  <c:v>84.235</c:v>
                </c:pt>
                <c:pt idx="57">
                  <c:v>83.44</c:v>
                </c:pt>
                <c:pt idx="58">
                  <c:v>82.485</c:v>
                </c:pt>
                <c:pt idx="59">
                  <c:v>81.49</c:v>
                </c:pt>
                <c:pt idx="60">
                  <c:v>80.38</c:v>
                </c:pt>
                <c:pt idx="61">
                  <c:v>79.125</c:v>
                </c:pt>
                <c:pt idx="62">
                  <c:v>77.655</c:v>
                </c:pt>
                <c:pt idx="63">
                  <c:v>75.945</c:v>
                </c:pt>
                <c:pt idx="64">
                  <c:v>73.97999999999999</c:v>
                </c:pt>
                <c:pt idx="65">
                  <c:v>71.68</c:v>
                </c:pt>
                <c:pt idx="66">
                  <c:v>69.005</c:v>
                </c:pt>
                <c:pt idx="67">
                  <c:v>65.855</c:v>
                </c:pt>
                <c:pt idx="68">
                  <c:v>62.254999999999995</c:v>
                </c:pt>
                <c:pt idx="69">
                  <c:v>58.265</c:v>
                </c:pt>
                <c:pt idx="70">
                  <c:v>53.775000000000006</c:v>
                </c:pt>
                <c:pt idx="71">
                  <c:v>48.915</c:v>
                </c:pt>
                <c:pt idx="72">
                  <c:v>43.81</c:v>
                </c:pt>
                <c:pt idx="73">
                  <c:v>38.510000000000005</c:v>
                </c:pt>
                <c:pt idx="74">
                  <c:v>33.025000000000006</c:v>
                </c:pt>
                <c:pt idx="75">
                  <c:v>27.380000000000003</c:v>
                </c:pt>
                <c:pt idx="76">
                  <c:v>21.634999999999998</c:v>
                </c:pt>
                <c:pt idx="77">
                  <c:v>16.375</c:v>
                </c:pt>
                <c:pt idx="78">
                  <c:v>11.91</c:v>
                </c:pt>
                <c:pt idx="79">
                  <c:v>9.5</c:v>
                </c:pt>
                <c:pt idx="80">
                  <c:v>8.855</c:v>
                </c:pt>
                <c:pt idx="81">
                  <c:v>8.715</c:v>
                </c:pt>
                <c:pt idx="82">
                  <c:v>8.594999999999999</c:v>
                </c:pt>
                <c:pt idx="83">
                  <c:v>8.375</c:v>
                </c:pt>
                <c:pt idx="84">
                  <c:v>8.165</c:v>
                </c:pt>
                <c:pt idx="85">
                  <c:v>7.925</c:v>
                </c:pt>
                <c:pt idx="86">
                  <c:v>7.765</c:v>
                </c:pt>
                <c:pt idx="87">
                  <c:v>7.63</c:v>
                </c:pt>
                <c:pt idx="88">
                  <c:v>7.45</c:v>
                </c:pt>
                <c:pt idx="89">
                  <c:v>7.27</c:v>
                </c:pt>
                <c:pt idx="90">
                  <c:v>7.1</c:v>
                </c:pt>
                <c:pt idx="91">
                  <c:v>6.965</c:v>
                </c:pt>
                <c:pt idx="92">
                  <c:v>6.865</c:v>
                </c:pt>
                <c:pt idx="93">
                  <c:v>6.715</c:v>
                </c:pt>
                <c:pt idx="94">
                  <c:v>6.59</c:v>
                </c:pt>
                <c:pt idx="95">
                  <c:v>6.48</c:v>
                </c:pt>
                <c:pt idx="96">
                  <c:v>6.285</c:v>
                </c:pt>
                <c:pt idx="97">
                  <c:v>6.17</c:v>
                </c:pt>
                <c:pt idx="98">
                  <c:v>5.98</c:v>
                </c:pt>
                <c:pt idx="99">
                  <c:v>5.9</c:v>
                </c:pt>
                <c:pt idx="100">
                  <c:v>5.74</c:v>
                </c:pt>
                <c:pt idx="101">
                  <c:v>5.61</c:v>
                </c:pt>
                <c:pt idx="102">
                  <c:v>5.485</c:v>
                </c:pt>
                <c:pt idx="103">
                  <c:v>5.355</c:v>
                </c:pt>
                <c:pt idx="104">
                  <c:v>5.24</c:v>
                </c:pt>
                <c:pt idx="105">
                  <c:v>5.075</c:v>
                </c:pt>
                <c:pt idx="106">
                  <c:v>4.9350000000000005</c:v>
                </c:pt>
                <c:pt idx="107">
                  <c:v>4.74</c:v>
                </c:pt>
                <c:pt idx="108">
                  <c:v>4.609999999999999</c:v>
                </c:pt>
                <c:pt idx="109">
                  <c:v>4.470000000000001</c:v>
                </c:pt>
                <c:pt idx="110">
                  <c:v>4.235</c:v>
                </c:pt>
                <c:pt idx="111">
                  <c:v>4.1049999999999995</c:v>
                </c:pt>
                <c:pt idx="112">
                  <c:v>3.915</c:v>
                </c:pt>
                <c:pt idx="113">
                  <c:v>3.675</c:v>
                </c:pt>
                <c:pt idx="114">
                  <c:v>3.495</c:v>
                </c:pt>
                <c:pt idx="115">
                  <c:v>3.26</c:v>
                </c:pt>
                <c:pt idx="116">
                  <c:v>3.125</c:v>
                </c:pt>
                <c:pt idx="117">
                  <c:v>2.8499999999999996</c:v>
                </c:pt>
                <c:pt idx="118">
                  <c:v>2.7800000000000002</c:v>
                </c:pt>
                <c:pt idx="119">
                  <c:v>2.52</c:v>
                </c:pt>
                <c:pt idx="120">
                  <c:v>2.325</c:v>
                </c:pt>
                <c:pt idx="121">
                  <c:v>2.1750000000000003</c:v>
                </c:pt>
                <c:pt idx="122">
                  <c:v>2.01</c:v>
                </c:pt>
                <c:pt idx="123">
                  <c:v>1.9049999999999998</c:v>
                </c:pt>
                <c:pt idx="124">
                  <c:v>1.6949999999999998</c:v>
                </c:pt>
                <c:pt idx="125">
                  <c:v>1.54</c:v>
                </c:pt>
                <c:pt idx="126">
                  <c:v>1.415</c:v>
                </c:pt>
                <c:pt idx="127">
                  <c:v>1.3</c:v>
                </c:pt>
                <c:pt idx="128">
                  <c:v>1.17</c:v>
                </c:pt>
                <c:pt idx="129">
                  <c:v>1.055</c:v>
                </c:pt>
                <c:pt idx="130">
                  <c:v>0.96</c:v>
                </c:pt>
                <c:pt idx="131">
                  <c:v>0.8800000000000001</c:v>
                </c:pt>
                <c:pt idx="132">
                  <c:v>0.835</c:v>
                </c:pt>
                <c:pt idx="133">
                  <c:v>0.73</c:v>
                </c:pt>
                <c:pt idx="134">
                  <c:v>0.6699999999999999</c:v>
                </c:pt>
                <c:pt idx="135">
                  <c:v>0.61</c:v>
                </c:pt>
                <c:pt idx="136">
                  <c:v>0.57</c:v>
                </c:pt>
                <c:pt idx="137">
                  <c:v>0.575</c:v>
                </c:pt>
                <c:pt idx="138">
                  <c:v>0.47</c:v>
                </c:pt>
                <c:pt idx="139">
                  <c:v>0.375</c:v>
                </c:pt>
                <c:pt idx="140">
                  <c:v>0.375</c:v>
                </c:pt>
                <c:pt idx="141">
                  <c:v>0.285</c:v>
                </c:pt>
                <c:pt idx="142">
                  <c:v>0.31</c:v>
                </c:pt>
                <c:pt idx="143">
                  <c:v>0.205</c:v>
                </c:pt>
                <c:pt idx="144">
                  <c:v>0.175</c:v>
                </c:pt>
                <c:pt idx="145">
                  <c:v>0.135</c:v>
                </c:pt>
                <c:pt idx="146">
                  <c:v>0.055</c:v>
                </c:pt>
                <c:pt idx="147">
                  <c:v>0.04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PIR(PUR) 가연성 N₂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99.99000000000001</c:v>
                </c:pt>
                <c:pt idx="1">
                  <c:v>99.97999999999999</c:v>
                </c:pt>
                <c:pt idx="2">
                  <c:v>100.00999999999999</c:v>
                </c:pt>
                <c:pt idx="3">
                  <c:v>100.025</c:v>
                </c:pt>
                <c:pt idx="4">
                  <c:v>100.02000000000001</c:v>
                </c:pt>
                <c:pt idx="5">
                  <c:v>100.03999999999999</c:v>
                </c:pt>
                <c:pt idx="6">
                  <c:v>100.035</c:v>
                </c:pt>
                <c:pt idx="7">
                  <c:v>100.005</c:v>
                </c:pt>
                <c:pt idx="8">
                  <c:v>99.92</c:v>
                </c:pt>
                <c:pt idx="9">
                  <c:v>99.905</c:v>
                </c:pt>
                <c:pt idx="10">
                  <c:v>99.87</c:v>
                </c:pt>
                <c:pt idx="11">
                  <c:v>99.77000000000001</c:v>
                </c:pt>
                <c:pt idx="12">
                  <c:v>99.63</c:v>
                </c:pt>
                <c:pt idx="13">
                  <c:v>99.55000000000001</c:v>
                </c:pt>
                <c:pt idx="14">
                  <c:v>99.44999999999999</c:v>
                </c:pt>
                <c:pt idx="15">
                  <c:v>99.31</c:v>
                </c:pt>
                <c:pt idx="16">
                  <c:v>99.19</c:v>
                </c:pt>
                <c:pt idx="17">
                  <c:v>98.805</c:v>
                </c:pt>
                <c:pt idx="18">
                  <c:v>98.67500000000001</c:v>
                </c:pt>
                <c:pt idx="19">
                  <c:v>98.565</c:v>
                </c:pt>
                <c:pt idx="20">
                  <c:v>98.435</c:v>
                </c:pt>
                <c:pt idx="21">
                  <c:v>98.33</c:v>
                </c:pt>
                <c:pt idx="22">
                  <c:v>98.16499999999999</c:v>
                </c:pt>
                <c:pt idx="23">
                  <c:v>98.07</c:v>
                </c:pt>
                <c:pt idx="24">
                  <c:v>97.965</c:v>
                </c:pt>
                <c:pt idx="25">
                  <c:v>97.82</c:v>
                </c:pt>
                <c:pt idx="26">
                  <c:v>97.695</c:v>
                </c:pt>
                <c:pt idx="27">
                  <c:v>97.545</c:v>
                </c:pt>
                <c:pt idx="28">
                  <c:v>97.41499999999999</c:v>
                </c:pt>
                <c:pt idx="29">
                  <c:v>97.27000000000001</c:v>
                </c:pt>
                <c:pt idx="30">
                  <c:v>97.11500000000001</c:v>
                </c:pt>
                <c:pt idx="31">
                  <c:v>96.96000000000001</c:v>
                </c:pt>
                <c:pt idx="32">
                  <c:v>96.765</c:v>
                </c:pt>
                <c:pt idx="33">
                  <c:v>96.595</c:v>
                </c:pt>
                <c:pt idx="34">
                  <c:v>96.33500000000001</c:v>
                </c:pt>
                <c:pt idx="35">
                  <c:v>96.12</c:v>
                </c:pt>
                <c:pt idx="36">
                  <c:v>95.815</c:v>
                </c:pt>
                <c:pt idx="37">
                  <c:v>95.485</c:v>
                </c:pt>
                <c:pt idx="38">
                  <c:v>95.11</c:v>
                </c:pt>
                <c:pt idx="39">
                  <c:v>94.67500000000001</c:v>
                </c:pt>
                <c:pt idx="40">
                  <c:v>94.19</c:v>
                </c:pt>
                <c:pt idx="41">
                  <c:v>93.695</c:v>
                </c:pt>
                <c:pt idx="42">
                  <c:v>93.105</c:v>
                </c:pt>
                <c:pt idx="43">
                  <c:v>92.5</c:v>
                </c:pt>
                <c:pt idx="44">
                  <c:v>91.68</c:v>
                </c:pt>
                <c:pt idx="45">
                  <c:v>90.765</c:v>
                </c:pt>
                <c:pt idx="46">
                  <c:v>89.58500000000001</c:v>
                </c:pt>
                <c:pt idx="47">
                  <c:v>88.045</c:v>
                </c:pt>
                <c:pt idx="48">
                  <c:v>86.17</c:v>
                </c:pt>
                <c:pt idx="49">
                  <c:v>83.935</c:v>
                </c:pt>
                <c:pt idx="50">
                  <c:v>81.35</c:v>
                </c:pt>
                <c:pt idx="51">
                  <c:v>78.44</c:v>
                </c:pt>
                <c:pt idx="52">
                  <c:v>75.265</c:v>
                </c:pt>
                <c:pt idx="53">
                  <c:v>71.805</c:v>
                </c:pt>
                <c:pt idx="54">
                  <c:v>68.35</c:v>
                </c:pt>
                <c:pt idx="55">
                  <c:v>64.995</c:v>
                </c:pt>
                <c:pt idx="56">
                  <c:v>62.08</c:v>
                </c:pt>
                <c:pt idx="57">
                  <c:v>59.605000000000004</c:v>
                </c:pt>
                <c:pt idx="58">
                  <c:v>57.685</c:v>
                </c:pt>
                <c:pt idx="59">
                  <c:v>56.04</c:v>
                </c:pt>
                <c:pt idx="60">
                  <c:v>54.769999999999996</c:v>
                </c:pt>
                <c:pt idx="61">
                  <c:v>53.565</c:v>
                </c:pt>
                <c:pt idx="62">
                  <c:v>52.495000000000005</c:v>
                </c:pt>
                <c:pt idx="63">
                  <c:v>51.525</c:v>
                </c:pt>
                <c:pt idx="64">
                  <c:v>50.614999999999995</c:v>
                </c:pt>
                <c:pt idx="65">
                  <c:v>49.775</c:v>
                </c:pt>
                <c:pt idx="66">
                  <c:v>48.925</c:v>
                </c:pt>
                <c:pt idx="67">
                  <c:v>48.165</c:v>
                </c:pt>
                <c:pt idx="68">
                  <c:v>47.41</c:v>
                </c:pt>
                <c:pt idx="69">
                  <c:v>46.715</c:v>
                </c:pt>
                <c:pt idx="70">
                  <c:v>46.03</c:v>
                </c:pt>
                <c:pt idx="71">
                  <c:v>45.36</c:v>
                </c:pt>
                <c:pt idx="72">
                  <c:v>44.71</c:v>
                </c:pt>
                <c:pt idx="73">
                  <c:v>44.095</c:v>
                </c:pt>
                <c:pt idx="74">
                  <c:v>43.475</c:v>
                </c:pt>
                <c:pt idx="75">
                  <c:v>42.870000000000005</c:v>
                </c:pt>
                <c:pt idx="76">
                  <c:v>42.28</c:v>
                </c:pt>
                <c:pt idx="77">
                  <c:v>41.685</c:v>
                </c:pt>
                <c:pt idx="78">
                  <c:v>41.120000000000005</c:v>
                </c:pt>
                <c:pt idx="79">
                  <c:v>40.63</c:v>
                </c:pt>
                <c:pt idx="80">
                  <c:v>40.16</c:v>
                </c:pt>
                <c:pt idx="81">
                  <c:v>39.68</c:v>
                </c:pt>
                <c:pt idx="82">
                  <c:v>39.265</c:v>
                </c:pt>
                <c:pt idx="83">
                  <c:v>38.86</c:v>
                </c:pt>
                <c:pt idx="84">
                  <c:v>38.47</c:v>
                </c:pt>
                <c:pt idx="85">
                  <c:v>38.095</c:v>
                </c:pt>
                <c:pt idx="86">
                  <c:v>37.73</c:v>
                </c:pt>
                <c:pt idx="87">
                  <c:v>37.385000000000005</c:v>
                </c:pt>
                <c:pt idx="88">
                  <c:v>37.005</c:v>
                </c:pt>
                <c:pt idx="89">
                  <c:v>36.655</c:v>
                </c:pt>
                <c:pt idx="90">
                  <c:v>36.33</c:v>
                </c:pt>
                <c:pt idx="91">
                  <c:v>35.98</c:v>
                </c:pt>
                <c:pt idx="92">
                  <c:v>35.64</c:v>
                </c:pt>
                <c:pt idx="93">
                  <c:v>35.31</c:v>
                </c:pt>
                <c:pt idx="94">
                  <c:v>34.989999999999995</c:v>
                </c:pt>
                <c:pt idx="95">
                  <c:v>34.645</c:v>
                </c:pt>
                <c:pt idx="96">
                  <c:v>34.325</c:v>
                </c:pt>
                <c:pt idx="97">
                  <c:v>33.985</c:v>
                </c:pt>
                <c:pt idx="98">
                  <c:v>33.66</c:v>
                </c:pt>
                <c:pt idx="99">
                  <c:v>33.3</c:v>
                </c:pt>
                <c:pt idx="100">
                  <c:v>32.965</c:v>
                </c:pt>
                <c:pt idx="101">
                  <c:v>32.61</c:v>
                </c:pt>
                <c:pt idx="102">
                  <c:v>32.285</c:v>
                </c:pt>
                <c:pt idx="103">
                  <c:v>31.915</c:v>
                </c:pt>
                <c:pt idx="104">
                  <c:v>31.58</c:v>
                </c:pt>
                <c:pt idx="105">
                  <c:v>31.195</c:v>
                </c:pt>
                <c:pt idx="106">
                  <c:v>30.744999999999997</c:v>
                </c:pt>
                <c:pt idx="107">
                  <c:v>30.345</c:v>
                </c:pt>
                <c:pt idx="108">
                  <c:v>29.9</c:v>
                </c:pt>
                <c:pt idx="109">
                  <c:v>29.42</c:v>
                </c:pt>
                <c:pt idx="110">
                  <c:v>28.935000000000002</c:v>
                </c:pt>
                <c:pt idx="111">
                  <c:v>28.354999999999997</c:v>
                </c:pt>
                <c:pt idx="112">
                  <c:v>27.845</c:v>
                </c:pt>
                <c:pt idx="113">
                  <c:v>27.255000000000003</c:v>
                </c:pt>
                <c:pt idx="114">
                  <c:v>26.655</c:v>
                </c:pt>
                <c:pt idx="115">
                  <c:v>26.015</c:v>
                </c:pt>
                <c:pt idx="116">
                  <c:v>25.35</c:v>
                </c:pt>
                <c:pt idx="117">
                  <c:v>24.665</c:v>
                </c:pt>
                <c:pt idx="118">
                  <c:v>23.93</c:v>
                </c:pt>
                <c:pt idx="119">
                  <c:v>23.21</c:v>
                </c:pt>
                <c:pt idx="120">
                  <c:v>22.475</c:v>
                </c:pt>
                <c:pt idx="121">
                  <c:v>21.729999999999997</c:v>
                </c:pt>
                <c:pt idx="122">
                  <c:v>20.939999999999998</c:v>
                </c:pt>
                <c:pt idx="123">
                  <c:v>20.155</c:v>
                </c:pt>
                <c:pt idx="124">
                  <c:v>19.365000000000002</c:v>
                </c:pt>
                <c:pt idx="125">
                  <c:v>18.57</c:v>
                </c:pt>
                <c:pt idx="126">
                  <c:v>17.765</c:v>
                </c:pt>
                <c:pt idx="127">
                  <c:v>16.965</c:v>
                </c:pt>
                <c:pt idx="128">
                  <c:v>16.12</c:v>
                </c:pt>
                <c:pt idx="129">
                  <c:v>15.275</c:v>
                </c:pt>
                <c:pt idx="130">
                  <c:v>14.465</c:v>
                </c:pt>
                <c:pt idx="131">
                  <c:v>13.625</c:v>
                </c:pt>
                <c:pt idx="132">
                  <c:v>12.795</c:v>
                </c:pt>
                <c:pt idx="133">
                  <c:v>11.989999999999998</c:v>
                </c:pt>
                <c:pt idx="134">
                  <c:v>11.125</c:v>
                </c:pt>
                <c:pt idx="135">
                  <c:v>10.344999999999999</c:v>
                </c:pt>
                <c:pt idx="136">
                  <c:v>9.535</c:v>
                </c:pt>
                <c:pt idx="137">
                  <c:v>8.7</c:v>
                </c:pt>
                <c:pt idx="138">
                  <c:v>7.835000000000001</c:v>
                </c:pt>
                <c:pt idx="139">
                  <c:v>6.95</c:v>
                </c:pt>
                <c:pt idx="140">
                  <c:v>6.095000000000001</c:v>
                </c:pt>
                <c:pt idx="141">
                  <c:v>5.24</c:v>
                </c:pt>
                <c:pt idx="142">
                  <c:v>4.38</c:v>
                </c:pt>
                <c:pt idx="143">
                  <c:v>3.52</c:v>
                </c:pt>
                <c:pt idx="144">
                  <c:v>2.6500000000000004</c:v>
                </c:pt>
                <c:pt idx="145">
                  <c:v>1.77</c:v>
                </c:pt>
                <c:pt idx="146">
                  <c:v>0.89</c:v>
                </c:pt>
                <c:pt idx="147">
                  <c:v>0.045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PIR(PUR) 준불연 N₂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100.105</c:v>
                </c:pt>
                <c:pt idx="1">
                  <c:v>100.12</c:v>
                </c:pt>
                <c:pt idx="2">
                  <c:v>100.15</c:v>
                </c:pt>
                <c:pt idx="3">
                  <c:v>100.08</c:v>
                </c:pt>
                <c:pt idx="4">
                  <c:v>100.06</c:v>
                </c:pt>
                <c:pt idx="5">
                  <c:v>100.05</c:v>
                </c:pt>
                <c:pt idx="6">
                  <c:v>99.935</c:v>
                </c:pt>
                <c:pt idx="7">
                  <c:v>99.75999999999999</c:v>
                </c:pt>
                <c:pt idx="8">
                  <c:v>99.635</c:v>
                </c:pt>
                <c:pt idx="9">
                  <c:v>99.48</c:v>
                </c:pt>
                <c:pt idx="10">
                  <c:v>99.285</c:v>
                </c:pt>
                <c:pt idx="11">
                  <c:v>99.08500000000001</c:v>
                </c:pt>
                <c:pt idx="12">
                  <c:v>98.86500000000001</c:v>
                </c:pt>
                <c:pt idx="13">
                  <c:v>98.6</c:v>
                </c:pt>
                <c:pt idx="14">
                  <c:v>98.35</c:v>
                </c:pt>
                <c:pt idx="15">
                  <c:v>98.05</c:v>
                </c:pt>
                <c:pt idx="16">
                  <c:v>97.71</c:v>
                </c:pt>
                <c:pt idx="17">
                  <c:v>97.43</c:v>
                </c:pt>
                <c:pt idx="18">
                  <c:v>97.10499999999999</c:v>
                </c:pt>
                <c:pt idx="19">
                  <c:v>96.74000000000001</c:v>
                </c:pt>
                <c:pt idx="20">
                  <c:v>96.38</c:v>
                </c:pt>
                <c:pt idx="21">
                  <c:v>96.11500000000001</c:v>
                </c:pt>
                <c:pt idx="22">
                  <c:v>95.78999999999999</c:v>
                </c:pt>
                <c:pt idx="23">
                  <c:v>95.435</c:v>
                </c:pt>
                <c:pt idx="24">
                  <c:v>95.36500000000001</c:v>
                </c:pt>
                <c:pt idx="25">
                  <c:v>94.80000000000001</c:v>
                </c:pt>
                <c:pt idx="26">
                  <c:v>94.28</c:v>
                </c:pt>
                <c:pt idx="27">
                  <c:v>93.7</c:v>
                </c:pt>
                <c:pt idx="28">
                  <c:v>93.22</c:v>
                </c:pt>
                <c:pt idx="29">
                  <c:v>92.745</c:v>
                </c:pt>
                <c:pt idx="30">
                  <c:v>92.215</c:v>
                </c:pt>
                <c:pt idx="31">
                  <c:v>91.63499999999999</c:v>
                </c:pt>
                <c:pt idx="32">
                  <c:v>91.06</c:v>
                </c:pt>
                <c:pt idx="33">
                  <c:v>90.44999999999999</c:v>
                </c:pt>
                <c:pt idx="34">
                  <c:v>89.82</c:v>
                </c:pt>
                <c:pt idx="35">
                  <c:v>89.16499999999999</c:v>
                </c:pt>
                <c:pt idx="36">
                  <c:v>88.53999999999999</c:v>
                </c:pt>
                <c:pt idx="37">
                  <c:v>87.91</c:v>
                </c:pt>
                <c:pt idx="38">
                  <c:v>87.32</c:v>
                </c:pt>
                <c:pt idx="39">
                  <c:v>86.905</c:v>
                </c:pt>
                <c:pt idx="40">
                  <c:v>86.42</c:v>
                </c:pt>
                <c:pt idx="41">
                  <c:v>85.98</c:v>
                </c:pt>
                <c:pt idx="42">
                  <c:v>85.46</c:v>
                </c:pt>
                <c:pt idx="43">
                  <c:v>84.88499999999999</c:v>
                </c:pt>
                <c:pt idx="44">
                  <c:v>84.225</c:v>
                </c:pt>
                <c:pt idx="45">
                  <c:v>83.245</c:v>
                </c:pt>
                <c:pt idx="46">
                  <c:v>82.13</c:v>
                </c:pt>
                <c:pt idx="47">
                  <c:v>80.78999999999999</c:v>
                </c:pt>
                <c:pt idx="48">
                  <c:v>79.22999999999999</c:v>
                </c:pt>
                <c:pt idx="49">
                  <c:v>77.535</c:v>
                </c:pt>
                <c:pt idx="50">
                  <c:v>75.785</c:v>
                </c:pt>
                <c:pt idx="51">
                  <c:v>73.97</c:v>
                </c:pt>
                <c:pt idx="52">
                  <c:v>72.105</c:v>
                </c:pt>
                <c:pt idx="53">
                  <c:v>70.09</c:v>
                </c:pt>
                <c:pt idx="54">
                  <c:v>67.905</c:v>
                </c:pt>
                <c:pt idx="55">
                  <c:v>65.545</c:v>
                </c:pt>
                <c:pt idx="56">
                  <c:v>63.115</c:v>
                </c:pt>
                <c:pt idx="57">
                  <c:v>60.510000000000005</c:v>
                </c:pt>
                <c:pt idx="58">
                  <c:v>58.07</c:v>
                </c:pt>
                <c:pt idx="59">
                  <c:v>55.785</c:v>
                </c:pt>
                <c:pt idx="60">
                  <c:v>53.655</c:v>
                </c:pt>
                <c:pt idx="61">
                  <c:v>51.935</c:v>
                </c:pt>
                <c:pt idx="62">
                  <c:v>50.455</c:v>
                </c:pt>
                <c:pt idx="63">
                  <c:v>49.239999999999995</c:v>
                </c:pt>
                <c:pt idx="64">
                  <c:v>48.205</c:v>
                </c:pt>
                <c:pt idx="65">
                  <c:v>47.22</c:v>
                </c:pt>
                <c:pt idx="66">
                  <c:v>46.33</c:v>
                </c:pt>
                <c:pt idx="67">
                  <c:v>45.394999999999996</c:v>
                </c:pt>
                <c:pt idx="68">
                  <c:v>44.515</c:v>
                </c:pt>
                <c:pt idx="69">
                  <c:v>43.775</c:v>
                </c:pt>
                <c:pt idx="70">
                  <c:v>42.980000000000004</c:v>
                </c:pt>
                <c:pt idx="71">
                  <c:v>42.295</c:v>
                </c:pt>
                <c:pt idx="72">
                  <c:v>41.644999999999996</c:v>
                </c:pt>
                <c:pt idx="73">
                  <c:v>41.019999999999996</c:v>
                </c:pt>
                <c:pt idx="74">
                  <c:v>40.47</c:v>
                </c:pt>
                <c:pt idx="75">
                  <c:v>39.885</c:v>
                </c:pt>
                <c:pt idx="76">
                  <c:v>39.47</c:v>
                </c:pt>
                <c:pt idx="77">
                  <c:v>38.94</c:v>
                </c:pt>
                <c:pt idx="78">
                  <c:v>38.519999999999996</c:v>
                </c:pt>
                <c:pt idx="79">
                  <c:v>38.135</c:v>
                </c:pt>
                <c:pt idx="80">
                  <c:v>37.754999999999995</c:v>
                </c:pt>
                <c:pt idx="81">
                  <c:v>37.355000000000004</c:v>
                </c:pt>
                <c:pt idx="82">
                  <c:v>36.974999999999994</c:v>
                </c:pt>
                <c:pt idx="83">
                  <c:v>36.63</c:v>
                </c:pt>
                <c:pt idx="84">
                  <c:v>36.335</c:v>
                </c:pt>
                <c:pt idx="85">
                  <c:v>36.019999999999996</c:v>
                </c:pt>
                <c:pt idx="86">
                  <c:v>35.715</c:v>
                </c:pt>
                <c:pt idx="87">
                  <c:v>35.42</c:v>
                </c:pt>
                <c:pt idx="88">
                  <c:v>35.205</c:v>
                </c:pt>
                <c:pt idx="89">
                  <c:v>34.980000000000004</c:v>
                </c:pt>
                <c:pt idx="90">
                  <c:v>34.695</c:v>
                </c:pt>
                <c:pt idx="91">
                  <c:v>34.459999999999994</c:v>
                </c:pt>
                <c:pt idx="92">
                  <c:v>34.225</c:v>
                </c:pt>
                <c:pt idx="93">
                  <c:v>33.935</c:v>
                </c:pt>
                <c:pt idx="94">
                  <c:v>33.55</c:v>
                </c:pt>
                <c:pt idx="95">
                  <c:v>33.230000000000004</c:v>
                </c:pt>
                <c:pt idx="96">
                  <c:v>32.92</c:v>
                </c:pt>
                <c:pt idx="97">
                  <c:v>32.615</c:v>
                </c:pt>
                <c:pt idx="98">
                  <c:v>32.295</c:v>
                </c:pt>
                <c:pt idx="99">
                  <c:v>31.995</c:v>
                </c:pt>
                <c:pt idx="100">
                  <c:v>31.715</c:v>
                </c:pt>
                <c:pt idx="101">
                  <c:v>31.439999999999998</c:v>
                </c:pt>
                <c:pt idx="102">
                  <c:v>31.15</c:v>
                </c:pt>
                <c:pt idx="103">
                  <c:v>30.939999999999998</c:v>
                </c:pt>
                <c:pt idx="104">
                  <c:v>30.65</c:v>
                </c:pt>
                <c:pt idx="105">
                  <c:v>30.425</c:v>
                </c:pt>
                <c:pt idx="106">
                  <c:v>30.11</c:v>
                </c:pt>
                <c:pt idx="107">
                  <c:v>29.869999999999997</c:v>
                </c:pt>
                <c:pt idx="108">
                  <c:v>29.55</c:v>
                </c:pt>
                <c:pt idx="109">
                  <c:v>29.305</c:v>
                </c:pt>
                <c:pt idx="110">
                  <c:v>28.995</c:v>
                </c:pt>
                <c:pt idx="111">
                  <c:v>28.695</c:v>
                </c:pt>
                <c:pt idx="112">
                  <c:v>28.375</c:v>
                </c:pt>
                <c:pt idx="113">
                  <c:v>28.035</c:v>
                </c:pt>
                <c:pt idx="114">
                  <c:v>27.675</c:v>
                </c:pt>
                <c:pt idx="115">
                  <c:v>27.285</c:v>
                </c:pt>
                <c:pt idx="116">
                  <c:v>26.84</c:v>
                </c:pt>
                <c:pt idx="117">
                  <c:v>26.425</c:v>
                </c:pt>
                <c:pt idx="118">
                  <c:v>25.85</c:v>
                </c:pt>
                <c:pt idx="119">
                  <c:v>25.37</c:v>
                </c:pt>
                <c:pt idx="120">
                  <c:v>24.785</c:v>
                </c:pt>
                <c:pt idx="121">
                  <c:v>24.195</c:v>
                </c:pt>
                <c:pt idx="122">
                  <c:v>23.494999999999997</c:v>
                </c:pt>
                <c:pt idx="123">
                  <c:v>22.795</c:v>
                </c:pt>
                <c:pt idx="124">
                  <c:v>22.02</c:v>
                </c:pt>
                <c:pt idx="125">
                  <c:v>21.29</c:v>
                </c:pt>
                <c:pt idx="126">
                  <c:v>20.45</c:v>
                </c:pt>
                <c:pt idx="127">
                  <c:v>19.595</c:v>
                </c:pt>
                <c:pt idx="128">
                  <c:v>18.72</c:v>
                </c:pt>
                <c:pt idx="129">
                  <c:v>17.875</c:v>
                </c:pt>
                <c:pt idx="130">
                  <c:v>16.955</c:v>
                </c:pt>
                <c:pt idx="131">
                  <c:v>16.015</c:v>
                </c:pt>
                <c:pt idx="132">
                  <c:v>15.065000000000001</c:v>
                </c:pt>
                <c:pt idx="133">
                  <c:v>14.075</c:v>
                </c:pt>
                <c:pt idx="134">
                  <c:v>13.114999999999998</c:v>
                </c:pt>
                <c:pt idx="135">
                  <c:v>12.120000000000001</c:v>
                </c:pt>
                <c:pt idx="136">
                  <c:v>11.105</c:v>
                </c:pt>
                <c:pt idx="137">
                  <c:v>10.085</c:v>
                </c:pt>
                <c:pt idx="138">
                  <c:v>9.02</c:v>
                </c:pt>
                <c:pt idx="139">
                  <c:v>8.005</c:v>
                </c:pt>
                <c:pt idx="140">
                  <c:v>6.91</c:v>
                </c:pt>
                <c:pt idx="141">
                  <c:v>5.895</c:v>
                </c:pt>
                <c:pt idx="142">
                  <c:v>4.86</c:v>
                </c:pt>
                <c:pt idx="143">
                  <c:v>3.7399999999999998</c:v>
                </c:pt>
                <c:pt idx="144">
                  <c:v>2.6799999999999997</c:v>
                </c:pt>
                <c:pt idx="145">
                  <c:v>1.6549999999999998</c:v>
                </c:pt>
                <c:pt idx="146">
                  <c:v>0.615</c:v>
                </c:pt>
                <c:pt idx="147">
                  <c:v>-0.33499999999999996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PF 준불연 외부용 N₂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Sheet1!$F$2:$F$149</c:f>
              <c:numCache>
                <c:formatCode>General</c:formatCode>
                <c:ptCount val="148"/>
                <c:pt idx="0">
                  <c:v>99.255</c:v>
                </c:pt>
                <c:pt idx="1">
                  <c:v>98.975</c:v>
                </c:pt>
                <c:pt idx="2">
                  <c:v>98.725</c:v>
                </c:pt>
                <c:pt idx="3">
                  <c:v>98.515</c:v>
                </c:pt>
                <c:pt idx="4">
                  <c:v>98.355</c:v>
                </c:pt>
                <c:pt idx="5">
                  <c:v>98.225</c:v>
                </c:pt>
                <c:pt idx="6">
                  <c:v>98.08500000000001</c:v>
                </c:pt>
                <c:pt idx="7">
                  <c:v>98.005</c:v>
                </c:pt>
                <c:pt idx="8">
                  <c:v>97.93</c:v>
                </c:pt>
                <c:pt idx="9">
                  <c:v>97.81</c:v>
                </c:pt>
                <c:pt idx="10">
                  <c:v>97.715</c:v>
                </c:pt>
                <c:pt idx="11">
                  <c:v>97.61</c:v>
                </c:pt>
                <c:pt idx="12">
                  <c:v>97.49000000000001</c:v>
                </c:pt>
                <c:pt idx="13">
                  <c:v>97.375</c:v>
                </c:pt>
                <c:pt idx="14">
                  <c:v>97.24000000000001</c:v>
                </c:pt>
                <c:pt idx="15">
                  <c:v>97.055</c:v>
                </c:pt>
                <c:pt idx="16">
                  <c:v>96.88499999999999</c:v>
                </c:pt>
                <c:pt idx="17">
                  <c:v>96.735</c:v>
                </c:pt>
                <c:pt idx="18">
                  <c:v>96.50999999999999</c:v>
                </c:pt>
                <c:pt idx="19">
                  <c:v>96.33500000000001</c:v>
                </c:pt>
                <c:pt idx="20">
                  <c:v>96.065</c:v>
                </c:pt>
                <c:pt idx="21">
                  <c:v>95.80000000000001</c:v>
                </c:pt>
                <c:pt idx="22">
                  <c:v>95.525</c:v>
                </c:pt>
                <c:pt idx="23">
                  <c:v>95.16</c:v>
                </c:pt>
                <c:pt idx="24">
                  <c:v>94.83</c:v>
                </c:pt>
                <c:pt idx="25">
                  <c:v>94.445</c:v>
                </c:pt>
                <c:pt idx="26">
                  <c:v>94.055</c:v>
                </c:pt>
                <c:pt idx="27">
                  <c:v>93.625</c:v>
                </c:pt>
                <c:pt idx="28">
                  <c:v>93.17</c:v>
                </c:pt>
                <c:pt idx="29">
                  <c:v>92.66</c:v>
                </c:pt>
                <c:pt idx="30">
                  <c:v>92.11500000000001</c:v>
                </c:pt>
                <c:pt idx="31">
                  <c:v>91.555</c:v>
                </c:pt>
                <c:pt idx="32">
                  <c:v>90.925</c:v>
                </c:pt>
                <c:pt idx="33">
                  <c:v>90.28999999999999</c:v>
                </c:pt>
                <c:pt idx="34">
                  <c:v>89.60499999999999</c:v>
                </c:pt>
                <c:pt idx="35">
                  <c:v>88.955</c:v>
                </c:pt>
                <c:pt idx="36">
                  <c:v>88.29</c:v>
                </c:pt>
                <c:pt idx="37">
                  <c:v>87.655</c:v>
                </c:pt>
                <c:pt idx="38">
                  <c:v>86.975</c:v>
                </c:pt>
                <c:pt idx="39">
                  <c:v>86.25999999999999</c:v>
                </c:pt>
                <c:pt idx="40">
                  <c:v>85.565</c:v>
                </c:pt>
                <c:pt idx="41">
                  <c:v>84.85</c:v>
                </c:pt>
                <c:pt idx="42">
                  <c:v>84.11</c:v>
                </c:pt>
                <c:pt idx="43">
                  <c:v>83.33</c:v>
                </c:pt>
                <c:pt idx="44">
                  <c:v>82.525</c:v>
                </c:pt>
                <c:pt idx="45">
                  <c:v>81.745</c:v>
                </c:pt>
                <c:pt idx="46">
                  <c:v>80.875</c:v>
                </c:pt>
                <c:pt idx="47">
                  <c:v>80.015</c:v>
                </c:pt>
                <c:pt idx="48">
                  <c:v>79.07</c:v>
                </c:pt>
                <c:pt idx="49">
                  <c:v>78.155</c:v>
                </c:pt>
                <c:pt idx="50">
                  <c:v>77.28</c:v>
                </c:pt>
                <c:pt idx="51">
                  <c:v>76.33</c:v>
                </c:pt>
                <c:pt idx="52">
                  <c:v>75.41</c:v>
                </c:pt>
                <c:pt idx="53">
                  <c:v>74.495</c:v>
                </c:pt>
                <c:pt idx="54">
                  <c:v>73.58</c:v>
                </c:pt>
                <c:pt idx="55">
                  <c:v>72.7</c:v>
                </c:pt>
                <c:pt idx="56">
                  <c:v>71.86</c:v>
                </c:pt>
                <c:pt idx="57">
                  <c:v>71.045</c:v>
                </c:pt>
                <c:pt idx="58">
                  <c:v>70.345</c:v>
                </c:pt>
                <c:pt idx="59">
                  <c:v>69.59</c:v>
                </c:pt>
                <c:pt idx="60">
                  <c:v>68.9</c:v>
                </c:pt>
                <c:pt idx="61">
                  <c:v>68.275</c:v>
                </c:pt>
                <c:pt idx="62">
                  <c:v>67.66999999999999</c:v>
                </c:pt>
                <c:pt idx="63">
                  <c:v>67.065</c:v>
                </c:pt>
                <c:pt idx="64">
                  <c:v>66.525</c:v>
                </c:pt>
                <c:pt idx="65">
                  <c:v>66.00999999999999</c:v>
                </c:pt>
                <c:pt idx="66">
                  <c:v>65.48</c:v>
                </c:pt>
                <c:pt idx="67">
                  <c:v>64.96</c:v>
                </c:pt>
                <c:pt idx="68">
                  <c:v>64.51</c:v>
                </c:pt>
                <c:pt idx="69">
                  <c:v>64.035</c:v>
                </c:pt>
                <c:pt idx="70">
                  <c:v>63.515</c:v>
                </c:pt>
                <c:pt idx="71">
                  <c:v>63.015</c:v>
                </c:pt>
                <c:pt idx="72">
                  <c:v>62.55</c:v>
                </c:pt>
                <c:pt idx="73">
                  <c:v>62.035</c:v>
                </c:pt>
                <c:pt idx="74">
                  <c:v>61.6</c:v>
                </c:pt>
                <c:pt idx="75">
                  <c:v>61.135000000000005</c:v>
                </c:pt>
                <c:pt idx="76">
                  <c:v>60.665</c:v>
                </c:pt>
                <c:pt idx="77">
                  <c:v>60.265</c:v>
                </c:pt>
                <c:pt idx="78">
                  <c:v>59.879999999999995</c:v>
                </c:pt>
                <c:pt idx="79">
                  <c:v>59.56</c:v>
                </c:pt>
                <c:pt idx="80">
                  <c:v>59.235</c:v>
                </c:pt>
                <c:pt idx="81">
                  <c:v>58.93</c:v>
                </c:pt>
                <c:pt idx="82">
                  <c:v>58.625</c:v>
                </c:pt>
                <c:pt idx="83">
                  <c:v>58.32</c:v>
                </c:pt>
                <c:pt idx="84">
                  <c:v>57.989999999999995</c:v>
                </c:pt>
                <c:pt idx="85">
                  <c:v>57.629999999999995</c:v>
                </c:pt>
                <c:pt idx="86">
                  <c:v>57.31</c:v>
                </c:pt>
                <c:pt idx="87">
                  <c:v>56.86</c:v>
                </c:pt>
                <c:pt idx="88">
                  <c:v>56.465</c:v>
                </c:pt>
                <c:pt idx="89">
                  <c:v>55.935</c:v>
                </c:pt>
                <c:pt idx="90">
                  <c:v>55.44</c:v>
                </c:pt>
                <c:pt idx="91">
                  <c:v>54.89</c:v>
                </c:pt>
                <c:pt idx="92">
                  <c:v>54.315</c:v>
                </c:pt>
                <c:pt idx="93">
                  <c:v>53.730000000000004</c:v>
                </c:pt>
                <c:pt idx="94">
                  <c:v>53.12</c:v>
                </c:pt>
                <c:pt idx="95">
                  <c:v>52.485</c:v>
                </c:pt>
                <c:pt idx="96">
                  <c:v>51.870000000000005</c:v>
                </c:pt>
                <c:pt idx="97">
                  <c:v>51.225</c:v>
                </c:pt>
                <c:pt idx="98">
                  <c:v>50.485</c:v>
                </c:pt>
                <c:pt idx="99">
                  <c:v>49.845</c:v>
                </c:pt>
                <c:pt idx="100">
                  <c:v>49.114999999999995</c:v>
                </c:pt>
                <c:pt idx="101">
                  <c:v>48.355</c:v>
                </c:pt>
                <c:pt idx="102">
                  <c:v>47.665</c:v>
                </c:pt>
                <c:pt idx="103">
                  <c:v>46.865</c:v>
                </c:pt>
                <c:pt idx="104">
                  <c:v>46.07</c:v>
                </c:pt>
                <c:pt idx="105">
                  <c:v>45.315</c:v>
                </c:pt>
                <c:pt idx="106">
                  <c:v>44.49</c:v>
                </c:pt>
                <c:pt idx="107">
                  <c:v>43.71</c:v>
                </c:pt>
                <c:pt idx="108">
                  <c:v>42.91</c:v>
                </c:pt>
                <c:pt idx="109">
                  <c:v>42.06</c:v>
                </c:pt>
                <c:pt idx="110">
                  <c:v>41.2</c:v>
                </c:pt>
                <c:pt idx="111">
                  <c:v>40.379999999999995</c:v>
                </c:pt>
                <c:pt idx="112">
                  <c:v>39.515</c:v>
                </c:pt>
                <c:pt idx="113">
                  <c:v>38.655</c:v>
                </c:pt>
                <c:pt idx="114">
                  <c:v>37.79</c:v>
                </c:pt>
                <c:pt idx="115">
                  <c:v>36.864999999999995</c:v>
                </c:pt>
                <c:pt idx="116">
                  <c:v>35.995000000000005</c:v>
                </c:pt>
                <c:pt idx="117">
                  <c:v>35.045</c:v>
                </c:pt>
                <c:pt idx="118">
                  <c:v>34.125</c:v>
                </c:pt>
                <c:pt idx="119">
                  <c:v>33.165</c:v>
                </c:pt>
                <c:pt idx="120">
                  <c:v>32.22</c:v>
                </c:pt>
                <c:pt idx="121">
                  <c:v>31.265</c:v>
                </c:pt>
                <c:pt idx="122">
                  <c:v>30.275</c:v>
                </c:pt>
                <c:pt idx="123">
                  <c:v>29.265</c:v>
                </c:pt>
                <c:pt idx="124">
                  <c:v>28.275</c:v>
                </c:pt>
                <c:pt idx="125">
                  <c:v>27.259999999999998</c:v>
                </c:pt>
                <c:pt idx="126">
                  <c:v>26.21</c:v>
                </c:pt>
                <c:pt idx="127">
                  <c:v>25.155</c:v>
                </c:pt>
                <c:pt idx="128">
                  <c:v>24.064999999999998</c:v>
                </c:pt>
                <c:pt idx="129">
                  <c:v>22.995</c:v>
                </c:pt>
                <c:pt idx="130">
                  <c:v>21.895</c:v>
                </c:pt>
                <c:pt idx="131">
                  <c:v>20.765</c:v>
                </c:pt>
                <c:pt idx="132">
                  <c:v>19.615000000000002</c:v>
                </c:pt>
                <c:pt idx="133">
                  <c:v>18.47</c:v>
                </c:pt>
                <c:pt idx="134">
                  <c:v>17.259999999999998</c:v>
                </c:pt>
                <c:pt idx="135">
                  <c:v>16.04</c:v>
                </c:pt>
                <c:pt idx="136">
                  <c:v>14.82</c:v>
                </c:pt>
                <c:pt idx="137">
                  <c:v>13.58</c:v>
                </c:pt>
                <c:pt idx="138">
                  <c:v>12.34</c:v>
                </c:pt>
                <c:pt idx="139">
                  <c:v>11.025</c:v>
                </c:pt>
                <c:pt idx="140">
                  <c:v>9.7</c:v>
                </c:pt>
                <c:pt idx="141">
                  <c:v>8.425</c:v>
                </c:pt>
                <c:pt idx="142">
                  <c:v>7.085</c:v>
                </c:pt>
                <c:pt idx="143">
                  <c:v>5.72</c:v>
                </c:pt>
                <c:pt idx="144">
                  <c:v>4.385</c:v>
                </c:pt>
                <c:pt idx="145">
                  <c:v>3.005</c:v>
                </c:pt>
                <c:pt idx="146">
                  <c:v>1.605</c:v>
                </c:pt>
                <c:pt idx="147">
                  <c:v>0.19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PF 준불연 내부용 N₂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Sheet1!$G$2:$G$149</c:f>
              <c:numCache>
                <c:formatCode>General</c:formatCode>
                <c:ptCount val="148"/>
                <c:pt idx="0">
                  <c:v>98.91</c:v>
                </c:pt>
                <c:pt idx="1">
                  <c:v>98.58</c:v>
                </c:pt>
                <c:pt idx="2">
                  <c:v>98.32</c:v>
                </c:pt>
                <c:pt idx="3">
                  <c:v>98.095</c:v>
                </c:pt>
                <c:pt idx="4">
                  <c:v>97.94</c:v>
                </c:pt>
                <c:pt idx="5">
                  <c:v>97.785</c:v>
                </c:pt>
                <c:pt idx="6">
                  <c:v>97.655</c:v>
                </c:pt>
                <c:pt idx="7">
                  <c:v>97.535</c:v>
                </c:pt>
                <c:pt idx="8">
                  <c:v>97.39</c:v>
                </c:pt>
                <c:pt idx="9">
                  <c:v>97.28999999999999</c:v>
                </c:pt>
                <c:pt idx="10">
                  <c:v>97.145</c:v>
                </c:pt>
                <c:pt idx="11">
                  <c:v>97.005</c:v>
                </c:pt>
                <c:pt idx="12">
                  <c:v>96.84</c:v>
                </c:pt>
                <c:pt idx="13">
                  <c:v>96.705</c:v>
                </c:pt>
                <c:pt idx="14">
                  <c:v>96.52000000000001</c:v>
                </c:pt>
                <c:pt idx="15">
                  <c:v>96.305</c:v>
                </c:pt>
                <c:pt idx="16">
                  <c:v>96.105</c:v>
                </c:pt>
                <c:pt idx="17">
                  <c:v>95.87</c:v>
                </c:pt>
                <c:pt idx="18">
                  <c:v>95.63</c:v>
                </c:pt>
                <c:pt idx="19">
                  <c:v>95.355</c:v>
                </c:pt>
                <c:pt idx="20">
                  <c:v>95.07</c:v>
                </c:pt>
                <c:pt idx="21">
                  <c:v>94.74</c:v>
                </c:pt>
                <c:pt idx="22">
                  <c:v>94.39</c:v>
                </c:pt>
                <c:pt idx="23">
                  <c:v>94.03999999999999</c:v>
                </c:pt>
                <c:pt idx="24">
                  <c:v>93.67</c:v>
                </c:pt>
                <c:pt idx="25">
                  <c:v>93.265</c:v>
                </c:pt>
                <c:pt idx="26">
                  <c:v>92.83</c:v>
                </c:pt>
                <c:pt idx="27">
                  <c:v>92.405</c:v>
                </c:pt>
                <c:pt idx="28">
                  <c:v>91.945</c:v>
                </c:pt>
                <c:pt idx="29">
                  <c:v>91.49000000000001</c:v>
                </c:pt>
                <c:pt idx="30">
                  <c:v>91.045</c:v>
                </c:pt>
                <c:pt idx="31">
                  <c:v>90.55</c:v>
                </c:pt>
                <c:pt idx="32">
                  <c:v>90.105</c:v>
                </c:pt>
                <c:pt idx="33">
                  <c:v>89.64</c:v>
                </c:pt>
                <c:pt idx="34">
                  <c:v>89.195</c:v>
                </c:pt>
                <c:pt idx="35">
                  <c:v>88.75999999999999</c:v>
                </c:pt>
                <c:pt idx="36">
                  <c:v>88.32</c:v>
                </c:pt>
                <c:pt idx="37">
                  <c:v>87.87</c:v>
                </c:pt>
                <c:pt idx="38">
                  <c:v>87.41</c:v>
                </c:pt>
                <c:pt idx="39">
                  <c:v>86.91999999999999</c:v>
                </c:pt>
                <c:pt idx="40">
                  <c:v>86.47999999999999</c:v>
                </c:pt>
                <c:pt idx="41">
                  <c:v>86.025</c:v>
                </c:pt>
                <c:pt idx="42">
                  <c:v>85.495</c:v>
                </c:pt>
                <c:pt idx="43">
                  <c:v>85</c:v>
                </c:pt>
                <c:pt idx="44">
                  <c:v>84.49000000000001</c:v>
                </c:pt>
                <c:pt idx="45">
                  <c:v>83.935</c:v>
                </c:pt>
                <c:pt idx="46">
                  <c:v>83.39</c:v>
                </c:pt>
                <c:pt idx="47">
                  <c:v>82.785</c:v>
                </c:pt>
                <c:pt idx="48">
                  <c:v>82.18</c:v>
                </c:pt>
                <c:pt idx="49">
                  <c:v>81.56</c:v>
                </c:pt>
                <c:pt idx="50">
                  <c:v>80.905</c:v>
                </c:pt>
                <c:pt idx="51">
                  <c:v>80.255</c:v>
                </c:pt>
                <c:pt idx="52">
                  <c:v>79.615</c:v>
                </c:pt>
                <c:pt idx="53">
                  <c:v>78.97</c:v>
                </c:pt>
                <c:pt idx="54">
                  <c:v>78.34</c:v>
                </c:pt>
                <c:pt idx="55">
                  <c:v>77.755</c:v>
                </c:pt>
                <c:pt idx="56">
                  <c:v>77.185</c:v>
                </c:pt>
                <c:pt idx="57">
                  <c:v>76.68</c:v>
                </c:pt>
                <c:pt idx="58">
                  <c:v>76.16499999999999</c:v>
                </c:pt>
                <c:pt idx="59">
                  <c:v>75.71000000000001</c:v>
                </c:pt>
                <c:pt idx="60">
                  <c:v>75.265</c:v>
                </c:pt>
                <c:pt idx="61">
                  <c:v>74.89</c:v>
                </c:pt>
                <c:pt idx="62">
                  <c:v>74.5</c:v>
                </c:pt>
                <c:pt idx="63">
                  <c:v>74.13999999999999</c:v>
                </c:pt>
                <c:pt idx="64">
                  <c:v>73.76499999999999</c:v>
                </c:pt>
                <c:pt idx="65">
                  <c:v>73.435</c:v>
                </c:pt>
                <c:pt idx="66">
                  <c:v>73.12</c:v>
                </c:pt>
                <c:pt idx="67">
                  <c:v>72.745</c:v>
                </c:pt>
                <c:pt idx="68">
                  <c:v>72.405</c:v>
                </c:pt>
                <c:pt idx="69">
                  <c:v>72.055</c:v>
                </c:pt>
                <c:pt idx="70">
                  <c:v>71.67</c:v>
                </c:pt>
                <c:pt idx="71">
                  <c:v>71.31</c:v>
                </c:pt>
                <c:pt idx="72">
                  <c:v>70.905</c:v>
                </c:pt>
                <c:pt idx="73">
                  <c:v>70.475</c:v>
                </c:pt>
                <c:pt idx="74">
                  <c:v>70.045</c:v>
                </c:pt>
                <c:pt idx="75">
                  <c:v>69.58000000000001</c:v>
                </c:pt>
                <c:pt idx="76">
                  <c:v>69.105</c:v>
                </c:pt>
                <c:pt idx="77">
                  <c:v>68.59</c:v>
                </c:pt>
                <c:pt idx="78">
                  <c:v>67.995</c:v>
                </c:pt>
                <c:pt idx="79">
                  <c:v>67.385</c:v>
                </c:pt>
                <c:pt idx="80">
                  <c:v>66.725</c:v>
                </c:pt>
                <c:pt idx="81">
                  <c:v>66.045</c:v>
                </c:pt>
                <c:pt idx="82">
                  <c:v>65.28</c:v>
                </c:pt>
                <c:pt idx="83">
                  <c:v>64.515</c:v>
                </c:pt>
                <c:pt idx="84">
                  <c:v>63.769999999999996</c:v>
                </c:pt>
                <c:pt idx="85">
                  <c:v>62.974999999999994</c:v>
                </c:pt>
                <c:pt idx="86">
                  <c:v>62.21</c:v>
                </c:pt>
                <c:pt idx="87">
                  <c:v>61.415</c:v>
                </c:pt>
                <c:pt idx="88">
                  <c:v>60.605000000000004</c:v>
                </c:pt>
                <c:pt idx="89">
                  <c:v>59.78</c:v>
                </c:pt>
                <c:pt idx="90">
                  <c:v>58.935</c:v>
                </c:pt>
                <c:pt idx="91">
                  <c:v>58.084999999999994</c:v>
                </c:pt>
                <c:pt idx="92">
                  <c:v>57.185</c:v>
                </c:pt>
                <c:pt idx="93">
                  <c:v>56.27</c:v>
                </c:pt>
                <c:pt idx="94">
                  <c:v>55.36</c:v>
                </c:pt>
                <c:pt idx="95">
                  <c:v>54.415</c:v>
                </c:pt>
                <c:pt idx="96">
                  <c:v>53.45</c:v>
                </c:pt>
                <c:pt idx="97">
                  <c:v>52.415</c:v>
                </c:pt>
                <c:pt idx="98">
                  <c:v>51.379999999999995</c:v>
                </c:pt>
                <c:pt idx="99">
                  <c:v>50.335</c:v>
                </c:pt>
                <c:pt idx="100">
                  <c:v>49.265</c:v>
                </c:pt>
                <c:pt idx="101">
                  <c:v>48.144999999999996</c:v>
                </c:pt>
                <c:pt idx="102">
                  <c:v>47.04</c:v>
                </c:pt>
                <c:pt idx="103">
                  <c:v>45.894999999999996</c:v>
                </c:pt>
                <c:pt idx="104">
                  <c:v>44.75</c:v>
                </c:pt>
                <c:pt idx="105">
                  <c:v>43.6</c:v>
                </c:pt>
                <c:pt idx="106">
                  <c:v>42.415</c:v>
                </c:pt>
                <c:pt idx="107">
                  <c:v>41.235</c:v>
                </c:pt>
                <c:pt idx="108">
                  <c:v>40.065</c:v>
                </c:pt>
                <c:pt idx="109">
                  <c:v>38.875</c:v>
                </c:pt>
                <c:pt idx="110">
                  <c:v>37.665000000000006</c:v>
                </c:pt>
                <c:pt idx="111">
                  <c:v>36.445</c:v>
                </c:pt>
                <c:pt idx="112">
                  <c:v>35.254999999999995</c:v>
                </c:pt>
                <c:pt idx="113">
                  <c:v>34.06</c:v>
                </c:pt>
                <c:pt idx="114">
                  <c:v>32.83</c:v>
                </c:pt>
                <c:pt idx="115">
                  <c:v>31.645000000000003</c:v>
                </c:pt>
                <c:pt idx="116">
                  <c:v>30.455</c:v>
                </c:pt>
                <c:pt idx="117">
                  <c:v>29.275</c:v>
                </c:pt>
                <c:pt idx="118">
                  <c:v>28.075</c:v>
                </c:pt>
                <c:pt idx="119">
                  <c:v>26.92</c:v>
                </c:pt>
                <c:pt idx="120">
                  <c:v>25.740000000000002</c:v>
                </c:pt>
                <c:pt idx="121">
                  <c:v>24.61</c:v>
                </c:pt>
                <c:pt idx="122">
                  <c:v>23.455</c:v>
                </c:pt>
                <c:pt idx="123">
                  <c:v>22.325000000000003</c:v>
                </c:pt>
                <c:pt idx="124">
                  <c:v>21.215</c:v>
                </c:pt>
                <c:pt idx="125">
                  <c:v>20.095</c:v>
                </c:pt>
                <c:pt idx="126">
                  <c:v>19.035</c:v>
                </c:pt>
                <c:pt idx="127">
                  <c:v>17.924999999999997</c:v>
                </c:pt>
                <c:pt idx="128">
                  <c:v>16.835</c:v>
                </c:pt>
                <c:pt idx="129">
                  <c:v>15.725</c:v>
                </c:pt>
                <c:pt idx="130">
                  <c:v>14.68</c:v>
                </c:pt>
                <c:pt idx="131">
                  <c:v>13.614999999999998</c:v>
                </c:pt>
                <c:pt idx="132">
                  <c:v>12.585</c:v>
                </c:pt>
                <c:pt idx="133">
                  <c:v>11.605</c:v>
                </c:pt>
                <c:pt idx="134">
                  <c:v>10.59</c:v>
                </c:pt>
                <c:pt idx="135">
                  <c:v>9.625</c:v>
                </c:pt>
                <c:pt idx="136">
                  <c:v>8.73</c:v>
                </c:pt>
                <c:pt idx="137">
                  <c:v>7.824999999999999</c:v>
                </c:pt>
                <c:pt idx="138">
                  <c:v>6.975</c:v>
                </c:pt>
                <c:pt idx="139">
                  <c:v>6.13</c:v>
                </c:pt>
                <c:pt idx="140">
                  <c:v>5.300000000000001</c:v>
                </c:pt>
                <c:pt idx="141">
                  <c:v>4.525</c:v>
                </c:pt>
                <c:pt idx="142">
                  <c:v>3.7350000000000003</c:v>
                </c:pt>
                <c:pt idx="143">
                  <c:v>2.95</c:v>
                </c:pt>
                <c:pt idx="144">
                  <c:v>2.205</c:v>
                </c:pt>
                <c:pt idx="145">
                  <c:v>1.455</c:v>
                </c:pt>
                <c:pt idx="146">
                  <c:v>0.74</c:v>
                </c:pt>
                <c:pt idx="147">
                  <c:v>0.035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10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10"/>
          <c:min val="-1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6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가연성 공기(O)</c:v>
                </c:pt>
              </c:strCache>
            </c:strRef>
          </c:tx>
          <c:spPr>
            <a:solidFill>
              <a:srgbClr val="EDA100"/>
            </a:solidFill>
            <a:ln w="2222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101.465</c:v>
                </c:pt>
                <c:pt idx="1">
                  <c:v>102.48</c:v>
                </c:pt>
                <c:pt idx="2">
                  <c:v>103.345</c:v>
                </c:pt>
                <c:pt idx="3">
                  <c:v>104.185</c:v>
                </c:pt>
                <c:pt idx="4">
                  <c:v>105.00999999999999</c:v>
                </c:pt>
                <c:pt idx="5">
                  <c:v>105.33</c:v>
                </c:pt>
                <c:pt idx="6">
                  <c:v>106.06</c:v>
                </c:pt>
                <c:pt idx="7">
                  <c:v>106.675</c:v>
                </c:pt>
                <c:pt idx="8">
                  <c:v>107.02000000000001</c:v>
                </c:pt>
                <c:pt idx="9">
                  <c:v>107.375</c:v>
                </c:pt>
                <c:pt idx="10">
                  <c:v>107.83500000000001</c:v>
                </c:pt>
                <c:pt idx="11">
                  <c:v>108.615</c:v>
                </c:pt>
                <c:pt idx="12">
                  <c:v>108.56</c:v>
                </c:pt>
                <c:pt idx="13">
                  <c:v>108.645</c:v>
                </c:pt>
                <c:pt idx="14">
                  <c:v>108.635</c:v>
                </c:pt>
                <c:pt idx="15">
                  <c:v>108.375</c:v>
                </c:pt>
                <c:pt idx="16">
                  <c:v>108.12</c:v>
                </c:pt>
                <c:pt idx="17">
                  <c:v>107.9</c:v>
                </c:pt>
                <c:pt idx="18">
                  <c:v>108.03999999999999</c:v>
                </c:pt>
                <c:pt idx="19">
                  <c:v>108.05</c:v>
                </c:pt>
                <c:pt idx="20">
                  <c:v>108.095</c:v>
                </c:pt>
                <c:pt idx="21">
                  <c:v>108.255</c:v>
                </c:pt>
                <c:pt idx="22">
                  <c:v>107.975</c:v>
                </c:pt>
                <c:pt idx="23">
                  <c:v>108.035</c:v>
                </c:pt>
                <c:pt idx="24">
                  <c:v>107.62</c:v>
                </c:pt>
                <c:pt idx="25">
                  <c:v>107.69</c:v>
                </c:pt>
                <c:pt idx="26">
                  <c:v>107.50999999999999</c:v>
                </c:pt>
                <c:pt idx="27">
                  <c:v>107.63</c:v>
                </c:pt>
                <c:pt idx="28">
                  <c:v>107.475</c:v>
                </c:pt>
                <c:pt idx="29">
                  <c:v>107.07499999999999</c:v>
                </c:pt>
                <c:pt idx="30">
                  <c:v>107.13499999999999</c:v>
                </c:pt>
                <c:pt idx="31">
                  <c:v>106.955</c:v>
                </c:pt>
                <c:pt idx="32">
                  <c:v>106.94</c:v>
                </c:pt>
                <c:pt idx="33">
                  <c:v>106.57499999999999</c:v>
                </c:pt>
                <c:pt idx="34">
                  <c:v>106.33000000000001</c:v>
                </c:pt>
                <c:pt idx="35">
                  <c:v>106.28</c:v>
                </c:pt>
                <c:pt idx="36">
                  <c:v>106.03</c:v>
                </c:pt>
                <c:pt idx="37">
                  <c:v>105.80000000000001</c:v>
                </c:pt>
                <c:pt idx="38">
                  <c:v>105.3</c:v>
                </c:pt>
                <c:pt idx="39">
                  <c:v>104.93</c:v>
                </c:pt>
                <c:pt idx="40">
                  <c:v>104.245</c:v>
                </c:pt>
                <c:pt idx="41">
                  <c:v>103.575</c:v>
                </c:pt>
                <c:pt idx="42">
                  <c:v>102.25999999999999</c:v>
                </c:pt>
                <c:pt idx="43">
                  <c:v>100.43</c:v>
                </c:pt>
                <c:pt idx="44">
                  <c:v>97.795</c:v>
                </c:pt>
                <c:pt idx="45">
                  <c:v>93.935</c:v>
                </c:pt>
                <c:pt idx="46">
                  <c:v>88.64</c:v>
                </c:pt>
                <c:pt idx="47">
                  <c:v>80.785</c:v>
                </c:pt>
                <c:pt idx="48">
                  <c:v>70.14</c:v>
                </c:pt>
                <c:pt idx="49">
                  <c:v>58.235</c:v>
                </c:pt>
                <c:pt idx="50">
                  <c:v>46.71</c:v>
                </c:pt>
                <c:pt idx="51">
                  <c:v>36.745000000000005</c:v>
                </c:pt>
                <c:pt idx="52">
                  <c:v>28.77</c:v>
                </c:pt>
                <c:pt idx="53">
                  <c:v>22.869999999999997</c:v>
                </c:pt>
                <c:pt idx="54">
                  <c:v>17.71</c:v>
                </c:pt>
                <c:pt idx="55">
                  <c:v>13.775</c:v>
                </c:pt>
                <c:pt idx="56">
                  <c:v>11.195</c:v>
                </c:pt>
                <c:pt idx="57">
                  <c:v>9.32</c:v>
                </c:pt>
                <c:pt idx="58">
                  <c:v>7.525</c:v>
                </c:pt>
                <c:pt idx="59">
                  <c:v>6.235</c:v>
                </c:pt>
                <c:pt idx="60">
                  <c:v>5.575</c:v>
                </c:pt>
                <c:pt idx="61">
                  <c:v>5.245</c:v>
                </c:pt>
                <c:pt idx="62">
                  <c:v>4.654999999999999</c:v>
                </c:pt>
                <c:pt idx="63">
                  <c:v>4.46</c:v>
                </c:pt>
                <c:pt idx="64">
                  <c:v>4.48</c:v>
                </c:pt>
                <c:pt idx="65">
                  <c:v>3.9050000000000002</c:v>
                </c:pt>
                <c:pt idx="66">
                  <c:v>3.735</c:v>
                </c:pt>
                <c:pt idx="67">
                  <c:v>3.58</c:v>
                </c:pt>
                <c:pt idx="68">
                  <c:v>3.0549999999999997</c:v>
                </c:pt>
                <c:pt idx="69">
                  <c:v>3.105</c:v>
                </c:pt>
                <c:pt idx="70">
                  <c:v>2.5949999999999998</c:v>
                </c:pt>
                <c:pt idx="71">
                  <c:v>2.665</c:v>
                </c:pt>
                <c:pt idx="72">
                  <c:v>2.625</c:v>
                </c:pt>
                <c:pt idx="73">
                  <c:v>2.165</c:v>
                </c:pt>
                <c:pt idx="74">
                  <c:v>2.0149999999999997</c:v>
                </c:pt>
                <c:pt idx="75">
                  <c:v>1.685</c:v>
                </c:pt>
                <c:pt idx="76">
                  <c:v>1.9249999999999998</c:v>
                </c:pt>
                <c:pt idx="77">
                  <c:v>1.4749999999999999</c:v>
                </c:pt>
                <c:pt idx="78">
                  <c:v>1.305</c:v>
                </c:pt>
                <c:pt idx="79">
                  <c:v>1.045</c:v>
                </c:pt>
                <c:pt idx="80">
                  <c:v>0.6900000000000001</c:v>
                </c:pt>
                <c:pt idx="81">
                  <c:v>0.51</c:v>
                </c:pt>
                <c:pt idx="82">
                  <c:v>0.06499999999999995</c:v>
                </c:pt>
                <c:pt idx="83">
                  <c:v>-0.29000000000000004</c:v>
                </c:pt>
                <c:pt idx="84">
                  <c:v>-0.30000000000000004</c:v>
                </c:pt>
                <c:pt idx="85">
                  <c:v>-1.145</c:v>
                </c:pt>
                <c:pt idx="86">
                  <c:v>-1.4549999999999998</c:v>
                </c:pt>
                <c:pt idx="87">
                  <c:v>-1.4600000000000002</c:v>
                </c:pt>
                <c:pt idx="88">
                  <c:v>-1.82</c:v>
                </c:pt>
                <c:pt idx="89">
                  <c:v>-2.4050000000000002</c:v>
                </c:pt>
                <c:pt idx="90">
                  <c:v>-2.7350000000000003</c:v>
                </c:pt>
                <c:pt idx="91">
                  <c:v>-3.3</c:v>
                </c:pt>
                <c:pt idx="92">
                  <c:v>-3.5949999999999998</c:v>
                </c:pt>
                <c:pt idx="93">
                  <c:v>-3.87</c:v>
                </c:pt>
                <c:pt idx="94">
                  <c:v>-4.105</c:v>
                </c:pt>
                <c:pt idx="95">
                  <c:v>-4.59</c:v>
                </c:pt>
                <c:pt idx="96">
                  <c:v>-4.82</c:v>
                </c:pt>
                <c:pt idx="97">
                  <c:v>-4.6850000000000005</c:v>
                </c:pt>
                <c:pt idx="98">
                  <c:v>-4.87</c:v>
                </c:pt>
                <c:pt idx="99">
                  <c:v>-4.74</c:v>
                </c:pt>
                <c:pt idx="100">
                  <c:v>-4.785</c:v>
                </c:pt>
                <c:pt idx="101">
                  <c:v>-5.08</c:v>
                </c:pt>
                <c:pt idx="102">
                  <c:v>-4.9350000000000005</c:v>
                </c:pt>
                <c:pt idx="103">
                  <c:v>-4.865</c:v>
                </c:pt>
                <c:pt idx="104">
                  <c:v>-4.82</c:v>
                </c:pt>
                <c:pt idx="105">
                  <c:v>-5.095</c:v>
                </c:pt>
                <c:pt idx="106">
                  <c:v>-5.02</c:v>
                </c:pt>
                <c:pt idx="107">
                  <c:v>-4.8</c:v>
                </c:pt>
                <c:pt idx="108">
                  <c:v>-4.865</c:v>
                </c:pt>
                <c:pt idx="109">
                  <c:v>-4.945</c:v>
                </c:pt>
                <c:pt idx="110">
                  <c:v>-4.4350000000000005</c:v>
                </c:pt>
                <c:pt idx="111">
                  <c:v>-4.785</c:v>
                </c:pt>
                <c:pt idx="112">
                  <c:v>-4.895</c:v>
                </c:pt>
                <c:pt idx="113">
                  <c:v>-5.065</c:v>
                </c:pt>
                <c:pt idx="114">
                  <c:v>-4.8100000000000005</c:v>
                </c:pt>
                <c:pt idx="115">
                  <c:v>-4.58</c:v>
                </c:pt>
                <c:pt idx="116">
                  <c:v>-4.67</c:v>
                </c:pt>
                <c:pt idx="117">
                  <c:v>-4.45</c:v>
                </c:pt>
                <c:pt idx="118">
                  <c:v>-3.99</c:v>
                </c:pt>
                <c:pt idx="119">
                  <c:v>-4.125</c:v>
                </c:pt>
                <c:pt idx="120">
                  <c:v>-3.965</c:v>
                </c:pt>
                <c:pt idx="121">
                  <c:v>-3.955</c:v>
                </c:pt>
                <c:pt idx="122">
                  <c:v>-4.175</c:v>
                </c:pt>
                <c:pt idx="123">
                  <c:v>-3.6500000000000004</c:v>
                </c:pt>
                <c:pt idx="124">
                  <c:v>-3.615</c:v>
                </c:pt>
                <c:pt idx="125">
                  <c:v>-3.395</c:v>
                </c:pt>
                <c:pt idx="126">
                  <c:v>-3.495</c:v>
                </c:pt>
                <c:pt idx="127">
                  <c:v>-3.055</c:v>
                </c:pt>
                <c:pt idx="128">
                  <c:v>-3.1999999999999997</c:v>
                </c:pt>
                <c:pt idx="129">
                  <c:v>-3.0949999999999998</c:v>
                </c:pt>
                <c:pt idx="130">
                  <c:v>-2.895</c:v>
                </c:pt>
                <c:pt idx="131">
                  <c:v>-2.76</c:v>
                </c:pt>
                <c:pt idx="132">
                  <c:v>-2.76</c:v>
                </c:pt>
                <c:pt idx="133">
                  <c:v>-2.715</c:v>
                </c:pt>
                <c:pt idx="134">
                  <c:v>-2.39</c:v>
                </c:pt>
                <c:pt idx="135">
                  <c:v>-2.585</c:v>
                </c:pt>
                <c:pt idx="136">
                  <c:v>-1.895</c:v>
                </c:pt>
                <c:pt idx="137">
                  <c:v>-2.07</c:v>
                </c:pt>
                <c:pt idx="138">
                  <c:v>-1.65</c:v>
                </c:pt>
                <c:pt idx="139">
                  <c:v>-1.67</c:v>
                </c:pt>
                <c:pt idx="140">
                  <c:v>-1.585</c:v>
                </c:pt>
                <c:pt idx="141">
                  <c:v>-1.47</c:v>
                </c:pt>
                <c:pt idx="142">
                  <c:v>-1.495</c:v>
                </c:pt>
                <c:pt idx="143">
                  <c:v>-0.72</c:v>
                </c:pt>
                <c:pt idx="144">
                  <c:v>-0.8200000000000001</c:v>
                </c:pt>
                <c:pt idx="145">
                  <c:v>-0.615</c:v>
                </c:pt>
                <c:pt idx="146">
                  <c:v>-0.125</c:v>
                </c:pt>
                <c:pt idx="147">
                  <c:v>-0.030000000000000002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EPS 준불연 공기(O)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100.22</c:v>
                </c:pt>
                <c:pt idx="1">
                  <c:v>100.37</c:v>
                </c:pt>
                <c:pt idx="2">
                  <c:v>100.52000000000001</c:v>
                </c:pt>
                <c:pt idx="3">
                  <c:v>100.665</c:v>
                </c:pt>
                <c:pt idx="4">
                  <c:v>100.745</c:v>
                </c:pt>
                <c:pt idx="5">
                  <c:v>100.78</c:v>
                </c:pt>
                <c:pt idx="6">
                  <c:v>100.845</c:v>
                </c:pt>
                <c:pt idx="7">
                  <c:v>100.855</c:v>
                </c:pt>
                <c:pt idx="8">
                  <c:v>100.875</c:v>
                </c:pt>
                <c:pt idx="9">
                  <c:v>100.905</c:v>
                </c:pt>
                <c:pt idx="10">
                  <c:v>100.905</c:v>
                </c:pt>
                <c:pt idx="11">
                  <c:v>101.06</c:v>
                </c:pt>
                <c:pt idx="12">
                  <c:v>101.00999999999999</c:v>
                </c:pt>
                <c:pt idx="13">
                  <c:v>100.85499999999999</c:v>
                </c:pt>
                <c:pt idx="14">
                  <c:v>100.715</c:v>
                </c:pt>
                <c:pt idx="15">
                  <c:v>100.53</c:v>
                </c:pt>
                <c:pt idx="16">
                  <c:v>100.395</c:v>
                </c:pt>
                <c:pt idx="17">
                  <c:v>100.315</c:v>
                </c:pt>
                <c:pt idx="18">
                  <c:v>100.27</c:v>
                </c:pt>
                <c:pt idx="19">
                  <c:v>100.20500000000001</c:v>
                </c:pt>
                <c:pt idx="20">
                  <c:v>100.16499999999999</c:v>
                </c:pt>
                <c:pt idx="21">
                  <c:v>100.055</c:v>
                </c:pt>
                <c:pt idx="22">
                  <c:v>100.025</c:v>
                </c:pt>
                <c:pt idx="23">
                  <c:v>99.955</c:v>
                </c:pt>
                <c:pt idx="24">
                  <c:v>99.9</c:v>
                </c:pt>
                <c:pt idx="25">
                  <c:v>99.78</c:v>
                </c:pt>
                <c:pt idx="26">
                  <c:v>99.7</c:v>
                </c:pt>
                <c:pt idx="27">
                  <c:v>99.64500000000001</c:v>
                </c:pt>
                <c:pt idx="28">
                  <c:v>99.565</c:v>
                </c:pt>
                <c:pt idx="29">
                  <c:v>99.505</c:v>
                </c:pt>
                <c:pt idx="30">
                  <c:v>99.22999999999999</c:v>
                </c:pt>
                <c:pt idx="31">
                  <c:v>99.055</c:v>
                </c:pt>
                <c:pt idx="32">
                  <c:v>98.88499999999999</c:v>
                </c:pt>
                <c:pt idx="33">
                  <c:v>98.62</c:v>
                </c:pt>
                <c:pt idx="34">
                  <c:v>98.17500000000001</c:v>
                </c:pt>
                <c:pt idx="35">
                  <c:v>97.67</c:v>
                </c:pt>
                <c:pt idx="36">
                  <c:v>97.14</c:v>
                </c:pt>
                <c:pt idx="37">
                  <c:v>96.495</c:v>
                </c:pt>
                <c:pt idx="38">
                  <c:v>95.84</c:v>
                </c:pt>
                <c:pt idx="39">
                  <c:v>95.07</c:v>
                </c:pt>
                <c:pt idx="40">
                  <c:v>94.33500000000001</c:v>
                </c:pt>
                <c:pt idx="41">
                  <c:v>93.715</c:v>
                </c:pt>
                <c:pt idx="42">
                  <c:v>93.03</c:v>
                </c:pt>
                <c:pt idx="43">
                  <c:v>92.405</c:v>
                </c:pt>
                <c:pt idx="44">
                  <c:v>91.78</c:v>
                </c:pt>
                <c:pt idx="45">
                  <c:v>91.14500000000001</c:v>
                </c:pt>
                <c:pt idx="46">
                  <c:v>90.455</c:v>
                </c:pt>
                <c:pt idx="47">
                  <c:v>89.715</c:v>
                </c:pt>
                <c:pt idx="48">
                  <c:v>88.875</c:v>
                </c:pt>
                <c:pt idx="49">
                  <c:v>87.91499999999999</c:v>
                </c:pt>
                <c:pt idx="50">
                  <c:v>86.69</c:v>
                </c:pt>
                <c:pt idx="51">
                  <c:v>85.13499999999999</c:v>
                </c:pt>
                <c:pt idx="52">
                  <c:v>83.15</c:v>
                </c:pt>
                <c:pt idx="53">
                  <c:v>80.665</c:v>
                </c:pt>
                <c:pt idx="54">
                  <c:v>77.61500000000001</c:v>
                </c:pt>
                <c:pt idx="55">
                  <c:v>74.045</c:v>
                </c:pt>
                <c:pt idx="56">
                  <c:v>69.905</c:v>
                </c:pt>
                <c:pt idx="57">
                  <c:v>65.305</c:v>
                </c:pt>
                <c:pt idx="58">
                  <c:v>60.435</c:v>
                </c:pt>
                <c:pt idx="59">
                  <c:v>55.375</c:v>
                </c:pt>
                <c:pt idx="60">
                  <c:v>50.44</c:v>
                </c:pt>
                <c:pt idx="61">
                  <c:v>45.8</c:v>
                </c:pt>
                <c:pt idx="62">
                  <c:v>41.83</c:v>
                </c:pt>
                <c:pt idx="63">
                  <c:v>38.705</c:v>
                </c:pt>
                <c:pt idx="64">
                  <c:v>36.625</c:v>
                </c:pt>
                <c:pt idx="65">
                  <c:v>35.455</c:v>
                </c:pt>
                <c:pt idx="66">
                  <c:v>34.735</c:v>
                </c:pt>
                <c:pt idx="67">
                  <c:v>34.3</c:v>
                </c:pt>
                <c:pt idx="68">
                  <c:v>33.955</c:v>
                </c:pt>
                <c:pt idx="69">
                  <c:v>33.620000000000005</c:v>
                </c:pt>
                <c:pt idx="70">
                  <c:v>33.33</c:v>
                </c:pt>
                <c:pt idx="71">
                  <c:v>33.04</c:v>
                </c:pt>
                <c:pt idx="72">
                  <c:v>32.79</c:v>
                </c:pt>
                <c:pt idx="73">
                  <c:v>32.525</c:v>
                </c:pt>
                <c:pt idx="74">
                  <c:v>32.33</c:v>
                </c:pt>
                <c:pt idx="75">
                  <c:v>32.075</c:v>
                </c:pt>
                <c:pt idx="76">
                  <c:v>31.765</c:v>
                </c:pt>
                <c:pt idx="77">
                  <c:v>31.485</c:v>
                </c:pt>
                <c:pt idx="78">
                  <c:v>31.259999999999998</c:v>
                </c:pt>
                <c:pt idx="79">
                  <c:v>30.924999999999997</c:v>
                </c:pt>
                <c:pt idx="80">
                  <c:v>30.595</c:v>
                </c:pt>
                <c:pt idx="81">
                  <c:v>30.25</c:v>
                </c:pt>
                <c:pt idx="82">
                  <c:v>29.939999999999998</c:v>
                </c:pt>
                <c:pt idx="83">
                  <c:v>29.545</c:v>
                </c:pt>
                <c:pt idx="84">
                  <c:v>29.125</c:v>
                </c:pt>
                <c:pt idx="85">
                  <c:v>28.66</c:v>
                </c:pt>
                <c:pt idx="86">
                  <c:v>28.19</c:v>
                </c:pt>
                <c:pt idx="87">
                  <c:v>27.665</c:v>
                </c:pt>
                <c:pt idx="88">
                  <c:v>27.134999999999998</c:v>
                </c:pt>
                <c:pt idx="89">
                  <c:v>26.56</c:v>
                </c:pt>
                <c:pt idx="90">
                  <c:v>25.935000000000002</c:v>
                </c:pt>
                <c:pt idx="91">
                  <c:v>25.32</c:v>
                </c:pt>
                <c:pt idx="92">
                  <c:v>24.645</c:v>
                </c:pt>
                <c:pt idx="93">
                  <c:v>24.02</c:v>
                </c:pt>
                <c:pt idx="94">
                  <c:v>23.405</c:v>
                </c:pt>
                <c:pt idx="95">
                  <c:v>22.85</c:v>
                </c:pt>
                <c:pt idx="96">
                  <c:v>22.325</c:v>
                </c:pt>
                <c:pt idx="97">
                  <c:v>21.955</c:v>
                </c:pt>
                <c:pt idx="98">
                  <c:v>21.6</c:v>
                </c:pt>
                <c:pt idx="99">
                  <c:v>21.369999999999997</c:v>
                </c:pt>
                <c:pt idx="100">
                  <c:v>21.145</c:v>
                </c:pt>
                <c:pt idx="101">
                  <c:v>20.985</c:v>
                </c:pt>
                <c:pt idx="102">
                  <c:v>20.810000000000002</c:v>
                </c:pt>
                <c:pt idx="103">
                  <c:v>20.715</c:v>
                </c:pt>
                <c:pt idx="104">
                  <c:v>20.630000000000003</c:v>
                </c:pt>
                <c:pt idx="105">
                  <c:v>20.509999999999998</c:v>
                </c:pt>
                <c:pt idx="106">
                  <c:v>20.43</c:v>
                </c:pt>
                <c:pt idx="107">
                  <c:v>20.285</c:v>
                </c:pt>
                <c:pt idx="108">
                  <c:v>20.23</c:v>
                </c:pt>
                <c:pt idx="109">
                  <c:v>20.14</c:v>
                </c:pt>
                <c:pt idx="110">
                  <c:v>20</c:v>
                </c:pt>
                <c:pt idx="111">
                  <c:v>19.965</c:v>
                </c:pt>
                <c:pt idx="112">
                  <c:v>19.814999999999998</c:v>
                </c:pt>
                <c:pt idx="113">
                  <c:v>19.695</c:v>
                </c:pt>
                <c:pt idx="114">
                  <c:v>19.564999999999998</c:v>
                </c:pt>
                <c:pt idx="115">
                  <c:v>19.44</c:v>
                </c:pt>
                <c:pt idx="116">
                  <c:v>19.325</c:v>
                </c:pt>
                <c:pt idx="117">
                  <c:v>19.240000000000002</c:v>
                </c:pt>
                <c:pt idx="118">
                  <c:v>19.07</c:v>
                </c:pt>
                <c:pt idx="119">
                  <c:v>18.975</c:v>
                </c:pt>
                <c:pt idx="120">
                  <c:v>18.835</c:v>
                </c:pt>
                <c:pt idx="121">
                  <c:v>18.725</c:v>
                </c:pt>
                <c:pt idx="122">
                  <c:v>18.595</c:v>
                </c:pt>
                <c:pt idx="123">
                  <c:v>18.465</c:v>
                </c:pt>
                <c:pt idx="124">
                  <c:v>18.35</c:v>
                </c:pt>
                <c:pt idx="125">
                  <c:v>18.18</c:v>
                </c:pt>
                <c:pt idx="126">
                  <c:v>18.085</c:v>
                </c:pt>
                <c:pt idx="127">
                  <c:v>17.935000000000002</c:v>
                </c:pt>
                <c:pt idx="128">
                  <c:v>17.795</c:v>
                </c:pt>
                <c:pt idx="129">
                  <c:v>17.56</c:v>
                </c:pt>
                <c:pt idx="130">
                  <c:v>17.36</c:v>
                </c:pt>
                <c:pt idx="131">
                  <c:v>17.085</c:v>
                </c:pt>
                <c:pt idx="132">
                  <c:v>16.79</c:v>
                </c:pt>
                <c:pt idx="133">
                  <c:v>16.455</c:v>
                </c:pt>
                <c:pt idx="134">
                  <c:v>16.02</c:v>
                </c:pt>
                <c:pt idx="135">
                  <c:v>15.535</c:v>
                </c:pt>
                <c:pt idx="136">
                  <c:v>14.945</c:v>
                </c:pt>
                <c:pt idx="137">
                  <c:v>14.29</c:v>
                </c:pt>
                <c:pt idx="138">
                  <c:v>13.49</c:v>
                </c:pt>
                <c:pt idx="139">
                  <c:v>12.594999999999999</c:v>
                </c:pt>
                <c:pt idx="140">
                  <c:v>11.485</c:v>
                </c:pt>
                <c:pt idx="141">
                  <c:v>10.245</c:v>
                </c:pt>
                <c:pt idx="142">
                  <c:v>8.845</c:v>
                </c:pt>
                <c:pt idx="143">
                  <c:v>7.295</c:v>
                </c:pt>
                <c:pt idx="144">
                  <c:v>5.5649999999999995</c:v>
                </c:pt>
                <c:pt idx="145">
                  <c:v>3.755</c:v>
                </c:pt>
                <c:pt idx="146">
                  <c:v>1.935</c:v>
                </c:pt>
                <c:pt idx="147">
                  <c:v>0.095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PIR(PUR) 가연성 공기(O)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100.18</c:v>
                </c:pt>
                <c:pt idx="1">
                  <c:v>100.25999999999999</c:v>
                </c:pt>
                <c:pt idx="2">
                  <c:v>100.33500000000001</c:v>
                </c:pt>
                <c:pt idx="3">
                  <c:v>100.435</c:v>
                </c:pt>
                <c:pt idx="4">
                  <c:v>100.52000000000001</c:v>
                </c:pt>
                <c:pt idx="5">
                  <c:v>100.60499999999999</c:v>
                </c:pt>
                <c:pt idx="6">
                  <c:v>100.66999999999999</c:v>
                </c:pt>
                <c:pt idx="7">
                  <c:v>100.695</c:v>
                </c:pt>
                <c:pt idx="8">
                  <c:v>100.705</c:v>
                </c:pt>
                <c:pt idx="9">
                  <c:v>100.685</c:v>
                </c:pt>
                <c:pt idx="10">
                  <c:v>100.65</c:v>
                </c:pt>
                <c:pt idx="11">
                  <c:v>100.605</c:v>
                </c:pt>
                <c:pt idx="12">
                  <c:v>100.605</c:v>
                </c:pt>
                <c:pt idx="13">
                  <c:v>100.47999999999999</c:v>
                </c:pt>
                <c:pt idx="14">
                  <c:v>100.47999999999999</c:v>
                </c:pt>
                <c:pt idx="15">
                  <c:v>100.38</c:v>
                </c:pt>
                <c:pt idx="16">
                  <c:v>100.27000000000001</c:v>
                </c:pt>
                <c:pt idx="17">
                  <c:v>100.185</c:v>
                </c:pt>
                <c:pt idx="18">
                  <c:v>100.11</c:v>
                </c:pt>
                <c:pt idx="19">
                  <c:v>100.00999999999999</c:v>
                </c:pt>
                <c:pt idx="20">
                  <c:v>99.955</c:v>
                </c:pt>
                <c:pt idx="21">
                  <c:v>99.845</c:v>
                </c:pt>
                <c:pt idx="22">
                  <c:v>99.78999999999999</c:v>
                </c:pt>
                <c:pt idx="23">
                  <c:v>99.70500000000001</c:v>
                </c:pt>
                <c:pt idx="24">
                  <c:v>99.62</c:v>
                </c:pt>
                <c:pt idx="25">
                  <c:v>99.49</c:v>
                </c:pt>
                <c:pt idx="26">
                  <c:v>99.37</c:v>
                </c:pt>
                <c:pt idx="27">
                  <c:v>99.24000000000001</c:v>
                </c:pt>
                <c:pt idx="28">
                  <c:v>99.15</c:v>
                </c:pt>
                <c:pt idx="29">
                  <c:v>99.06</c:v>
                </c:pt>
                <c:pt idx="30">
                  <c:v>98.91499999999999</c:v>
                </c:pt>
                <c:pt idx="31">
                  <c:v>98.745</c:v>
                </c:pt>
                <c:pt idx="32">
                  <c:v>98.605</c:v>
                </c:pt>
                <c:pt idx="33">
                  <c:v>98.445</c:v>
                </c:pt>
                <c:pt idx="34">
                  <c:v>98.25</c:v>
                </c:pt>
                <c:pt idx="35">
                  <c:v>97.99000000000001</c:v>
                </c:pt>
                <c:pt idx="36">
                  <c:v>97.77000000000001</c:v>
                </c:pt>
                <c:pt idx="37">
                  <c:v>97.47</c:v>
                </c:pt>
                <c:pt idx="38">
                  <c:v>97.185</c:v>
                </c:pt>
                <c:pt idx="39">
                  <c:v>96.765</c:v>
                </c:pt>
                <c:pt idx="40">
                  <c:v>96.34</c:v>
                </c:pt>
                <c:pt idx="41">
                  <c:v>95.885</c:v>
                </c:pt>
                <c:pt idx="42">
                  <c:v>95.38</c:v>
                </c:pt>
                <c:pt idx="43">
                  <c:v>94.78</c:v>
                </c:pt>
                <c:pt idx="44">
                  <c:v>94.125</c:v>
                </c:pt>
                <c:pt idx="45">
                  <c:v>93.285</c:v>
                </c:pt>
                <c:pt idx="46">
                  <c:v>92.255</c:v>
                </c:pt>
                <c:pt idx="47">
                  <c:v>90.95500000000001</c:v>
                </c:pt>
                <c:pt idx="48">
                  <c:v>89.53</c:v>
                </c:pt>
                <c:pt idx="49">
                  <c:v>87.83500000000001</c:v>
                </c:pt>
                <c:pt idx="50">
                  <c:v>86.045</c:v>
                </c:pt>
                <c:pt idx="51">
                  <c:v>84.215</c:v>
                </c:pt>
                <c:pt idx="52">
                  <c:v>82.45</c:v>
                </c:pt>
                <c:pt idx="53">
                  <c:v>80.715</c:v>
                </c:pt>
                <c:pt idx="54">
                  <c:v>79.015</c:v>
                </c:pt>
                <c:pt idx="55">
                  <c:v>77.495</c:v>
                </c:pt>
                <c:pt idx="56">
                  <c:v>76.18</c:v>
                </c:pt>
                <c:pt idx="57">
                  <c:v>75.1</c:v>
                </c:pt>
                <c:pt idx="58">
                  <c:v>74.23</c:v>
                </c:pt>
                <c:pt idx="59">
                  <c:v>73.485</c:v>
                </c:pt>
                <c:pt idx="60">
                  <c:v>72.845</c:v>
                </c:pt>
                <c:pt idx="61">
                  <c:v>72.275</c:v>
                </c:pt>
                <c:pt idx="62">
                  <c:v>71.67</c:v>
                </c:pt>
                <c:pt idx="63">
                  <c:v>71.095</c:v>
                </c:pt>
                <c:pt idx="64">
                  <c:v>70.505</c:v>
                </c:pt>
                <c:pt idx="65">
                  <c:v>69.86500000000001</c:v>
                </c:pt>
                <c:pt idx="66">
                  <c:v>69.28</c:v>
                </c:pt>
                <c:pt idx="67">
                  <c:v>68.66</c:v>
                </c:pt>
                <c:pt idx="68">
                  <c:v>67.91</c:v>
                </c:pt>
                <c:pt idx="69">
                  <c:v>67.235</c:v>
                </c:pt>
                <c:pt idx="70">
                  <c:v>66.555</c:v>
                </c:pt>
                <c:pt idx="71">
                  <c:v>65.81</c:v>
                </c:pt>
                <c:pt idx="72">
                  <c:v>65.055</c:v>
                </c:pt>
                <c:pt idx="73">
                  <c:v>64.29499999999999</c:v>
                </c:pt>
                <c:pt idx="74">
                  <c:v>63.495000000000005</c:v>
                </c:pt>
                <c:pt idx="75">
                  <c:v>62.66</c:v>
                </c:pt>
                <c:pt idx="76">
                  <c:v>61.815</c:v>
                </c:pt>
                <c:pt idx="77">
                  <c:v>60.93000000000001</c:v>
                </c:pt>
                <c:pt idx="78">
                  <c:v>59.95</c:v>
                </c:pt>
                <c:pt idx="79">
                  <c:v>58.995</c:v>
                </c:pt>
                <c:pt idx="80">
                  <c:v>57.955</c:v>
                </c:pt>
                <c:pt idx="81">
                  <c:v>56.825</c:v>
                </c:pt>
                <c:pt idx="82">
                  <c:v>55.625</c:v>
                </c:pt>
                <c:pt idx="83">
                  <c:v>54.349999999999994</c:v>
                </c:pt>
                <c:pt idx="84">
                  <c:v>52.989999999999995</c:v>
                </c:pt>
                <c:pt idx="85">
                  <c:v>51.47</c:v>
                </c:pt>
                <c:pt idx="86">
                  <c:v>49.849999999999994</c:v>
                </c:pt>
                <c:pt idx="87">
                  <c:v>48.065</c:v>
                </c:pt>
                <c:pt idx="88">
                  <c:v>46.07</c:v>
                </c:pt>
                <c:pt idx="89">
                  <c:v>43.870000000000005</c:v>
                </c:pt>
                <c:pt idx="90">
                  <c:v>41.425</c:v>
                </c:pt>
                <c:pt idx="91">
                  <c:v>38.7</c:v>
                </c:pt>
                <c:pt idx="92">
                  <c:v>35.650000000000006</c:v>
                </c:pt>
                <c:pt idx="93">
                  <c:v>32.35</c:v>
                </c:pt>
                <c:pt idx="94">
                  <c:v>28.78</c:v>
                </c:pt>
                <c:pt idx="95">
                  <c:v>25.09</c:v>
                </c:pt>
                <c:pt idx="96">
                  <c:v>21.39</c:v>
                </c:pt>
                <c:pt idx="97">
                  <c:v>17.85</c:v>
                </c:pt>
                <c:pt idx="98">
                  <c:v>14.620000000000001</c:v>
                </c:pt>
                <c:pt idx="99">
                  <c:v>11.795</c:v>
                </c:pt>
                <c:pt idx="100">
                  <c:v>9.51</c:v>
                </c:pt>
                <c:pt idx="101">
                  <c:v>7.6</c:v>
                </c:pt>
                <c:pt idx="102">
                  <c:v>6.07</c:v>
                </c:pt>
                <c:pt idx="103">
                  <c:v>4.77</c:v>
                </c:pt>
                <c:pt idx="104">
                  <c:v>3.75</c:v>
                </c:pt>
                <c:pt idx="105">
                  <c:v>2.875</c:v>
                </c:pt>
                <c:pt idx="106">
                  <c:v>2.12</c:v>
                </c:pt>
                <c:pt idx="107">
                  <c:v>1.46</c:v>
                </c:pt>
                <c:pt idx="108">
                  <c:v>0.9400000000000001</c:v>
                </c:pt>
                <c:pt idx="109">
                  <c:v>0.51</c:v>
                </c:pt>
                <c:pt idx="110">
                  <c:v>0.1</c:v>
                </c:pt>
                <c:pt idx="111">
                  <c:v>-0.11000000000000001</c:v>
                </c:pt>
                <c:pt idx="112">
                  <c:v>-0.20500000000000002</c:v>
                </c:pt>
                <c:pt idx="113">
                  <c:v>-0.295</c:v>
                </c:pt>
                <c:pt idx="114">
                  <c:v>-0.36</c:v>
                </c:pt>
                <c:pt idx="115">
                  <c:v>-0.365</c:v>
                </c:pt>
                <c:pt idx="116">
                  <c:v>-0.385</c:v>
                </c:pt>
                <c:pt idx="117">
                  <c:v>-0.375</c:v>
                </c:pt>
                <c:pt idx="118">
                  <c:v>-0.395</c:v>
                </c:pt>
                <c:pt idx="119">
                  <c:v>-0.39</c:v>
                </c:pt>
                <c:pt idx="120">
                  <c:v>-0.4</c:v>
                </c:pt>
                <c:pt idx="121">
                  <c:v>-0.385</c:v>
                </c:pt>
                <c:pt idx="122">
                  <c:v>-0.41500000000000004</c:v>
                </c:pt>
                <c:pt idx="123">
                  <c:v>-0.41500000000000004</c:v>
                </c:pt>
                <c:pt idx="124">
                  <c:v>-0.44</c:v>
                </c:pt>
                <c:pt idx="125">
                  <c:v>-0.41500000000000004</c:v>
                </c:pt>
                <c:pt idx="126">
                  <c:v>-0.425</c:v>
                </c:pt>
                <c:pt idx="127">
                  <c:v>-0.41000000000000003</c:v>
                </c:pt>
                <c:pt idx="128">
                  <c:v>-0.4</c:v>
                </c:pt>
                <c:pt idx="129">
                  <c:v>-0.43000000000000005</c:v>
                </c:pt>
                <c:pt idx="130">
                  <c:v>-0.355</c:v>
                </c:pt>
                <c:pt idx="131">
                  <c:v>-0.35</c:v>
                </c:pt>
                <c:pt idx="132">
                  <c:v>-0.38</c:v>
                </c:pt>
                <c:pt idx="133">
                  <c:v>-0.35</c:v>
                </c:pt>
                <c:pt idx="134">
                  <c:v>-0.315</c:v>
                </c:pt>
                <c:pt idx="135">
                  <c:v>-0.305</c:v>
                </c:pt>
                <c:pt idx="136">
                  <c:v>-0.305</c:v>
                </c:pt>
                <c:pt idx="137">
                  <c:v>-0.27999999999999997</c:v>
                </c:pt>
                <c:pt idx="138">
                  <c:v>-0.27</c:v>
                </c:pt>
                <c:pt idx="139">
                  <c:v>-0.255</c:v>
                </c:pt>
                <c:pt idx="140">
                  <c:v>-0.225</c:v>
                </c:pt>
                <c:pt idx="141">
                  <c:v>-0.195</c:v>
                </c:pt>
                <c:pt idx="142">
                  <c:v>-0.18</c:v>
                </c:pt>
                <c:pt idx="143">
                  <c:v>-0.15000000000000002</c:v>
                </c:pt>
                <c:pt idx="144">
                  <c:v>-0.05</c:v>
                </c:pt>
                <c:pt idx="145">
                  <c:v>-0.075</c:v>
                </c:pt>
                <c:pt idx="146">
                  <c:v>-0.060000000000000005</c:v>
                </c:pt>
                <c:pt idx="147">
                  <c:v>-0.01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PIR(PUR) 준불연 공기(O)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100.14</c:v>
                </c:pt>
                <c:pt idx="1">
                  <c:v>100.2</c:v>
                </c:pt>
                <c:pt idx="2">
                  <c:v>100.31</c:v>
                </c:pt>
                <c:pt idx="3">
                  <c:v>100.345</c:v>
                </c:pt>
                <c:pt idx="4">
                  <c:v>100.39</c:v>
                </c:pt>
                <c:pt idx="5">
                  <c:v>100.445</c:v>
                </c:pt>
                <c:pt idx="6">
                  <c:v>100.44999999999999</c:v>
                </c:pt>
                <c:pt idx="7">
                  <c:v>100.41</c:v>
                </c:pt>
                <c:pt idx="8">
                  <c:v>100.395</c:v>
                </c:pt>
                <c:pt idx="9">
                  <c:v>100.355</c:v>
                </c:pt>
                <c:pt idx="10">
                  <c:v>100.28</c:v>
                </c:pt>
                <c:pt idx="11">
                  <c:v>100.2</c:v>
                </c:pt>
                <c:pt idx="12">
                  <c:v>100.07</c:v>
                </c:pt>
                <c:pt idx="13">
                  <c:v>99.965</c:v>
                </c:pt>
                <c:pt idx="14">
                  <c:v>99.78999999999999</c:v>
                </c:pt>
                <c:pt idx="15">
                  <c:v>99.665</c:v>
                </c:pt>
                <c:pt idx="16">
                  <c:v>99.475</c:v>
                </c:pt>
                <c:pt idx="17">
                  <c:v>99.29499999999999</c:v>
                </c:pt>
                <c:pt idx="18">
                  <c:v>99.13499999999999</c:v>
                </c:pt>
                <c:pt idx="19">
                  <c:v>98.95500000000001</c:v>
                </c:pt>
                <c:pt idx="20">
                  <c:v>98.8</c:v>
                </c:pt>
                <c:pt idx="21">
                  <c:v>98.67500000000001</c:v>
                </c:pt>
                <c:pt idx="22">
                  <c:v>98.525</c:v>
                </c:pt>
                <c:pt idx="23">
                  <c:v>98.38</c:v>
                </c:pt>
                <c:pt idx="24">
                  <c:v>98.215</c:v>
                </c:pt>
                <c:pt idx="25">
                  <c:v>98.045</c:v>
                </c:pt>
                <c:pt idx="26">
                  <c:v>97.85</c:v>
                </c:pt>
                <c:pt idx="27">
                  <c:v>97.64</c:v>
                </c:pt>
                <c:pt idx="28">
                  <c:v>97.405</c:v>
                </c:pt>
                <c:pt idx="29">
                  <c:v>97.16499999999999</c:v>
                </c:pt>
                <c:pt idx="30">
                  <c:v>96.825</c:v>
                </c:pt>
                <c:pt idx="31">
                  <c:v>96.535</c:v>
                </c:pt>
                <c:pt idx="32">
                  <c:v>96.14500000000001</c:v>
                </c:pt>
                <c:pt idx="33">
                  <c:v>95.77000000000001</c:v>
                </c:pt>
                <c:pt idx="34">
                  <c:v>95.305</c:v>
                </c:pt>
                <c:pt idx="35">
                  <c:v>94.84</c:v>
                </c:pt>
                <c:pt idx="36">
                  <c:v>94.39</c:v>
                </c:pt>
                <c:pt idx="37">
                  <c:v>93.9</c:v>
                </c:pt>
                <c:pt idx="38">
                  <c:v>93.42</c:v>
                </c:pt>
                <c:pt idx="39">
                  <c:v>93.025</c:v>
                </c:pt>
                <c:pt idx="40">
                  <c:v>92.66</c:v>
                </c:pt>
                <c:pt idx="41">
                  <c:v>92.27000000000001</c:v>
                </c:pt>
                <c:pt idx="42">
                  <c:v>91.86</c:v>
                </c:pt>
                <c:pt idx="43">
                  <c:v>91.30000000000001</c:v>
                </c:pt>
                <c:pt idx="44">
                  <c:v>90.65</c:v>
                </c:pt>
                <c:pt idx="45">
                  <c:v>89.86</c:v>
                </c:pt>
                <c:pt idx="46">
                  <c:v>88.86500000000001</c:v>
                </c:pt>
                <c:pt idx="47">
                  <c:v>87.715</c:v>
                </c:pt>
                <c:pt idx="48">
                  <c:v>86.425</c:v>
                </c:pt>
                <c:pt idx="49">
                  <c:v>85.09</c:v>
                </c:pt>
                <c:pt idx="50">
                  <c:v>83.655</c:v>
                </c:pt>
                <c:pt idx="51">
                  <c:v>82.22</c:v>
                </c:pt>
                <c:pt idx="52">
                  <c:v>80.795</c:v>
                </c:pt>
                <c:pt idx="53">
                  <c:v>79.37</c:v>
                </c:pt>
                <c:pt idx="54">
                  <c:v>77.91499999999999</c:v>
                </c:pt>
                <c:pt idx="55">
                  <c:v>76.635</c:v>
                </c:pt>
                <c:pt idx="56">
                  <c:v>75.41499999999999</c:v>
                </c:pt>
                <c:pt idx="57">
                  <c:v>74.285</c:v>
                </c:pt>
                <c:pt idx="58">
                  <c:v>73.24</c:v>
                </c:pt>
                <c:pt idx="59">
                  <c:v>72.25</c:v>
                </c:pt>
                <c:pt idx="60">
                  <c:v>71.315</c:v>
                </c:pt>
                <c:pt idx="61">
                  <c:v>70.41499999999999</c:v>
                </c:pt>
                <c:pt idx="62">
                  <c:v>69.53</c:v>
                </c:pt>
                <c:pt idx="63">
                  <c:v>68.7</c:v>
                </c:pt>
                <c:pt idx="64">
                  <c:v>67.815</c:v>
                </c:pt>
                <c:pt idx="65">
                  <c:v>66.97999999999999</c:v>
                </c:pt>
                <c:pt idx="66">
                  <c:v>66.15</c:v>
                </c:pt>
                <c:pt idx="67">
                  <c:v>65.345</c:v>
                </c:pt>
                <c:pt idx="68">
                  <c:v>64.505</c:v>
                </c:pt>
                <c:pt idx="69">
                  <c:v>63.690000000000005</c:v>
                </c:pt>
                <c:pt idx="70">
                  <c:v>62.879999999999995</c:v>
                </c:pt>
                <c:pt idx="71">
                  <c:v>62.08</c:v>
                </c:pt>
                <c:pt idx="72">
                  <c:v>61.255</c:v>
                </c:pt>
                <c:pt idx="73">
                  <c:v>60.44499999999999</c:v>
                </c:pt>
                <c:pt idx="74">
                  <c:v>59.61</c:v>
                </c:pt>
                <c:pt idx="75">
                  <c:v>58.81</c:v>
                </c:pt>
                <c:pt idx="76">
                  <c:v>57.98</c:v>
                </c:pt>
                <c:pt idx="77">
                  <c:v>57.16</c:v>
                </c:pt>
                <c:pt idx="78">
                  <c:v>56.345</c:v>
                </c:pt>
                <c:pt idx="79">
                  <c:v>55.44</c:v>
                </c:pt>
                <c:pt idx="80">
                  <c:v>54.555</c:v>
                </c:pt>
                <c:pt idx="81">
                  <c:v>53.575</c:v>
                </c:pt>
                <c:pt idx="82">
                  <c:v>52.59</c:v>
                </c:pt>
                <c:pt idx="83">
                  <c:v>51.53</c:v>
                </c:pt>
                <c:pt idx="84">
                  <c:v>50.39</c:v>
                </c:pt>
                <c:pt idx="85">
                  <c:v>49.165</c:v>
                </c:pt>
                <c:pt idx="86">
                  <c:v>47.855000000000004</c:v>
                </c:pt>
                <c:pt idx="87">
                  <c:v>46.459999999999994</c:v>
                </c:pt>
                <c:pt idx="88">
                  <c:v>44.84</c:v>
                </c:pt>
                <c:pt idx="89">
                  <c:v>43.2</c:v>
                </c:pt>
                <c:pt idx="90">
                  <c:v>41.315</c:v>
                </c:pt>
                <c:pt idx="91">
                  <c:v>39.395</c:v>
                </c:pt>
                <c:pt idx="92">
                  <c:v>37.355000000000004</c:v>
                </c:pt>
                <c:pt idx="93">
                  <c:v>35.16</c:v>
                </c:pt>
                <c:pt idx="94">
                  <c:v>32.79</c:v>
                </c:pt>
                <c:pt idx="95">
                  <c:v>30.17</c:v>
                </c:pt>
                <c:pt idx="96">
                  <c:v>27.54</c:v>
                </c:pt>
                <c:pt idx="97">
                  <c:v>24.78</c:v>
                </c:pt>
                <c:pt idx="98">
                  <c:v>22.33</c:v>
                </c:pt>
                <c:pt idx="99">
                  <c:v>20.255000000000003</c:v>
                </c:pt>
                <c:pt idx="100">
                  <c:v>18.560000000000002</c:v>
                </c:pt>
                <c:pt idx="101">
                  <c:v>17.2</c:v>
                </c:pt>
                <c:pt idx="102">
                  <c:v>16.055</c:v>
                </c:pt>
                <c:pt idx="103">
                  <c:v>14.965</c:v>
                </c:pt>
                <c:pt idx="104">
                  <c:v>14.26</c:v>
                </c:pt>
                <c:pt idx="105">
                  <c:v>13.475</c:v>
                </c:pt>
                <c:pt idx="106">
                  <c:v>12.785</c:v>
                </c:pt>
                <c:pt idx="107">
                  <c:v>12.205</c:v>
                </c:pt>
                <c:pt idx="108">
                  <c:v>11.620000000000001</c:v>
                </c:pt>
                <c:pt idx="109">
                  <c:v>11.06</c:v>
                </c:pt>
                <c:pt idx="110">
                  <c:v>10.52</c:v>
                </c:pt>
                <c:pt idx="111">
                  <c:v>10.035</c:v>
                </c:pt>
                <c:pt idx="112">
                  <c:v>9.535</c:v>
                </c:pt>
                <c:pt idx="113">
                  <c:v>9.059999999999999</c:v>
                </c:pt>
                <c:pt idx="114">
                  <c:v>8.629999999999999</c:v>
                </c:pt>
                <c:pt idx="115">
                  <c:v>8.26</c:v>
                </c:pt>
                <c:pt idx="116">
                  <c:v>7.84</c:v>
                </c:pt>
                <c:pt idx="117">
                  <c:v>7.5</c:v>
                </c:pt>
                <c:pt idx="118">
                  <c:v>7.145</c:v>
                </c:pt>
                <c:pt idx="119">
                  <c:v>6.845000000000001</c:v>
                </c:pt>
                <c:pt idx="120">
                  <c:v>6.555</c:v>
                </c:pt>
                <c:pt idx="121">
                  <c:v>6.279999999999999</c:v>
                </c:pt>
                <c:pt idx="122">
                  <c:v>5.984999999999999</c:v>
                </c:pt>
                <c:pt idx="123">
                  <c:v>5.72</c:v>
                </c:pt>
                <c:pt idx="124">
                  <c:v>5.525</c:v>
                </c:pt>
                <c:pt idx="125">
                  <c:v>5.324999999999999</c:v>
                </c:pt>
                <c:pt idx="126">
                  <c:v>5.1</c:v>
                </c:pt>
                <c:pt idx="127">
                  <c:v>4.875</c:v>
                </c:pt>
                <c:pt idx="128">
                  <c:v>4.715</c:v>
                </c:pt>
                <c:pt idx="129">
                  <c:v>4.5</c:v>
                </c:pt>
                <c:pt idx="130">
                  <c:v>4.325</c:v>
                </c:pt>
                <c:pt idx="131">
                  <c:v>4.165</c:v>
                </c:pt>
                <c:pt idx="132">
                  <c:v>3.9499999999999997</c:v>
                </c:pt>
                <c:pt idx="133">
                  <c:v>3.8049999999999997</c:v>
                </c:pt>
                <c:pt idx="134">
                  <c:v>3.545</c:v>
                </c:pt>
                <c:pt idx="135">
                  <c:v>3.335</c:v>
                </c:pt>
                <c:pt idx="136">
                  <c:v>3.125</c:v>
                </c:pt>
                <c:pt idx="137">
                  <c:v>2.915</c:v>
                </c:pt>
                <c:pt idx="138">
                  <c:v>2.71</c:v>
                </c:pt>
                <c:pt idx="139">
                  <c:v>2.435</c:v>
                </c:pt>
                <c:pt idx="140">
                  <c:v>2.19</c:v>
                </c:pt>
                <c:pt idx="141">
                  <c:v>1.9100000000000001</c:v>
                </c:pt>
                <c:pt idx="142">
                  <c:v>1.58</c:v>
                </c:pt>
                <c:pt idx="143">
                  <c:v>1.25</c:v>
                </c:pt>
                <c:pt idx="144">
                  <c:v>0.9199999999999999</c:v>
                </c:pt>
                <c:pt idx="145">
                  <c:v>0.585</c:v>
                </c:pt>
                <c:pt idx="146">
                  <c:v>0.28</c:v>
                </c:pt>
                <c:pt idx="147">
                  <c:v>-0.035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PF 준불연 외부용 공기(O)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Sheet1!$F$2:$F$149</c:f>
              <c:numCache>
                <c:formatCode>General</c:formatCode>
                <c:ptCount val="148"/>
                <c:pt idx="0">
                  <c:v>99.85499999999999</c:v>
                </c:pt>
                <c:pt idx="1">
                  <c:v>99.77000000000001</c:v>
                </c:pt>
                <c:pt idx="2">
                  <c:v>99.67500000000001</c:v>
                </c:pt>
                <c:pt idx="3">
                  <c:v>99.625</c:v>
                </c:pt>
                <c:pt idx="4">
                  <c:v>99.605</c:v>
                </c:pt>
                <c:pt idx="5">
                  <c:v>99.55</c:v>
                </c:pt>
                <c:pt idx="6">
                  <c:v>99.555</c:v>
                </c:pt>
                <c:pt idx="7">
                  <c:v>99.525</c:v>
                </c:pt>
                <c:pt idx="8">
                  <c:v>99.475</c:v>
                </c:pt>
                <c:pt idx="9">
                  <c:v>99.43</c:v>
                </c:pt>
                <c:pt idx="10">
                  <c:v>99.41</c:v>
                </c:pt>
                <c:pt idx="11">
                  <c:v>99.345</c:v>
                </c:pt>
                <c:pt idx="12">
                  <c:v>99.25999999999999</c:v>
                </c:pt>
                <c:pt idx="13">
                  <c:v>99.16</c:v>
                </c:pt>
                <c:pt idx="14">
                  <c:v>99.06</c:v>
                </c:pt>
                <c:pt idx="15">
                  <c:v>98.94</c:v>
                </c:pt>
                <c:pt idx="16">
                  <c:v>98.805</c:v>
                </c:pt>
                <c:pt idx="17">
                  <c:v>98.645</c:v>
                </c:pt>
                <c:pt idx="18">
                  <c:v>98.475</c:v>
                </c:pt>
                <c:pt idx="19">
                  <c:v>98.285</c:v>
                </c:pt>
                <c:pt idx="20">
                  <c:v>98.015</c:v>
                </c:pt>
                <c:pt idx="21">
                  <c:v>97.755</c:v>
                </c:pt>
                <c:pt idx="22">
                  <c:v>97.52</c:v>
                </c:pt>
                <c:pt idx="23">
                  <c:v>97.205</c:v>
                </c:pt>
                <c:pt idx="24">
                  <c:v>96.9</c:v>
                </c:pt>
                <c:pt idx="25">
                  <c:v>96.56</c:v>
                </c:pt>
                <c:pt idx="26">
                  <c:v>96.255</c:v>
                </c:pt>
                <c:pt idx="27">
                  <c:v>95.91499999999999</c:v>
                </c:pt>
                <c:pt idx="28">
                  <c:v>95.565</c:v>
                </c:pt>
                <c:pt idx="29">
                  <c:v>95.185</c:v>
                </c:pt>
                <c:pt idx="30">
                  <c:v>94.78999999999999</c:v>
                </c:pt>
                <c:pt idx="31">
                  <c:v>94.38499999999999</c:v>
                </c:pt>
                <c:pt idx="32">
                  <c:v>93.96</c:v>
                </c:pt>
                <c:pt idx="33">
                  <c:v>93.55</c:v>
                </c:pt>
                <c:pt idx="34">
                  <c:v>93.22</c:v>
                </c:pt>
                <c:pt idx="35">
                  <c:v>92.86</c:v>
                </c:pt>
                <c:pt idx="36">
                  <c:v>92.54</c:v>
                </c:pt>
                <c:pt idx="37">
                  <c:v>92.225</c:v>
                </c:pt>
                <c:pt idx="38">
                  <c:v>91.92500000000001</c:v>
                </c:pt>
                <c:pt idx="39">
                  <c:v>91.63499999999999</c:v>
                </c:pt>
                <c:pt idx="40">
                  <c:v>91.36000000000001</c:v>
                </c:pt>
                <c:pt idx="41">
                  <c:v>91.11</c:v>
                </c:pt>
                <c:pt idx="42">
                  <c:v>90.88</c:v>
                </c:pt>
                <c:pt idx="43">
                  <c:v>90.615</c:v>
                </c:pt>
                <c:pt idx="44">
                  <c:v>90.4</c:v>
                </c:pt>
                <c:pt idx="45">
                  <c:v>90.17500000000001</c:v>
                </c:pt>
                <c:pt idx="46">
                  <c:v>89.955</c:v>
                </c:pt>
                <c:pt idx="47">
                  <c:v>89.705</c:v>
                </c:pt>
                <c:pt idx="48">
                  <c:v>89.475</c:v>
                </c:pt>
                <c:pt idx="49">
                  <c:v>89.235</c:v>
                </c:pt>
                <c:pt idx="50">
                  <c:v>88.96000000000001</c:v>
                </c:pt>
                <c:pt idx="51">
                  <c:v>88.71000000000001</c:v>
                </c:pt>
                <c:pt idx="52">
                  <c:v>88.405</c:v>
                </c:pt>
                <c:pt idx="53">
                  <c:v>88.09</c:v>
                </c:pt>
                <c:pt idx="54">
                  <c:v>87.71000000000001</c:v>
                </c:pt>
                <c:pt idx="55">
                  <c:v>87.315</c:v>
                </c:pt>
                <c:pt idx="56">
                  <c:v>86.805</c:v>
                </c:pt>
                <c:pt idx="57">
                  <c:v>86.265</c:v>
                </c:pt>
                <c:pt idx="58">
                  <c:v>85.56</c:v>
                </c:pt>
                <c:pt idx="59">
                  <c:v>84.84</c:v>
                </c:pt>
                <c:pt idx="60">
                  <c:v>83.955</c:v>
                </c:pt>
                <c:pt idx="61">
                  <c:v>82.97</c:v>
                </c:pt>
                <c:pt idx="62">
                  <c:v>81.91</c:v>
                </c:pt>
                <c:pt idx="63">
                  <c:v>80.75</c:v>
                </c:pt>
                <c:pt idx="64">
                  <c:v>79.49000000000001</c:v>
                </c:pt>
                <c:pt idx="65">
                  <c:v>78.15</c:v>
                </c:pt>
                <c:pt idx="66">
                  <c:v>76.735</c:v>
                </c:pt>
                <c:pt idx="67">
                  <c:v>75.19999999999999</c:v>
                </c:pt>
                <c:pt idx="68">
                  <c:v>73.62</c:v>
                </c:pt>
                <c:pt idx="69">
                  <c:v>71.985</c:v>
                </c:pt>
                <c:pt idx="70">
                  <c:v>70.32</c:v>
                </c:pt>
                <c:pt idx="71">
                  <c:v>68.58500000000001</c:v>
                </c:pt>
                <c:pt idx="72">
                  <c:v>66.84</c:v>
                </c:pt>
                <c:pt idx="73">
                  <c:v>65.07</c:v>
                </c:pt>
                <c:pt idx="74">
                  <c:v>63.3</c:v>
                </c:pt>
                <c:pt idx="75">
                  <c:v>61.614999999999995</c:v>
                </c:pt>
                <c:pt idx="76">
                  <c:v>59.94</c:v>
                </c:pt>
                <c:pt idx="77">
                  <c:v>58.21</c:v>
                </c:pt>
                <c:pt idx="78">
                  <c:v>56.565</c:v>
                </c:pt>
                <c:pt idx="79">
                  <c:v>54.915</c:v>
                </c:pt>
                <c:pt idx="80">
                  <c:v>53.22</c:v>
                </c:pt>
                <c:pt idx="81">
                  <c:v>51.565</c:v>
                </c:pt>
                <c:pt idx="82">
                  <c:v>49.825</c:v>
                </c:pt>
                <c:pt idx="83">
                  <c:v>48.015</c:v>
                </c:pt>
                <c:pt idx="84">
                  <c:v>46.150000000000006</c:v>
                </c:pt>
                <c:pt idx="85">
                  <c:v>44.28</c:v>
                </c:pt>
                <c:pt idx="86">
                  <c:v>42.355000000000004</c:v>
                </c:pt>
                <c:pt idx="87">
                  <c:v>40.41</c:v>
                </c:pt>
                <c:pt idx="88">
                  <c:v>38.4</c:v>
                </c:pt>
                <c:pt idx="89">
                  <c:v>36.459999999999994</c:v>
                </c:pt>
                <c:pt idx="90">
                  <c:v>34.489999999999995</c:v>
                </c:pt>
                <c:pt idx="91">
                  <c:v>32.55</c:v>
                </c:pt>
                <c:pt idx="92">
                  <c:v>30.634999999999998</c:v>
                </c:pt>
                <c:pt idx="93">
                  <c:v>28.75</c:v>
                </c:pt>
                <c:pt idx="94">
                  <c:v>26.935000000000002</c:v>
                </c:pt>
                <c:pt idx="95">
                  <c:v>25.21</c:v>
                </c:pt>
                <c:pt idx="96">
                  <c:v>23.564999999999998</c:v>
                </c:pt>
                <c:pt idx="97">
                  <c:v>21.985</c:v>
                </c:pt>
                <c:pt idx="98">
                  <c:v>20.455</c:v>
                </c:pt>
                <c:pt idx="99">
                  <c:v>19.04</c:v>
                </c:pt>
                <c:pt idx="100">
                  <c:v>17.68</c:v>
                </c:pt>
                <c:pt idx="101">
                  <c:v>16.435</c:v>
                </c:pt>
                <c:pt idx="102">
                  <c:v>15.280000000000001</c:v>
                </c:pt>
                <c:pt idx="103">
                  <c:v>14.165</c:v>
                </c:pt>
                <c:pt idx="104">
                  <c:v>13.204999999999998</c:v>
                </c:pt>
                <c:pt idx="105">
                  <c:v>12.305</c:v>
                </c:pt>
                <c:pt idx="106">
                  <c:v>11.469999999999999</c:v>
                </c:pt>
                <c:pt idx="107">
                  <c:v>10.72</c:v>
                </c:pt>
                <c:pt idx="108">
                  <c:v>10.015</c:v>
                </c:pt>
                <c:pt idx="109">
                  <c:v>9.385</c:v>
                </c:pt>
                <c:pt idx="110">
                  <c:v>8.795</c:v>
                </c:pt>
                <c:pt idx="111">
                  <c:v>8.18</c:v>
                </c:pt>
                <c:pt idx="112">
                  <c:v>7.609999999999999</c:v>
                </c:pt>
                <c:pt idx="113">
                  <c:v>7.095000000000001</c:v>
                </c:pt>
                <c:pt idx="114">
                  <c:v>6.5649999999999995</c:v>
                </c:pt>
                <c:pt idx="115">
                  <c:v>6.095000000000001</c:v>
                </c:pt>
                <c:pt idx="116">
                  <c:v>5.655</c:v>
                </c:pt>
                <c:pt idx="117">
                  <c:v>5.23</c:v>
                </c:pt>
                <c:pt idx="118">
                  <c:v>4.805</c:v>
                </c:pt>
                <c:pt idx="119">
                  <c:v>4.455</c:v>
                </c:pt>
                <c:pt idx="120">
                  <c:v>4.085</c:v>
                </c:pt>
                <c:pt idx="121">
                  <c:v>3.7800000000000002</c:v>
                </c:pt>
                <c:pt idx="122">
                  <c:v>3.48</c:v>
                </c:pt>
                <c:pt idx="123">
                  <c:v>3.24</c:v>
                </c:pt>
                <c:pt idx="124">
                  <c:v>2.9450000000000003</c:v>
                </c:pt>
                <c:pt idx="125">
                  <c:v>2.68</c:v>
                </c:pt>
                <c:pt idx="126">
                  <c:v>2.45</c:v>
                </c:pt>
                <c:pt idx="127">
                  <c:v>2.25</c:v>
                </c:pt>
                <c:pt idx="128">
                  <c:v>2.035</c:v>
                </c:pt>
                <c:pt idx="129">
                  <c:v>1.84</c:v>
                </c:pt>
                <c:pt idx="130">
                  <c:v>1.61</c:v>
                </c:pt>
                <c:pt idx="131">
                  <c:v>1.4849999999999999</c:v>
                </c:pt>
                <c:pt idx="132">
                  <c:v>1.315</c:v>
                </c:pt>
                <c:pt idx="133">
                  <c:v>1.1400000000000001</c:v>
                </c:pt>
                <c:pt idx="134">
                  <c:v>1.0150000000000001</c:v>
                </c:pt>
                <c:pt idx="135">
                  <c:v>0.865</c:v>
                </c:pt>
                <c:pt idx="136">
                  <c:v>0.75</c:v>
                </c:pt>
                <c:pt idx="137">
                  <c:v>0.655</c:v>
                </c:pt>
                <c:pt idx="138">
                  <c:v>0.5700000000000001</c:v>
                </c:pt>
                <c:pt idx="139">
                  <c:v>0.44999999999999996</c:v>
                </c:pt>
                <c:pt idx="140">
                  <c:v>0.37</c:v>
                </c:pt>
                <c:pt idx="141">
                  <c:v>0.28</c:v>
                </c:pt>
                <c:pt idx="142">
                  <c:v>0.24</c:v>
                </c:pt>
                <c:pt idx="143">
                  <c:v>0.16499999999999998</c:v>
                </c:pt>
                <c:pt idx="144">
                  <c:v>0.13</c:v>
                </c:pt>
                <c:pt idx="145">
                  <c:v>0.060000000000000005</c:v>
                </c:pt>
                <c:pt idx="146">
                  <c:v>0.01</c:v>
                </c:pt>
                <c:pt idx="147">
                  <c:v>0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PF 준불연 내부용 공기(O)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Sheet1!$G$2:$G$149</c:f>
              <c:numCache>
                <c:formatCode>General</c:formatCode>
                <c:ptCount val="148"/>
                <c:pt idx="0">
                  <c:v>99.6</c:v>
                </c:pt>
                <c:pt idx="1">
                  <c:v>99.4</c:v>
                </c:pt>
                <c:pt idx="2">
                  <c:v>99.20500000000001</c:v>
                </c:pt>
                <c:pt idx="3">
                  <c:v>99.065</c:v>
                </c:pt>
                <c:pt idx="4">
                  <c:v>98.96000000000001</c:v>
                </c:pt>
                <c:pt idx="5">
                  <c:v>98.87</c:v>
                </c:pt>
                <c:pt idx="6">
                  <c:v>98.82</c:v>
                </c:pt>
                <c:pt idx="7">
                  <c:v>98.75</c:v>
                </c:pt>
                <c:pt idx="8">
                  <c:v>98.655</c:v>
                </c:pt>
                <c:pt idx="9">
                  <c:v>98.56</c:v>
                </c:pt>
                <c:pt idx="10">
                  <c:v>98.445</c:v>
                </c:pt>
                <c:pt idx="11">
                  <c:v>98.38499999999999</c:v>
                </c:pt>
                <c:pt idx="12">
                  <c:v>98.22999999999999</c:v>
                </c:pt>
                <c:pt idx="13">
                  <c:v>98.11</c:v>
                </c:pt>
                <c:pt idx="14">
                  <c:v>98.02000000000001</c:v>
                </c:pt>
                <c:pt idx="15">
                  <c:v>97.82</c:v>
                </c:pt>
                <c:pt idx="16">
                  <c:v>97.645</c:v>
                </c:pt>
                <c:pt idx="17">
                  <c:v>97.425</c:v>
                </c:pt>
                <c:pt idx="18">
                  <c:v>97.195</c:v>
                </c:pt>
                <c:pt idx="19">
                  <c:v>96.97</c:v>
                </c:pt>
                <c:pt idx="20">
                  <c:v>96.74000000000001</c:v>
                </c:pt>
                <c:pt idx="21">
                  <c:v>96.41</c:v>
                </c:pt>
                <c:pt idx="22">
                  <c:v>96.10499999999999</c:v>
                </c:pt>
                <c:pt idx="23">
                  <c:v>95.785</c:v>
                </c:pt>
                <c:pt idx="24">
                  <c:v>95.42</c:v>
                </c:pt>
                <c:pt idx="25">
                  <c:v>95.045</c:v>
                </c:pt>
                <c:pt idx="26">
                  <c:v>94.66499999999999</c:v>
                </c:pt>
                <c:pt idx="27">
                  <c:v>94.31</c:v>
                </c:pt>
                <c:pt idx="28">
                  <c:v>93.88</c:v>
                </c:pt>
                <c:pt idx="29">
                  <c:v>93.5</c:v>
                </c:pt>
                <c:pt idx="30">
                  <c:v>93.13999999999999</c:v>
                </c:pt>
                <c:pt idx="31">
                  <c:v>92.755</c:v>
                </c:pt>
                <c:pt idx="32">
                  <c:v>92.4</c:v>
                </c:pt>
                <c:pt idx="33">
                  <c:v>92.03</c:v>
                </c:pt>
                <c:pt idx="34">
                  <c:v>91.78</c:v>
                </c:pt>
                <c:pt idx="35">
                  <c:v>91.505</c:v>
                </c:pt>
                <c:pt idx="36">
                  <c:v>91.25</c:v>
                </c:pt>
                <c:pt idx="37">
                  <c:v>90.985</c:v>
                </c:pt>
                <c:pt idx="38">
                  <c:v>90.78</c:v>
                </c:pt>
                <c:pt idx="39">
                  <c:v>90.55</c:v>
                </c:pt>
                <c:pt idx="40">
                  <c:v>90.34</c:v>
                </c:pt>
                <c:pt idx="41">
                  <c:v>90.15</c:v>
                </c:pt>
                <c:pt idx="42">
                  <c:v>89.985</c:v>
                </c:pt>
                <c:pt idx="43">
                  <c:v>89.85</c:v>
                </c:pt>
                <c:pt idx="44">
                  <c:v>89.735</c:v>
                </c:pt>
                <c:pt idx="45">
                  <c:v>89.575</c:v>
                </c:pt>
                <c:pt idx="46">
                  <c:v>89.445</c:v>
                </c:pt>
                <c:pt idx="47">
                  <c:v>89.25999999999999</c:v>
                </c:pt>
                <c:pt idx="48">
                  <c:v>89.1</c:v>
                </c:pt>
                <c:pt idx="49">
                  <c:v>88.905</c:v>
                </c:pt>
                <c:pt idx="50">
                  <c:v>88.725</c:v>
                </c:pt>
                <c:pt idx="51">
                  <c:v>88.5</c:v>
                </c:pt>
                <c:pt idx="52">
                  <c:v>88.265</c:v>
                </c:pt>
                <c:pt idx="53">
                  <c:v>87.945</c:v>
                </c:pt>
                <c:pt idx="54">
                  <c:v>87.53</c:v>
                </c:pt>
                <c:pt idx="55">
                  <c:v>87.1</c:v>
                </c:pt>
                <c:pt idx="56">
                  <c:v>86.5</c:v>
                </c:pt>
                <c:pt idx="57">
                  <c:v>85.83</c:v>
                </c:pt>
                <c:pt idx="58">
                  <c:v>85.015</c:v>
                </c:pt>
                <c:pt idx="59">
                  <c:v>84.07</c:v>
                </c:pt>
                <c:pt idx="60">
                  <c:v>82.975</c:v>
                </c:pt>
                <c:pt idx="61">
                  <c:v>81.76</c:v>
                </c:pt>
                <c:pt idx="62">
                  <c:v>80.38</c:v>
                </c:pt>
                <c:pt idx="63">
                  <c:v>78.91499999999999</c:v>
                </c:pt>
                <c:pt idx="64">
                  <c:v>77.255</c:v>
                </c:pt>
                <c:pt idx="65">
                  <c:v>75.555</c:v>
                </c:pt>
                <c:pt idx="66">
                  <c:v>73.72</c:v>
                </c:pt>
                <c:pt idx="67">
                  <c:v>71.73</c:v>
                </c:pt>
                <c:pt idx="68">
                  <c:v>69.63499999999999</c:v>
                </c:pt>
                <c:pt idx="69">
                  <c:v>67.44</c:v>
                </c:pt>
                <c:pt idx="70">
                  <c:v>65.12</c:v>
                </c:pt>
                <c:pt idx="71">
                  <c:v>62.675</c:v>
                </c:pt>
                <c:pt idx="72">
                  <c:v>60.175</c:v>
                </c:pt>
                <c:pt idx="73">
                  <c:v>57.5</c:v>
                </c:pt>
                <c:pt idx="74">
                  <c:v>54.685</c:v>
                </c:pt>
                <c:pt idx="75">
                  <c:v>51.775</c:v>
                </c:pt>
                <c:pt idx="76">
                  <c:v>48.67</c:v>
                </c:pt>
                <c:pt idx="77">
                  <c:v>45.394999999999996</c:v>
                </c:pt>
                <c:pt idx="78">
                  <c:v>41.91</c:v>
                </c:pt>
                <c:pt idx="79">
                  <c:v>38.19</c:v>
                </c:pt>
                <c:pt idx="80">
                  <c:v>34.16</c:v>
                </c:pt>
                <c:pt idx="81">
                  <c:v>29.84</c:v>
                </c:pt>
                <c:pt idx="82">
                  <c:v>25.125</c:v>
                </c:pt>
                <c:pt idx="83">
                  <c:v>20.02</c:v>
                </c:pt>
                <c:pt idx="84">
                  <c:v>14.475000000000001</c:v>
                </c:pt>
                <c:pt idx="85">
                  <c:v>8.695</c:v>
                </c:pt>
                <c:pt idx="86">
                  <c:v>4.595</c:v>
                </c:pt>
                <c:pt idx="87">
                  <c:v>3.7800000000000002</c:v>
                </c:pt>
                <c:pt idx="88">
                  <c:v>3.12</c:v>
                </c:pt>
                <c:pt idx="89">
                  <c:v>2.2800000000000002</c:v>
                </c:pt>
                <c:pt idx="90">
                  <c:v>1.99</c:v>
                </c:pt>
                <c:pt idx="91">
                  <c:v>1.905</c:v>
                </c:pt>
                <c:pt idx="92">
                  <c:v>1.855</c:v>
                </c:pt>
                <c:pt idx="93">
                  <c:v>1.85</c:v>
                </c:pt>
                <c:pt idx="94">
                  <c:v>1.82</c:v>
                </c:pt>
                <c:pt idx="95">
                  <c:v>1.7850000000000001</c:v>
                </c:pt>
                <c:pt idx="96">
                  <c:v>1.72</c:v>
                </c:pt>
                <c:pt idx="97">
                  <c:v>1.715</c:v>
                </c:pt>
                <c:pt idx="98">
                  <c:v>1.6400000000000001</c:v>
                </c:pt>
                <c:pt idx="99">
                  <c:v>1.62</c:v>
                </c:pt>
                <c:pt idx="100">
                  <c:v>1.56</c:v>
                </c:pt>
                <c:pt idx="101">
                  <c:v>1.545</c:v>
                </c:pt>
                <c:pt idx="102">
                  <c:v>1.4649999999999999</c:v>
                </c:pt>
                <c:pt idx="103">
                  <c:v>1.415</c:v>
                </c:pt>
                <c:pt idx="104">
                  <c:v>1.4</c:v>
                </c:pt>
                <c:pt idx="105">
                  <c:v>1.335</c:v>
                </c:pt>
                <c:pt idx="106">
                  <c:v>1.2650000000000001</c:v>
                </c:pt>
                <c:pt idx="107">
                  <c:v>1.22</c:v>
                </c:pt>
                <c:pt idx="108">
                  <c:v>1.145</c:v>
                </c:pt>
                <c:pt idx="109">
                  <c:v>1.0899999999999999</c:v>
                </c:pt>
                <c:pt idx="110">
                  <c:v>1.01</c:v>
                </c:pt>
                <c:pt idx="111">
                  <c:v>0.9650000000000001</c:v>
                </c:pt>
                <c:pt idx="112">
                  <c:v>0.88</c:v>
                </c:pt>
                <c:pt idx="113">
                  <c:v>0.825</c:v>
                </c:pt>
                <c:pt idx="114">
                  <c:v>0.73</c:v>
                </c:pt>
                <c:pt idx="115">
                  <c:v>0.7150000000000001</c:v>
                </c:pt>
                <c:pt idx="116">
                  <c:v>0.6499999999999999</c:v>
                </c:pt>
                <c:pt idx="117">
                  <c:v>0.6299999999999999</c:v>
                </c:pt>
                <c:pt idx="118">
                  <c:v>0.6000000000000001</c:v>
                </c:pt>
                <c:pt idx="119">
                  <c:v>0.5700000000000001</c:v>
                </c:pt>
                <c:pt idx="120">
                  <c:v>0.51</c:v>
                </c:pt>
                <c:pt idx="121">
                  <c:v>0.515</c:v>
                </c:pt>
                <c:pt idx="122">
                  <c:v>0.47000000000000003</c:v>
                </c:pt>
                <c:pt idx="123">
                  <c:v>0.435</c:v>
                </c:pt>
                <c:pt idx="124">
                  <c:v>0.395</c:v>
                </c:pt>
                <c:pt idx="125">
                  <c:v>0.39</c:v>
                </c:pt>
                <c:pt idx="126">
                  <c:v>0.36</c:v>
                </c:pt>
                <c:pt idx="127">
                  <c:v>0.325</c:v>
                </c:pt>
                <c:pt idx="128">
                  <c:v>0.265</c:v>
                </c:pt>
                <c:pt idx="129">
                  <c:v>0.31</c:v>
                </c:pt>
                <c:pt idx="130">
                  <c:v>0.27</c:v>
                </c:pt>
                <c:pt idx="131">
                  <c:v>0.27</c:v>
                </c:pt>
                <c:pt idx="132">
                  <c:v>0.255</c:v>
                </c:pt>
                <c:pt idx="133">
                  <c:v>0.22</c:v>
                </c:pt>
                <c:pt idx="134">
                  <c:v>0.20500000000000002</c:v>
                </c:pt>
                <c:pt idx="135">
                  <c:v>0.17</c:v>
                </c:pt>
                <c:pt idx="136">
                  <c:v>0.16999999999999998</c:v>
                </c:pt>
                <c:pt idx="137">
                  <c:v>0.125</c:v>
                </c:pt>
                <c:pt idx="138">
                  <c:v>0.12</c:v>
                </c:pt>
                <c:pt idx="139">
                  <c:v>0.05500000000000001</c:v>
                </c:pt>
                <c:pt idx="140">
                  <c:v>0.045</c:v>
                </c:pt>
                <c:pt idx="141">
                  <c:v>0.05500000000000001</c:v>
                </c:pt>
                <c:pt idx="142">
                  <c:v>0.04</c:v>
                </c:pt>
                <c:pt idx="143">
                  <c:v>0.055</c:v>
                </c:pt>
                <c:pt idx="144">
                  <c:v>0.015</c:v>
                </c:pt>
                <c:pt idx="145">
                  <c:v>0.02</c:v>
                </c:pt>
                <c:pt idx="146">
                  <c:v>0</c:v>
                </c:pt>
                <c:pt idx="147">
                  <c:v>0.015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10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10"/>
          <c:min val="-1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6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가연성 N₂</c:v>
                </c:pt>
              </c:strCache>
            </c:strRef>
          </c:tx>
          <c:spPr>
            <a:solidFill>
              <a:srgbClr val="EDA100"/>
            </a:solidFill>
            <a:ln w="2222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-0.01565</c:v>
                </c:pt>
                <c:pt idx="1">
                  <c:v>-0.0017500000000000003</c:v>
                </c:pt>
                <c:pt idx="2">
                  <c:v>-0.0091</c:v>
                </c:pt>
                <c:pt idx="3">
                  <c:v>-0.0126</c:v>
                </c:pt>
                <c:pt idx="4">
                  <c:v>0.016849999999999997</c:v>
                </c:pt>
                <c:pt idx="5">
                  <c:v>-0.00545</c:v>
                </c:pt>
                <c:pt idx="6">
                  <c:v>0.00925</c:v>
                </c:pt>
                <c:pt idx="7">
                  <c:v>0.0269</c:v>
                </c:pt>
                <c:pt idx="8">
                  <c:v>0.018750000000000003</c:v>
                </c:pt>
                <c:pt idx="9">
                  <c:v>0.0353</c:v>
                </c:pt>
                <c:pt idx="10">
                  <c:v>0.0235</c:v>
                </c:pt>
                <c:pt idx="11">
                  <c:v>0.02495</c:v>
                </c:pt>
                <c:pt idx="12">
                  <c:v>0.03325</c:v>
                </c:pt>
                <c:pt idx="13">
                  <c:v>0.03875</c:v>
                </c:pt>
                <c:pt idx="14">
                  <c:v>0.041550000000000004</c:v>
                </c:pt>
                <c:pt idx="15">
                  <c:v>0.0549</c:v>
                </c:pt>
                <c:pt idx="16">
                  <c:v>0.04325</c:v>
                </c:pt>
                <c:pt idx="17">
                  <c:v>0.049350000000000005</c:v>
                </c:pt>
                <c:pt idx="18">
                  <c:v>0.04815</c:v>
                </c:pt>
                <c:pt idx="19">
                  <c:v>0.0298</c:v>
                </c:pt>
                <c:pt idx="20">
                  <c:v>0.0413</c:v>
                </c:pt>
                <c:pt idx="21">
                  <c:v>0.04185</c:v>
                </c:pt>
                <c:pt idx="22">
                  <c:v>0.044</c:v>
                </c:pt>
                <c:pt idx="23">
                  <c:v>0.026549999999999997</c:v>
                </c:pt>
                <c:pt idx="24">
                  <c:v>0.039799999999999995</c:v>
                </c:pt>
                <c:pt idx="25">
                  <c:v>0.03555</c:v>
                </c:pt>
                <c:pt idx="26">
                  <c:v>0.0528</c:v>
                </c:pt>
                <c:pt idx="27">
                  <c:v>0.030199999999999998</c:v>
                </c:pt>
                <c:pt idx="28">
                  <c:v>0.029400000000000003</c:v>
                </c:pt>
                <c:pt idx="29">
                  <c:v>0.03865</c:v>
                </c:pt>
                <c:pt idx="30">
                  <c:v>0.0422</c:v>
                </c:pt>
                <c:pt idx="31">
                  <c:v>0.0403</c:v>
                </c:pt>
                <c:pt idx="32">
                  <c:v>0.0339</c:v>
                </c:pt>
                <c:pt idx="33">
                  <c:v>0.03385</c:v>
                </c:pt>
                <c:pt idx="34">
                  <c:v>0.01705</c:v>
                </c:pt>
                <c:pt idx="35">
                  <c:v>0.0364</c:v>
                </c:pt>
                <c:pt idx="36">
                  <c:v>0.0314</c:v>
                </c:pt>
                <c:pt idx="37">
                  <c:v>0.02305</c:v>
                </c:pt>
                <c:pt idx="38">
                  <c:v>0.0372</c:v>
                </c:pt>
                <c:pt idx="39">
                  <c:v>0.0358</c:v>
                </c:pt>
                <c:pt idx="40">
                  <c:v>0.03965</c:v>
                </c:pt>
                <c:pt idx="41">
                  <c:v>-0.14980000000000002</c:v>
                </c:pt>
                <c:pt idx="42">
                  <c:v>-0.0644</c:v>
                </c:pt>
                <c:pt idx="43">
                  <c:v>0.0173</c:v>
                </c:pt>
                <c:pt idx="44">
                  <c:v>0.0218</c:v>
                </c:pt>
                <c:pt idx="45">
                  <c:v>0.0374</c:v>
                </c:pt>
                <c:pt idx="46">
                  <c:v>0.0449</c:v>
                </c:pt>
                <c:pt idx="47">
                  <c:v>0.04265</c:v>
                </c:pt>
                <c:pt idx="48">
                  <c:v>0.0421</c:v>
                </c:pt>
                <c:pt idx="49">
                  <c:v>0.036750000000000005</c:v>
                </c:pt>
                <c:pt idx="50">
                  <c:v>0.04635</c:v>
                </c:pt>
                <c:pt idx="51">
                  <c:v>0.0466</c:v>
                </c:pt>
                <c:pt idx="52">
                  <c:v>0.0474</c:v>
                </c:pt>
                <c:pt idx="53">
                  <c:v>0.0566</c:v>
                </c:pt>
                <c:pt idx="54">
                  <c:v>0.07025</c:v>
                </c:pt>
                <c:pt idx="55">
                  <c:v>0.0771</c:v>
                </c:pt>
                <c:pt idx="56">
                  <c:v>0.0905</c:v>
                </c:pt>
                <c:pt idx="57">
                  <c:v>0.0943</c:v>
                </c:pt>
                <c:pt idx="58">
                  <c:v>0.12965</c:v>
                </c:pt>
                <c:pt idx="59">
                  <c:v>0.14884999999999998</c:v>
                </c:pt>
                <c:pt idx="60">
                  <c:v>0.2046</c:v>
                </c:pt>
                <c:pt idx="61">
                  <c:v>0.26665</c:v>
                </c:pt>
                <c:pt idx="62">
                  <c:v>0.37124999999999997</c:v>
                </c:pt>
                <c:pt idx="63">
                  <c:v>0.50425</c:v>
                </c:pt>
                <c:pt idx="64">
                  <c:v>0.7129000000000001</c:v>
                </c:pt>
                <c:pt idx="65">
                  <c:v>0.97915</c:v>
                </c:pt>
                <c:pt idx="66">
                  <c:v>1.3359</c:v>
                </c:pt>
                <c:pt idx="67">
                  <c:v>1.79335</c:v>
                </c:pt>
                <c:pt idx="68">
                  <c:v>2.2685</c:v>
                </c:pt>
                <c:pt idx="69">
                  <c:v>2.6065</c:v>
                </c:pt>
                <c:pt idx="70">
                  <c:v>2.56355</c:v>
                </c:pt>
                <c:pt idx="71">
                  <c:v>1.9663499999999998</c:v>
                </c:pt>
                <c:pt idx="72">
                  <c:v>1.0573</c:v>
                </c:pt>
                <c:pt idx="73">
                  <c:v>0.41645</c:v>
                </c:pt>
                <c:pt idx="74">
                  <c:v>0.1609</c:v>
                </c:pt>
                <c:pt idx="75">
                  <c:v>0.0781</c:v>
                </c:pt>
                <c:pt idx="76">
                  <c:v>0.0533</c:v>
                </c:pt>
                <c:pt idx="77">
                  <c:v>0.016</c:v>
                </c:pt>
                <c:pt idx="78">
                  <c:v>0.018000000000000002</c:v>
                </c:pt>
                <c:pt idx="79">
                  <c:v>0.01465</c:v>
                </c:pt>
                <c:pt idx="80">
                  <c:v>0.00785</c:v>
                </c:pt>
                <c:pt idx="81">
                  <c:v>0.02935</c:v>
                </c:pt>
                <c:pt idx="82">
                  <c:v>0.01175</c:v>
                </c:pt>
                <c:pt idx="83">
                  <c:v>0.0232</c:v>
                </c:pt>
                <c:pt idx="84">
                  <c:v>0.01405</c:v>
                </c:pt>
                <c:pt idx="85">
                  <c:v>0.0087</c:v>
                </c:pt>
                <c:pt idx="86">
                  <c:v>0.0154</c:v>
                </c:pt>
                <c:pt idx="87">
                  <c:v>0.002</c:v>
                </c:pt>
                <c:pt idx="88">
                  <c:v>0.0311</c:v>
                </c:pt>
                <c:pt idx="89">
                  <c:v>0.00545</c:v>
                </c:pt>
                <c:pt idx="90">
                  <c:v>0.029249999999999998</c:v>
                </c:pt>
                <c:pt idx="91">
                  <c:v>0.00865</c:v>
                </c:pt>
                <c:pt idx="92">
                  <c:v>0.013149999999999998</c:v>
                </c:pt>
                <c:pt idx="93">
                  <c:v>0.0199</c:v>
                </c:pt>
                <c:pt idx="94">
                  <c:v>0.0171</c:v>
                </c:pt>
                <c:pt idx="95">
                  <c:v>0.0068000000000000005</c:v>
                </c:pt>
                <c:pt idx="96">
                  <c:v>0.00575</c:v>
                </c:pt>
                <c:pt idx="97">
                  <c:v>0.02275</c:v>
                </c:pt>
                <c:pt idx="98">
                  <c:v>0.007050000000000001</c:v>
                </c:pt>
                <c:pt idx="99">
                  <c:v>0.00595</c:v>
                </c:pt>
                <c:pt idx="100">
                  <c:v>0.02085</c:v>
                </c:pt>
                <c:pt idx="101">
                  <c:v>0.0098</c:v>
                </c:pt>
                <c:pt idx="102">
                  <c:v>0.0129</c:v>
                </c:pt>
                <c:pt idx="103">
                  <c:v>0.0319</c:v>
                </c:pt>
                <c:pt idx="104">
                  <c:v>0.00815</c:v>
                </c:pt>
                <c:pt idx="105">
                  <c:v>0.0137</c:v>
                </c:pt>
                <c:pt idx="106">
                  <c:v>0.0095</c:v>
                </c:pt>
                <c:pt idx="107">
                  <c:v>0.007</c:v>
                </c:pt>
                <c:pt idx="108">
                  <c:v>0.030600000000000002</c:v>
                </c:pt>
                <c:pt idx="109">
                  <c:v>-0.0041</c:v>
                </c:pt>
                <c:pt idx="110">
                  <c:v>-0.0049499999999999995</c:v>
                </c:pt>
                <c:pt idx="111">
                  <c:v>0.02825</c:v>
                </c:pt>
                <c:pt idx="112">
                  <c:v>-0.0055</c:v>
                </c:pt>
                <c:pt idx="113">
                  <c:v>-0.0008000000000000004</c:v>
                </c:pt>
                <c:pt idx="114">
                  <c:v>0.01</c:v>
                </c:pt>
                <c:pt idx="115">
                  <c:v>0.009550000000000001</c:v>
                </c:pt>
                <c:pt idx="116">
                  <c:v>0.0028</c:v>
                </c:pt>
                <c:pt idx="117">
                  <c:v>0.004699999999999999</c:v>
                </c:pt>
                <c:pt idx="118">
                  <c:v>0.0097</c:v>
                </c:pt>
                <c:pt idx="119">
                  <c:v>-0.0023</c:v>
                </c:pt>
                <c:pt idx="120">
                  <c:v>0.01225</c:v>
                </c:pt>
                <c:pt idx="121">
                  <c:v>0.00775</c:v>
                </c:pt>
                <c:pt idx="122">
                  <c:v>0.0097</c:v>
                </c:pt>
                <c:pt idx="123">
                  <c:v>0.020200000000000003</c:v>
                </c:pt>
                <c:pt idx="124">
                  <c:v>0.0007</c:v>
                </c:pt>
                <c:pt idx="125">
                  <c:v>0.00014999999999999996</c:v>
                </c:pt>
                <c:pt idx="126">
                  <c:v>0.008799999999999999</c:v>
                </c:pt>
                <c:pt idx="127">
                  <c:v>0.00325</c:v>
                </c:pt>
                <c:pt idx="128">
                  <c:v>0.0098</c:v>
                </c:pt>
                <c:pt idx="129">
                  <c:v>0.0021</c:v>
                </c:pt>
                <c:pt idx="130">
                  <c:v>0.0091</c:v>
                </c:pt>
                <c:pt idx="131">
                  <c:v>-0.0007500000000000002</c:v>
                </c:pt>
                <c:pt idx="132">
                  <c:v>0.0074</c:v>
                </c:pt>
                <c:pt idx="133">
                  <c:v>0.0031</c:v>
                </c:pt>
                <c:pt idx="134">
                  <c:v>0.01205</c:v>
                </c:pt>
                <c:pt idx="135">
                  <c:v>0.00135</c:v>
                </c:pt>
                <c:pt idx="136">
                  <c:v>-0.0000499999999999997</c:v>
                </c:pt>
                <c:pt idx="137">
                  <c:v>0.0044</c:v>
                </c:pt>
                <c:pt idx="138">
                  <c:v>-0.005600000000000001</c:v>
                </c:pt>
                <c:pt idx="139">
                  <c:v>0.021</c:v>
                </c:pt>
                <c:pt idx="140">
                  <c:v>-0.009899999999999999</c:v>
                </c:pt>
                <c:pt idx="141">
                  <c:v>0.016300000000000002</c:v>
                </c:pt>
                <c:pt idx="142">
                  <c:v>-0.0005999999999999998</c:v>
                </c:pt>
                <c:pt idx="143">
                  <c:v>0.0022</c:v>
                </c:pt>
                <c:pt idx="144">
                  <c:v>0.0098</c:v>
                </c:pt>
                <c:pt idx="145">
                  <c:v>-0.01635</c:v>
                </c:pt>
                <c:pt idx="146">
                  <c:v>-0.00385</c:v>
                </c:pt>
                <c:pt idx="147">
                  <c:v>0.0003499999999999996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EPS 준불연 N₂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-0.02845</c:v>
                </c:pt>
                <c:pt idx="1">
                  <c:v>-0.0225</c:v>
                </c:pt>
                <c:pt idx="2">
                  <c:v>-0.00010000000000000026</c:v>
                </c:pt>
                <c:pt idx="3">
                  <c:v>-0.01575</c:v>
                </c:pt>
                <c:pt idx="4">
                  <c:v>0.00195</c:v>
                </c:pt>
                <c:pt idx="5">
                  <c:v>-0.0075</c:v>
                </c:pt>
                <c:pt idx="6">
                  <c:v>0.0053</c:v>
                </c:pt>
                <c:pt idx="7">
                  <c:v>0.00265</c:v>
                </c:pt>
                <c:pt idx="8">
                  <c:v>0.03065</c:v>
                </c:pt>
                <c:pt idx="9">
                  <c:v>0.0234</c:v>
                </c:pt>
                <c:pt idx="10">
                  <c:v>0.0372</c:v>
                </c:pt>
                <c:pt idx="11">
                  <c:v>0.04065</c:v>
                </c:pt>
                <c:pt idx="12">
                  <c:v>0.033600000000000005</c:v>
                </c:pt>
                <c:pt idx="13">
                  <c:v>0.039599999999999996</c:v>
                </c:pt>
                <c:pt idx="14">
                  <c:v>0.024849999999999997</c:v>
                </c:pt>
                <c:pt idx="15">
                  <c:v>0.031</c:v>
                </c:pt>
                <c:pt idx="16">
                  <c:v>0.0447</c:v>
                </c:pt>
                <c:pt idx="17">
                  <c:v>0.02425</c:v>
                </c:pt>
                <c:pt idx="18">
                  <c:v>0.0218</c:v>
                </c:pt>
                <c:pt idx="19">
                  <c:v>0.031</c:v>
                </c:pt>
                <c:pt idx="20">
                  <c:v>0.02225</c:v>
                </c:pt>
                <c:pt idx="21">
                  <c:v>0.03795</c:v>
                </c:pt>
                <c:pt idx="22">
                  <c:v>0.0161</c:v>
                </c:pt>
                <c:pt idx="23">
                  <c:v>0.0189</c:v>
                </c:pt>
                <c:pt idx="24">
                  <c:v>0.02905</c:v>
                </c:pt>
                <c:pt idx="25">
                  <c:v>0.01795</c:v>
                </c:pt>
                <c:pt idx="26">
                  <c:v>0.04035</c:v>
                </c:pt>
                <c:pt idx="27">
                  <c:v>0.0278</c:v>
                </c:pt>
                <c:pt idx="28">
                  <c:v>0.02405</c:v>
                </c:pt>
                <c:pt idx="29">
                  <c:v>0.03945</c:v>
                </c:pt>
                <c:pt idx="30">
                  <c:v>0.018099999999999998</c:v>
                </c:pt>
                <c:pt idx="31">
                  <c:v>0.03615</c:v>
                </c:pt>
                <c:pt idx="32">
                  <c:v>0.02665</c:v>
                </c:pt>
                <c:pt idx="33">
                  <c:v>0.0509</c:v>
                </c:pt>
                <c:pt idx="34">
                  <c:v>0.06115</c:v>
                </c:pt>
                <c:pt idx="35">
                  <c:v>0.0645</c:v>
                </c:pt>
                <c:pt idx="36">
                  <c:v>0.07625</c:v>
                </c:pt>
                <c:pt idx="37">
                  <c:v>0.11465</c:v>
                </c:pt>
                <c:pt idx="38">
                  <c:v>0.1101</c:v>
                </c:pt>
                <c:pt idx="39">
                  <c:v>0.1381</c:v>
                </c:pt>
                <c:pt idx="40">
                  <c:v>0.1424</c:v>
                </c:pt>
                <c:pt idx="41">
                  <c:v>0.12764999999999999</c:v>
                </c:pt>
                <c:pt idx="42">
                  <c:v>0.11885000000000001</c:v>
                </c:pt>
                <c:pt idx="43">
                  <c:v>0.1188</c:v>
                </c:pt>
                <c:pt idx="44">
                  <c:v>0.1186</c:v>
                </c:pt>
                <c:pt idx="45">
                  <c:v>0.1052</c:v>
                </c:pt>
                <c:pt idx="46">
                  <c:v>0.12025</c:v>
                </c:pt>
                <c:pt idx="47">
                  <c:v>0.099</c:v>
                </c:pt>
                <c:pt idx="48">
                  <c:v>0.09605</c:v>
                </c:pt>
                <c:pt idx="49">
                  <c:v>0.11195000000000001</c:v>
                </c:pt>
                <c:pt idx="50">
                  <c:v>0.11195</c:v>
                </c:pt>
                <c:pt idx="51">
                  <c:v>0.12045</c:v>
                </c:pt>
                <c:pt idx="52">
                  <c:v>0.11560000000000001</c:v>
                </c:pt>
                <c:pt idx="53">
                  <c:v>0.12680000000000002</c:v>
                </c:pt>
                <c:pt idx="54">
                  <c:v>0.12755</c:v>
                </c:pt>
                <c:pt idx="55">
                  <c:v>0.1506</c:v>
                </c:pt>
                <c:pt idx="56">
                  <c:v>0.1717</c:v>
                </c:pt>
                <c:pt idx="57">
                  <c:v>0.1624</c:v>
                </c:pt>
                <c:pt idx="58">
                  <c:v>0.20829999999999999</c:v>
                </c:pt>
                <c:pt idx="59">
                  <c:v>0.20325</c:v>
                </c:pt>
                <c:pt idx="60">
                  <c:v>0.2381</c:v>
                </c:pt>
                <c:pt idx="61">
                  <c:v>0.27985</c:v>
                </c:pt>
                <c:pt idx="62">
                  <c:v>0.3095</c:v>
                </c:pt>
                <c:pt idx="63">
                  <c:v>0.36355000000000004</c:v>
                </c:pt>
                <c:pt idx="64">
                  <c:v>0.4071</c:v>
                </c:pt>
                <c:pt idx="65">
                  <c:v>0.5037</c:v>
                </c:pt>
                <c:pt idx="66">
                  <c:v>0.5822</c:v>
                </c:pt>
                <c:pt idx="67">
                  <c:v>0.6797</c:v>
                </c:pt>
                <c:pt idx="68">
                  <c:v>0.75275</c:v>
                </c:pt>
                <c:pt idx="69">
                  <c:v>0.85955</c:v>
                </c:pt>
                <c:pt idx="70">
                  <c:v>0.92715</c:v>
                </c:pt>
                <c:pt idx="71">
                  <c:v>1.0023499999999999</c:v>
                </c:pt>
                <c:pt idx="72">
                  <c:v>1.02585</c:v>
                </c:pt>
                <c:pt idx="73">
                  <c:v>1.0874</c:v>
                </c:pt>
                <c:pt idx="74">
                  <c:v>1.12185</c:v>
                </c:pt>
                <c:pt idx="75">
                  <c:v>1.13855</c:v>
                </c:pt>
                <c:pt idx="76">
                  <c:v>1.1115</c:v>
                </c:pt>
                <c:pt idx="77">
                  <c:v>1.0074999999999998</c:v>
                </c:pt>
                <c:pt idx="78">
                  <c:v>0.7071000000000001</c:v>
                </c:pt>
                <c:pt idx="79">
                  <c:v>0.2767</c:v>
                </c:pt>
                <c:pt idx="80">
                  <c:v>0.0498</c:v>
                </c:pt>
                <c:pt idx="81">
                  <c:v>0.0359</c:v>
                </c:pt>
                <c:pt idx="82">
                  <c:v>0.036199999999999996</c:v>
                </c:pt>
                <c:pt idx="83">
                  <c:v>0.03585</c:v>
                </c:pt>
                <c:pt idx="84">
                  <c:v>0.0504</c:v>
                </c:pt>
                <c:pt idx="85">
                  <c:v>0.038900000000000004</c:v>
                </c:pt>
                <c:pt idx="86">
                  <c:v>0.030850000000000002</c:v>
                </c:pt>
                <c:pt idx="87">
                  <c:v>0.03545</c:v>
                </c:pt>
                <c:pt idx="88">
                  <c:v>0.032</c:v>
                </c:pt>
                <c:pt idx="89">
                  <c:v>0.041749999999999995</c:v>
                </c:pt>
                <c:pt idx="90">
                  <c:v>0.022</c:v>
                </c:pt>
                <c:pt idx="91">
                  <c:v>0.03555</c:v>
                </c:pt>
                <c:pt idx="92">
                  <c:v>0.01845</c:v>
                </c:pt>
                <c:pt idx="93">
                  <c:v>0.0361</c:v>
                </c:pt>
                <c:pt idx="94">
                  <c:v>0.011300000000000001</c:v>
                </c:pt>
                <c:pt idx="95">
                  <c:v>0.0325</c:v>
                </c:pt>
                <c:pt idx="96">
                  <c:v>0.027000000000000003</c:v>
                </c:pt>
                <c:pt idx="97">
                  <c:v>0.04115</c:v>
                </c:pt>
                <c:pt idx="98">
                  <c:v>0.022699999999999998</c:v>
                </c:pt>
                <c:pt idx="99">
                  <c:v>0.01685</c:v>
                </c:pt>
                <c:pt idx="100">
                  <c:v>0.035949999999999996</c:v>
                </c:pt>
                <c:pt idx="101">
                  <c:v>0.0159</c:v>
                </c:pt>
                <c:pt idx="102">
                  <c:v>0.024399999999999998</c:v>
                </c:pt>
                <c:pt idx="103">
                  <c:v>0.023899999999999998</c:v>
                </c:pt>
                <c:pt idx="104">
                  <c:v>0.020999999999999998</c:v>
                </c:pt>
                <c:pt idx="105">
                  <c:v>0.04305</c:v>
                </c:pt>
                <c:pt idx="106">
                  <c:v>0.02715</c:v>
                </c:pt>
                <c:pt idx="107">
                  <c:v>0.03205</c:v>
                </c:pt>
                <c:pt idx="108">
                  <c:v>0.0138</c:v>
                </c:pt>
                <c:pt idx="109">
                  <c:v>0.044300000000000006</c:v>
                </c:pt>
                <c:pt idx="110">
                  <c:v>0.0325</c:v>
                </c:pt>
                <c:pt idx="111">
                  <c:v>0.04445</c:v>
                </c:pt>
                <c:pt idx="112">
                  <c:v>0.0249</c:v>
                </c:pt>
                <c:pt idx="113">
                  <c:v>0.03845</c:v>
                </c:pt>
                <c:pt idx="114">
                  <c:v>0.04465</c:v>
                </c:pt>
                <c:pt idx="115">
                  <c:v>0.0441</c:v>
                </c:pt>
                <c:pt idx="116">
                  <c:v>0.04325</c:v>
                </c:pt>
                <c:pt idx="117">
                  <c:v>0.0507</c:v>
                </c:pt>
                <c:pt idx="118">
                  <c:v>0.03955</c:v>
                </c:pt>
                <c:pt idx="119">
                  <c:v>0.046200000000000005</c:v>
                </c:pt>
                <c:pt idx="120">
                  <c:v>0.03105</c:v>
                </c:pt>
                <c:pt idx="121">
                  <c:v>0.030100000000000002</c:v>
                </c:pt>
                <c:pt idx="122">
                  <c:v>0.032299999999999995</c:v>
                </c:pt>
                <c:pt idx="123">
                  <c:v>0.020149999999999998</c:v>
                </c:pt>
                <c:pt idx="124">
                  <c:v>0.030400000000000003</c:v>
                </c:pt>
                <c:pt idx="125">
                  <c:v>0.02575</c:v>
                </c:pt>
                <c:pt idx="126">
                  <c:v>0.0191</c:v>
                </c:pt>
                <c:pt idx="127">
                  <c:v>0.02255</c:v>
                </c:pt>
                <c:pt idx="128">
                  <c:v>0.025</c:v>
                </c:pt>
                <c:pt idx="129">
                  <c:v>0.022350000000000002</c:v>
                </c:pt>
                <c:pt idx="130">
                  <c:v>0.02385</c:v>
                </c:pt>
                <c:pt idx="131">
                  <c:v>0.02345</c:v>
                </c:pt>
                <c:pt idx="132">
                  <c:v>0.007699999999999999</c:v>
                </c:pt>
                <c:pt idx="133">
                  <c:v>0.0162</c:v>
                </c:pt>
                <c:pt idx="134">
                  <c:v>-0.0043500000000000014</c:v>
                </c:pt>
                <c:pt idx="135">
                  <c:v>0.00345</c:v>
                </c:pt>
                <c:pt idx="136">
                  <c:v>0.01135</c:v>
                </c:pt>
                <c:pt idx="137">
                  <c:v>0.00365</c:v>
                </c:pt>
                <c:pt idx="138">
                  <c:v>0.0227</c:v>
                </c:pt>
                <c:pt idx="139">
                  <c:v>0.01045</c:v>
                </c:pt>
                <c:pt idx="140">
                  <c:v>0.007949999999999999</c:v>
                </c:pt>
                <c:pt idx="141">
                  <c:v>0.008799999999999999</c:v>
                </c:pt>
                <c:pt idx="142">
                  <c:v>0.0095</c:v>
                </c:pt>
                <c:pt idx="143">
                  <c:v>0.0089</c:v>
                </c:pt>
                <c:pt idx="144">
                  <c:v>0.0088</c:v>
                </c:pt>
                <c:pt idx="145">
                  <c:v>0.0137</c:v>
                </c:pt>
                <c:pt idx="146">
                  <c:v>0.02255</c:v>
                </c:pt>
                <c:pt idx="147">
                  <c:v>-0.02565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PIR(PUR) 가연성 N₂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0.00010000000000000005</c:v>
                </c:pt>
                <c:pt idx="1">
                  <c:v>-0.0031000000000000003</c:v>
                </c:pt>
                <c:pt idx="2">
                  <c:v>-0.0012000000000000001</c:v>
                </c:pt>
                <c:pt idx="3">
                  <c:v>0.00605</c:v>
                </c:pt>
                <c:pt idx="4">
                  <c:v>-0.00425</c:v>
                </c:pt>
                <c:pt idx="5">
                  <c:v>0.00295</c:v>
                </c:pt>
                <c:pt idx="6">
                  <c:v>0.00305</c:v>
                </c:pt>
                <c:pt idx="7">
                  <c:v>0.0058</c:v>
                </c:pt>
                <c:pt idx="8">
                  <c:v>0.0156</c:v>
                </c:pt>
                <c:pt idx="9">
                  <c:v>0.006350000000000001</c:v>
                </c:pt>
                <c:pt idx="10">
                  <c:v>0.01265</c:v>
                </c:pt>
                <c:pt idx="11">
                  <c:v>0.0183</c:v>
                </c:pt>
                <c:pt idx="12">
                  <c:v>0.01785</c:v>
                </c:pt>
                <c:pt idx="13">
                  <c:v>0.016149999999999998</c:v>
                </c:pt>
                <c:pt idx="14">
                  <c:v>0.025750000000000002</c:v>
                </c:pt>
                <c:pt idx="15">
                  <c:v>0.0186</c:v>
                </c:pt>
                <c:pt idx="16">
                  <c:v>0.08134999999999999</c:v>
                </c:pt>
                <c:pt idx="17">
                  <c:v>0.007049999999999999</c:v>
                </c:pt>
                <c:pt idx="18">
                  <c:v>0.0293</c:v>
                </c:pt>
                <c:pt idx="19">
                  <c:v>0.024</c:v>
                </c:pt>
                <c:pt idx="20">
                  <c:v>0.0234</c:v>
                </c:pt>
                <c:pt idx="21">
                  <c:v>0.01795</c:v>
                </c:pt>
                <c:pt idx="22">
                  <c:v>0.0201</c:v>
                </c:pt>
                <c:pt idx="23">
                  <c:v>0.032</c:v>
                </c:pt>
                <c:pt idx="24">
                  <c:v>0.027250000000000003</c:v>
                </c:pt>
                <c:pt idx="25">
                  <c:v>0.0258</c:v>
                </c:pt>
                <c:pt idx="26">
                  <c:v>0.03225</c:v>
                </c:pt>
                <c:pt idx="27">
                  <c:v>0.02615</c:v>
                </c:pt>
                <c:pt idx="28">
                  <c:v>0.02805</c:v>
                </c:pt>
                <c:pt idx="29">
                  <c:v>0.036000000000000004</c:v>
                </c:pt>
                <c:pt idx="30">
                  <c:v>0.03295</c:v>
                </c:pt>
                <c:pt idx="31">
                  <c:v>0.03535</c:v>
                </c:pt>
                <c:pt idx="32">
                  <c:v>0.03815</c:v>
                </c:pt>
                <c:pt idx="33">
                  <c:v>0.03745</c:v>
                </c:pt>
                <c:pt idx="34">
                  <c:v>0.0501</c:v>
                </c:pt>
                <c:pt idx="35">
                  <c:v>0.04725</c:v>
                </c:pt>
                <c:pt idx="36">
                  <c:v>0.06770000000000001</c:v>
                </c:pt>
                <c:pt idx="37">
                  <c:v>0.07014999999999999</c:v>
                </c:pt>
                <c:pt idx="38">
                  <c:v>0.0829</c:v>
                </c:pt>
                <c:pt idx="39">
                  <c:v>0.0883</c:v>
                </c:pt>
                <c:pt idx="40">
                  <c:v>0.09565</c:v>
                </c:pt>
                <c:pt idx="41">
                  <c:v>0.1048</c:v>
                </c:pt>
                <c:pt idx="42">
                  <c:v>0.11985000000000001</c:v>
                </c:pt>
                <c:pt idx="43">
                  <c:v>0.13765</c:v>
                </c:pt>
                <c:pt idx="44">
                  <c:v>0.17215</c:v>
                </c:pt>
                <c:pt idx="45">
                  <c:v>0.21125</c:v>
                </c:pt>
                <c:pt idx="46">
                  <c:v>0.27354999999999996</c:v>
                </c:pt>
                <c:pt idx="47">
                  <c:v>0.3398</c:v>
                </c:pt>
                <c:pt idx="48">
                  <c:v>0.40985</c:v>
                </c:pt>
                <c:pt idx="49">
                  <c:v>0.48945</c:v>
                </c:pt>
                <c:pt idx="50">
                  <c:v>0.55045</c:v>
                </c:pt>
                <c:pt idx="51">
                  <c:v>0.6167</c:v>
                </c:pt>
                <c:pt idx="52">
                  <c:v>0.6628499999999999</c:v>
                </c:pt>
                <c:pt idx="53">
                  <c:v>0.7038</c:v>
                </c:pt>
                <c:pt idx="54">
                  <c:v>0.6904</c:v>
                </c:pt>
                <c:pt idx="55">
                  <c:v>0.6371</c:v>
                </c:pt>
                <c:pt idx="56">
                  <c:v>0.5372</c:v>
                </c:pt>
                <c:pt idx="57">
                  <c:v>0.43595</c:v>
                </c:pt>
                <c:pt idx="58">
                  <c:v>0.34995</c:v>
                </c:pt>
                <c:pt idx="59">
                  <c:v>0.2853</c:v>
                </c:pt>
                <c:pt idx="60">
                  <c:v>0.24609999999999999</c:v>
                </c:pt>
                <c:pt idx="61">
                  <c:v>0.22615</c:v>
                </c:pt>
                <c:pt idx="62">
                  <c:v>0.2041</c:v>
                </c:pt>
                <c:pt idx="63">
                  <c:v>0.18409999999999999</c:v>
                </c:pt>
                <c:pt idx="64">
                  <c:v>0.17435</c:v>
                </c:pt>
                <c:pt idx="65">
                  <c:v>0.17825</c:v>
                </c:pt>
                <c:pt idx="66">
                  <c:v>0.15455000000000002</c:v>
                </c:pt>
                <c:pt idx="67">
                  <c:v>0.157</c:v>
                </c:pt>
                <c:pt idx="68">
                  <c:v>0.14179999999999998</c:v>
                </c:pt>
                <c:pt idx="69">
                  <c:v>0.14305</c:v>
                </c:pt>
                <c:pt idx="70">
                  <c:v>0.13105</c:v>
                </c:pt>
                <c:pt idx="71">
                  <c:v>0.13565</c:v>
                </c:pt>
                <c:pt idx="72">
                  <c:v>0.1273</c:v>
                </c:pt>
                <c:pt idx="73">
                  <c:v>0.1205</c:v>
                </c:pt>
                <c:pt idx="74">
                  <c:v>0.13065</c:v>
                </c:pt>
                <c:pt idx="75">
                  <c:v>0.1138</c:v>
                </c:pt>
                <c:pt idx="76">
                  <c:v>0.12575</c:v>
                </c:pt>
                <c:pt idx="77">
                  <c:v>0.11460000000000001</c:v>
                </c:pt>
                <c:pt idx="78">
                  <c:v>0.10565</c:v>
                </c:pt>
                <c:pt idx="79">
                  <c:v>0.09985</c:v>
                </c:pt>
                <c:pt idx="80">
                  <c:v>0.0885</c:v>
                </c:pt>
                <c:pt idx="81">
                  <c:v>0.08845</c:v>
                </c:pt>
                <c:pt idx="82">
                  <c:v>0.08125</c:v>
                </c:pt>
                <c:pt idx="83">
                  <c:v>0.0805</c:v>
                </c:pt>
                <c:pt idx="84">
                  <c:v>0.0774</c:v>
                </c:pt>
                <c:pt idx="85">
                  <c:v>0.06975</c:v>
                </c:pt>
                <c:pt idx="86">
                  <c:v>0.0763</c:v>
                </c:pt>
                <c:pt idx="87">
                  <c:v>0.07045000000000001</c:v>
                </c:pt>
                <c:pt idx="88">
                  <c:v>0.07475000000000001</c:v>
                </c:pt>
                <c:pt idx="89">
                  <c:v>0.0658</c:v>
                </c:pt>
                <c:pt idx="90">
                  <c:v>0.06855</c:v>
                </c:pt>
                <c:pt idx="91">
                  <c:v>0.0673</c:v>
                </c:pt>
                <c:pt idx="92">
                  <c:v>0.06555</c:v>
                </c:pt>
                <c:pt idx="93">
                  <c:v>0.0685</c:v>
                </c:pt>
                <c:pt idx="94">
                  <c:v>0.061649999999999996</c:v>
                </c:pt>
                <c:pt idx="95">
                  <c:v>0.0692</c:v>
                </c:pt>
                <c:pt idx="96">
                  <c:v>0.0653</c:v>
                </c:pt>
                <c:pt idx="97">
                  <c:v>0.06475</c:v>
                </c:pt>
                <c:pt idx="98">
                  <c:v>0.07325000000000001</c:v>
                </c:pt>
                <c:pt idx="99">
                  <c:v>0.061399999999999996</c:v>
                </c:pt>
                <c:pt idx="100">
                  <c:v>0.0706</c:v>
                </c:pt>
                <c:pt idx="101">
                  <c:v>0.07200000000000001</c:v>
                </c:pt>
                <c:pt idx="102">
                  <c:v>0.0676</c:v>
                </c:pt>
                <c:pt idx="103">
                  <c:v>0.06995</c:v>
                </c:pt>
                <c:pt idx="104">
                  <c:v>0.07345</c:v>
                </c:pt>
                <c:pt idx="105">
                  <c:v>0.0789</c:v>
                </c:pt>
                <c:pt idx="106">
                  <c:v>0.08324999999999999</c:v>
                </c:pt>
                <c:pt idx="107">
                  <c:v>0.07919999999999999</c:v>
                </c:pt>
                <c:pt idx="108">
                  <c:v>0.0939</c:v>
                </c:pt>
                <c:pt idx="109">
                  <c:v>0.0892</c:v>
                </c:pt>
                <c:pt idx="110">
                  <c:v>0.09584999999999999</c:v>
                </c:pt>
                <c:pt idx="111">
                  <c:v>0.1074</c:v>
                </c:pt>
                <c:pt idx="112">
                  <c:v>0.1149</c:v>
                </c:pt>
                <c:pt idx="113">
                  <c:v>0.11710000000000001</c:v>
                </c:pt>
                <c:pt idx="114">
                  <c:v>0.126</c:v>
                </c:pt>
                <c:pt idx="115">
                  <c:v>0.12315</c:v>
                </c:pt>
                <c:pt idx="116">
                  <c:v>0.1411</c:v>
                </c:pt>
                <c:pt idx="117">
                  <c:v>0.14429999999999998</c:v>
                </c:pt>
                <c:pt idx="118">
                  <c:v>0.1362</c:v>
                </c:pt>
                <c:pt idx="119">
                  <c:v>0.14989999999999998</c:v>
                </c:pt>
                <c:pt idx="120">
                  <c:v>0.15465</c:v>
                </c:pt>
                <c:pt idx="121">
                  <c:v>0.15875</c:v>
                </c:pt>
                <c:pt idx="122">
                  <c:v>0.154</c:v>
                </c:pt>
                <c:pt idx="123">
                  <c:v>0.15785</c:v>
                </c:pt>
                <c:pt idx="124">
                  <c:v>0.15795</c:v>
                </c:pt>
                <c:pt idx="125">
                  <c:v>0.16405</c:v>
                </c:pt>
                <c:pt idx="126">
                  <c:v>0.15835</c:v>
                </c:pt>
                <c:pt idx="127">
                  <c:v>0.16595</c:v>
                </c:pt>
                <c:pt idx="128">
                  <c:v>0.1656</c:v>
                </c:pt>
                <c:pt idx="129">
                  <c:v>0.1603</c:v>
                </c:pt>
                <c:pt idx="130">
                  <c:v>0.1658</c:v>
                </c:pt>
                <c:pt idx="131">
                  <c:v>0.16795</c:v>
                </c:pt>
                <c:pt idx="132">
                  <c:v>0.1656</c:v>
                </c:pt>
                <c:pt idx="133">
                  <c:v>0.1661</c:v>
                </c:pt>
                <c:pt idx="134">
                  <c:v>0.1597</c:v>
                </c:pt>
                <c:pt idx="135">
                  <c:v>0.16695</c:v>
                </c:pt>
                <c:pt idx="136">
                  <c:v>0.1661</c:v>
                </c:pt>
                <c:pt idx="137">
                  <c:v>0.17365</c:v>
                </c:pt>
                <c:pt idx="138">
                  <c:v>0.16899999999999998</c:v>
                </c:pt>
                <c:pt idx="139">
                  <c:v>0.17309999999999998</c:v>
                </c:pt>
                <c:pt idx="140">
                  <c:v>0.17170000000000002</c:v>
                </c:pt>
                <c:pt idx="141">
                  <c:v>0.16920000000000002</c:v>
                </c:pt>
                <c:pt idx="142">
                  <c:v>0.1784</c:v>
                </c:pt>
                <c:pt idx="143">
                  <c:v>0.17135</c:v>
                </c:pt>
                <c:pt idx="144">
                  <c:v>0.17175</c:v>
                </c:pt>
                <c:pt idx="145">
                  <c:v>0.17745</c:v>
                </c:pt>
                <c:pt idx="146">
                  <c:v>0.17035</c:v>
                </c:pt>
                <c:pt idx="147">
                  <c:v>0.16915000000000002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PIR(PUR) 준불연 N₂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0.003999999999999999</c:v>
                </c:pt>
                <c:pt idx="1">
                  <c:v>-0.009500000000000001</c:v>
                </c:pt>
                <c:pt idx="2">
                  <c:v>0.0179</c:v>
                </c:pt>
                <c:pt idx="3">
                  <c:v>-0.0005999999999999998</c:v>
                </c:pt>
                <c:pt idx="4">
                  <c:v>0.01115</c:v>
                </c:pt>
                <c:pt idx="5">
                  <c:v>0.01775</c:v>
                </c:pt>
                <c:pt idx="6">
                  <c:v>0.02545</c:v>
                </c:pt>
                <c:pt idx="7">
                  <c:v>0.0344</c:v>
                </c:pt>
                <c:pt idx="8">
                  <c:v>0.02745</c:v>
                </c:pt>
                <c:pt idx="9">
                  <c:v>0.031</c:v>
                </c:pt>
                <c:pt idx="10">
                  <c:v>0.04365</c:v>
                </c:pt>
                <c:pt idx="11">
                  <c:v>0.041999999999999996</c:v>
                </c:pt>
                <c:pt idx="12">
                  <c:v>0.045149999999999996</c:v>
                </c:pt>
                <c:pt idx="13">
                  <c:v>0.0445</c:v>
                </c:pt>
                <c:pt idx="14">
                  <c:v>0.05865000000000001</c:v>
                </c:pt>
                <c:pt idx="15">
                  <c:v>0.0631</c:v>
                </c:pt>
                <c:pt idx="16">
                  <c:v>0.0673</c:v>
                </c:pt>
                <c:pt idx="17">
                  <c:v>0.0717</c:v>
                </c:pt>
                <c:pt idx="18">
                  <c:v>0.06705</c:v>
                </c:pt>
                <c:pt idx="19">
                  <c:v>0.058300000000000005</c:v>
                </c:pt>
                <c:pt idx="20">
                  <c:v>0.06420000000000001</c:v>
                </c:pt>
                <c:pt idx="21">
                  <c:v>0.057800000000000004</c:v>
                </c:pt>
                <c:pt idx="22">
                  <c:v>0.07300000000000001</c:v>
                </c:pt>
                <c:pt idx="23">
                  <c:v>0.0325</c:v>
                </c:pt>
                <c:pt idx="24">
                  <c:v>0.0558</c:v>
                </c:pt>
                <c:pt idx="25">
                  <c:v>0.1188</c:v>
                </c:pt>
                <c:pt idx="26">
                  <c:v>0.10850000000000001</c:v>
                </c:pt>
                <c:pt idx="27">
                  <c:v>0.10500000000000001</c:v>
                </c:pt>
                <c:pt idx="28">
                  <c:v>0.0941</c:v>
                </c:pt>
                <c:pt idx="29">
                  <c:v>0.10385</c:v>
                </c:pt>
                <c:pt idx="30">
                  <c:v>0.11595</c:v>
                </c:pt>
                <c:pt idx="31">
                  <c:v>0.10765</c:v>
                </c:pt>
                <c:pt idx="32">
                  <c:v>0.11815</c:v>
                </c:pt>
                <c:pt idx="33">
                  <c:v>0.12394999999999999</c:v>
                </c:pt>
                <c:pt idx="34">
                  <c:v>0.13255</c:v>
                </c:pt>
                <c:pt idx="35">
                  <c:v>0.12235000000000001</c:v>
                </c:pt>
                <c:pt idx="36">
                  <c:v>0.1208</c:v>
                </c:pt>
                <c:pt idx="37">
                  <c:v>0.12375</c:v>
                </c:pt>
                <c:pt idx="38">
                  <c:v>0.11995</c:v>
                </c:pt>
                <c:pt idx="39">
                  <c:v>0.07965</c:v>
                </c:pt>
                <c:pt idx="40">
                  <c:v>0.08625</c:v>
                </c:pt>
                <c:pt idx="41">
                  <c:v>0.09025</c:v>
                </c:pt>
                <c:pt idx="42">
                  <c:v>0.0974</c:v>
                </c:pt>
                <c:pt idx="43">
                  <c:v>0.1333</c:v>
                </c:pt>
                <c:pt idx="44">
                  <c:v>0.16075</c:v>
                </c:pt>
                <c:pt idx="45">
                  <c:v>0.19924999999999998</c:v>
                </c:pt>
                <c:pt idx="46">
                  <c:v>0.25444999999999995</c:v>
                </c:pt>
                <c:pt idx="47">
                  <c:v>0.28475</c:v>
                </c:pt>
                <c:pt idx="48">
                  <c:v>0.32365</c:v>
                </c:pt>
                <c:pt idx="49">
                  <c:v>0.3497</c:v>
                </c:pt>
                <c:pt idx="50">
                  <c:v>0.35819999999999996</c:v>
                </c:pt>
                <c:pt idx="51">
                  <c:v>0.36305</c:v>
                </c:pt>
                <c:pt idx="52">
                  <c:v>0.38749999999999996</c:v>
                </c:pt>
                <c:pt idx="53">
                  <c:v>0.41665</c:v>
                </c:pt>
                <c:pt idx="54">
                  <c:v>0.45820000000000005</c:v>
                </c:pt>
                <c:pt idx="55">
                  <c:v>0.48540000000000005</c:v>
                </c:pt>
                <c:pt idx="56">
                  <c:v>0.5004500000000001</c:v>
                </c:pt>
                <c:pt idx="57">
                  <c:v>0.5016</c:v>
                </c:pt>
                <c:pt idx="58">
                  <c:v>0.48955</c:v>
                </c:pt>
                <c:pt idx="59">
                  <c:v>0.4395</c:v>
                </c:pt>
                <c:pt idx="60">
                  <c:v>0.38870000000000005</c:v>
                </c:pt>
                <c:pt idx="61">
                  <c:v>0.3286</c:v>
                </c:pt>
                <c:pt idx="62">
                  <c:v>0.26139999999999997</c:v>
                </c:pt>
                <c:pt idx="63">
                  <c:v>0.23170000000000002</c:v>
                </c:pt>
                <c:pt idx="64">
                  <c:v>0.20375</c:v>
                </c:pt>
                <c:pt idx="65">
                  <c:v>0.1902</c:v>
                </c:pt>
                <c:pt idx="66">
                  <c:v>0.17830000000000001</c:v>
                </c:pt>
                <c:pt idx="67">
                  <c:v>0.1755</c:v>
                </c:pt>
                <c:pt idx="68">
                  <c:v>0.1724</c:v>
                </c:pt>
                <c:pt idx="69">
                  <c:v>0.14765</c:v>
                </c:pt>
                <c:pt idx="70">
                  <c:v>0.13735</c:v>
                </c:pt>
                <c:pt idx="71">
                  <c:v>0.13115</c:v>
                </c:pt>
                <c:pt idx="72">
                  <c:v>0.1253</c:v>
                </c:pt>
                <c:pt idx="73">
                  <c:v>0.1152</c:v>
                </c:pt>
                <c:pt idx="74">
                  <c:v>0.10200000000000001</c:v>
                </c:pt>
                <c:pt idx="75">
                  <c:v>0.09705</c:v>
                </c:pt>
                <c:pt idx="76">
                  <c:v>0.09025</c:v>
                </c:pt>
                <c:pt idx="77">
                  <c:v>0.09875</c:v>
                </c:pt>
                <c:pt idx="78">
                  <c:v>0.07975</c:v>
                </c:pt>
                <c:pt idx="79">
                  <c:v>0.0805</c:v>
                </c:pt>
                <c:pt idx="80">
                  <c:v>0.0718</c:v>
                </c:pt>
                <c:pt idx="81">
                  <c:v>0.08065</c:v>
                </c:pt>
                <c:pt idx="82">
                  <c:v>0.06420000000000001</c:v>
                </c:pt>
                <c:pt idx="83">
                  <c:v>0.0695</c:v>
                </c:pt>
                <c:pt idx="84">
                  <c:v>0.06235</c:v>
                </c:pt>
                <c:pt idx="85">
                  <c:v>0.0601</c:v>
                </c:pt>
                <c:pt idx="86">
                  <c:v>0.057150000000000006</c:v>
                </c:pt>
                <c:pt idx="87">
                  <c:v>0.050749999999999997</c:v>
                </c:pt>
                <c:pt idx="88">
                  <c:v>0.05935</c:v>
                </c:pt>
                <c:pt idx="89">
                  <c:v>0.046700000000000005</c:v>
                </c:pt>
                <c:pt idx="90">
                  <c:v>0.04195</c:v>
                </c:pt>
                <c:pt idx="91">
                  <c:v>0.047900000000000005</c:v>
                </c:pt>
                <c:pt idx="92">
                  <c:v>0.05565</c:v>
                </c:pt>
                <c:pt idx="93">
                  <c:v>0.06845</c:v>
                </c:pt>
                <c:pt idx="94">
                  <c:v>0.06945</c:v>
                </c:pt>
                <c:pt idx="95">
                  <c:v>0.05995</c:v>
                </c:pt>
                <c:pt idx="96">
                  <c:v>0.06620000000000001</c:v>
                </c:pt>
                <c:pt idx="97">
                  <c:v>0.054</c:v>
                </c:pt>
                <c:pt idx="98">
                  <c:v>0.061200000000000004</c:v>
                </c:pt>
                <c:pt idx="99">
                  <c:v>0.054849999999999996</c:v>
                </c:pt>
                <c:pt idx="100">
                  <c:v>0.0591</c:v>
                </c:pt>
                <c:pt idx="101">
                  <c:v>0.0604</c:v>
                </c:pt>
                <c:pt idx="102">
                  <c:v>0.061450000000000005</c:v>
                </c:pt>
                <c:pt idx="103">
                  <c:v>0.03855</c:v>
                </c:pt>
                <c:pt idx="104">
                  <c:v>0.05405</c:v>
                </c:pt>
                <c:pt idx="105">
                  <c:v>0.0465</c:v>
                </c:pt>
                <c:pt idx="106">
                  <c:v>0.06535</c:v>
                </c:pt>
                <c:pt idx="107">
                  <c:v>0.04465</c:v>
                </c:pt>
                <c:pt idx="108">
                  <c:v>0.0498</c:v>
                </c:pt>
                <c:pt idx="109">
                  <c:v>0.0578</c:v>
                </c:pt>
                <c:pt idx="110">
                  <c:v>0.06135</c:v>
                </c:pt>
                <c:pt idx="111">
                  <c:v>0.060649999999999996</c:v>
                </c:pt>
                <c:pt idx="112">
                  <c:v>0.0728</c:v>
                </c:pt>
                <c:pt idx="113">
                  <c:v>0.07594999999999999</c:v>
                </c:pt>
                <c:pt idx="114">
                  <c:v>0.0776</c:v>
                </c:pt>
                <c:pt idx="115">
                  <c:v>0.08235</c:v>
                </c:pt>
                <c:pt idx="116">
                  <c:v>0.09245</c:v>
                </c:pt>
                <c:pt idx="117">
                  <c:v>0.0902</c:v>
                </c:pt>
                <c:pt idx="118">
                  <c:v>0.10264999999999999</c:v>
                </c:pt>
                <c:pt idx="119">
                  <c:v>0.11015</c:v>
                </c:pt>
                <c:pt idx="120">
                  <c:v>0.1181</c:v>
                </c:pt>
                <c:pt idx="121">
                  <c:v>0.12135</c:v>
                </c:pt>
                <c:pt idx="122">
                  <c:v>0.13990000000000002</c:v>
                </c:pt>
                <c:pt idx="123">
                  <c:v>0.1392</c:v>
                </c:pt>
                <c:pt idx="124">
                  <c:v>0.1422</c:v>
                </c:pt>
                <c:pt idx="125">
                  <c:v>0.16615000000000002</c:v>
                </c:pt>
                <c:pt idx="126">
                  <c:v>0.16570000000000001</c:v>
                </c:pt>
                <c:pt idx="127">
                  <c:v>0.17885</c:v>
                </c:pt>
                <c:pt idx="128">
                  <c:v>0.1701</c:v>
                </c:pt>
                <c:pt idx="129">
                  <c:v>0.184</c:v>
                </c:pt>
                <c:pt idx="130">
                  <c:v>0.17945</c:v>
                </c:pt>
                <c:pt idx="131">
                  <c:v>0.19955</c:v>
                </c:pt>
                <c:pt idx="132">
                  <c:v>0.1845</c:v>
                </c:pt>
                <c:pt idx="133">
                  <c:v>0.2057</c:v>
                </c:pt>
                <c:pt idx="134">
                  <c:v>0.1975</c:v>
                </c:pt>
                <c:pt idx="135">
                  <c:v>0.19765</c:v>
                </c:pt>
                <c:pt idx="136">
                  <c:v>0.19755</c:v>
                </c:pt>
                <c:pt idx="137">
                  <c:v>0.21315</c:v>
                </c:pt>
                <c:pt idx="138">
                  <c:v>0.2037</c:v>
                </c:pt>
                <c:pt idx="139">
                  <c:v>0.20915</c:v>
                </c:pt>
                <c:pt idx="140">
                  <c:v>0.2062</c:v>
                </c:pt>
                <c:pt idx="141">
                  <c:v>0.21539999999999998</c:v>
                </c:pt>
                <c:pt idx="142">
                  <c:v>0.20945</c:v>
                </c:pt>
                <c:pt idx="143">
                  <c:v>0.22395</c:v>
                </c:pt>
                <c:pt idx="144">
                  <c:v>0.2096</c:v>
                </c:pt>
                <c:pt idx="145">
                  <c:v>0.20235</c:v>
                </c:pt>
                <c:pt idx="146">
                  <c:v>0.21745</c:v>
                </c:pt>
                <c:pt idx="147">
                  <c:v>0.21195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PF 준불연 외부용 N₂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Sheet1!$F$2:$F$149</c:f>
              <c:numCache>
                <c:formatCode>General</c:formatCode>
                <c:ptCount val="148"/>
                <c:pt idx="0">
                  <c:v>0.05645</c:v>
                </c:pt>
                <c:pt idx="1">
                  <c:v>0.05275</c:v>
                </c:pt>
                <c:pt idx="2">
                  <c:v>0.04675</c:v>
                </c:pt>
                <c:pt idx="3">
                  <c:v>0.023649999999999997</c:v>
                </c:pt>
                <c:pt idx="4">
                  <c:v>0.02995</c:v>
                </c:pt>
                <c:pt idx="5">
                  <c:v>0.03005</c:v>
                </c:pt>
                <c:pt idx="6">
                  <c:v>0.01565</c:v>
                </c:pt>
                <c:pt idx="7">
                  <c:v>0.0217</c:v>
                </c:pt>
                <c:pt idx="8">
                  <c:v>0.01285</c:v>
                </c:pt>
                <c:pt idx="9">
                  <c:v>0.02245</c:v>
                </c:pt>
                <c:pt idx="10">
                  <c:v>0.01935</c:v>
                </c:pt>
                <c:pt idx="11">
                  <c:v>0.01865</c:v>
                </c:pt>
                <c:pt idx="12">
                  <c:v>0.024399999999999998</c:v>
                </c:pt>
                <c:pt idx="13">
                  <c:v>0.0256</c:v>
                </c:pt>
                <c:pt idx="14">
                  <c:v>0.0308</c:v>
                </c:pt>
                <c:pt idx="15">
                  <c:v>0.0419</c:v>
                </c:pt>
                <c:pt idx="16">
                  <c:v>0.026299999999999997</c:v>
                </c:pt>
                <c:pt idx="17">
                  <c:v>0.03735</c:v>
                </c:pt>
                <c:pt idx="18">
                  <c:v>0.039599999999999996</c:v>
                </c:pt>
                <c:pt idx="19">
                  <c:v>0.041800000000000004</c:v>
                </c:pt>
                <c:pt idx="20">
                  <c:v>0.05135</c:v>
                </c:pt>
                <c:pt idx="21">
                  <c:v>0.05449999999999999</c:v>
                </c:pt>
                <c:pt idx="22">
                  <c:v>0.061799999999999994</c:v>
                </c:pt>
                <c:pt idx="23">
                  <c:v>0.0674</c:v>
                </c:pt>
                <c:pt idx="24">
                  <c:v>0.0772</c:v>
                </c:pt>
                <c:pt idx="25">
                  <c:v>0.07855</c:v>
                </c:pt>
                <c:pt idx="26">
                  <c:v>0.08349999999999999</c:v>
                </c:pt>
                <c:pt idx="27">
                  <c:v>0.08915000000000001</c:v>
                </c:pt>
                <c:pt idx="28">
                  <c:v>0.09165</c:v>
                </c:pt>
                <c:pt idx="29">
                  <c:v>0.1064</c:v>
                </c:pt>
                <c:pt idx="30">
                  <c:v>0.1032</c:v>
                </c:pt>
                <c:pt idx="31">
                  <c:v>0.1251</c:v>
                </c:pt>
                <c:pt idx="32">
                  <c:v>0.12675</c:v>
                </c:pt>
                <c:pt idx="33">
                  <c:v>0.13165</c:v>
                </c:pt>
                <c:pt idx="34">
                  <c:v>0.1389</c:v>
                </c:pt>
                <c:pt idx="35">
                  <c:v>0.13035</c:v>
                </c:pt>
                <c:pt idx="36">
                  <c:v>0.12490000000000001</c:v>
                </c:pt>
                <c:pt idx="37">
                  <c:v>0.12985</c:v>
                </c:pt>
                <c:pt idx="38">
                  <c:v>0.13785</c:v>
                </c:pt>
                <c:pt idx="39">
                  <c:v>0.14105</c:v>
                </c:pt>
                <c:pt idx="40">
                  <c:v>0.14085</c:v>
                </c:pt>
                <c:pt idx="41">
                  <c:v>0.15225</c:v>
                </c:pt>
                <c:pt idx="42">
                  <c:v>0.14525</c:v>
                </c:pt>
                <c:pt idx="43">
                  <c:v>0.1604</c:v>
                </c:pt>
                <c:pt idx="44">
                  <c:v>0.16105</c:v>
                </c:pt>
                <c:pt idx="45">
                  <c:v>0.1724</c:v>
                </c:pt>
                <c:pt idx="46">
                  <c:v>0.17759999999999998</c:v>
                </c:pt>
                <c:pt idx="47">
                  <c:v>0.1732</c:v>
                </c:pt>
                <c:pt idx="48">
                  <c:v>0.19024999999999997</c:v>
                </c:pt>
                <c:pt idx="49">
                  <c:v>0.1728</c:v>
                </c:pt>
                <c:pt idx="50">
                  <c:v>0.1866</c:v>
                </c:pt>
                <c:pt idx="51">
                  <c:v>0.1859</c:v>
                </c:pt>
                <c:pt idx="52">
                  <c:v>0.18175</c:v>
                </c:pt>
                <c:pt idx="53">
                  <c:v>0.18475</c:v>
                </c:pt>
                <c:pt idx="54">
                  <c:v>0.18255</c:v>
                </c:pt>
                <c:pt idx="55">
                  <c:v>0.166</c:v>
                </c:pt>
                <c:pt idx="56">
                  <c:v>0.1678</c:v>
                </c:pt>
                <c:pt idx="57">
                  <c:v>0.15505</c:v>
                </c:pt>
                <c:pt idx="58">
                  <c:v>0.14775</c:v>
                </c:pt>
                <c:pt idx="59">
                  <c:v>0.1479</c:v>
                </c:pt>
                <c:pt idx="60">
                  <c:v>0.12805</c:v>
                </c:pt>
                <c:pt idx="61">
                  <c:v>0.12795</c:v>
                </c:pt>
                <c:pt idx="62">
                  <c:v>0.11829999999999999</c:v>
                </c:pt>
                <c:pt idx="63">
                  <c:v>0.11674999999999999</c:v>
                </c:pt>
                <c:pt idx="64">
                  <c:v>0.10455</c:v>
                </c:pt>
                <c:pt idx="65">
                  <c:v>0.1104</c:v>
                </c:pt>
                <c:pt idx="66">
                  <c:v>0.10105</c:v>
                </c:pt>
                <c:pt idx="67">
                  <c:v>0.10245</c:v>
                </c:pt>
                <c:pt idx="68">
                  <c:v>0.09525</c:v>
                </c:pt>
                <c:pt idx="69">
                  <c:v>0.09595000000000001</c:v>
                </c:pt>
                <c:pt idx="70">
                  <c:v>0.09445</c:v>
                </c:pt>
                <c:pt idx="71">
                  <c:v>0.0974</c:v>
                </c:pt>
                <c:pt idx="72">
                  <c:v>0.10165</c:v>
                </c:pt>
                <c:pt idx="73">
                  <c:v>0.09570000000000001</c:v>
                </c:pt>
                <c:pt idx="74">
                  <c:v>0.087</c:v>
                </c:pt>
                <c:pt idx="75">
                  <c:v>0.10075</c:v>
                </c:pt>
                <c:pt idx="76">
                  <c:v>0.07485</c:v>
                </c:pt>
                <c:pt idx="77">
                  <c:v>0.0923</c:v>
                </c:pt>
                <c:pt idx="78">
                  <c:v>0.06425</c:v>
                </c:pt>
                <c:pt idx="79">
                  <c:v>0.07155</c:v>
                </c:pt>
                <c:pt idx="80">
                  <c:v>0.061149999999999996</c:v>
                </c:pt>
                <c:pt idx="81">
                  <c:v>0.05790000000000001</c:v>
                </c:pt>
                <c:pt idx="82">
                  <c:v>0.060399999999999995</c:v>
                </c:pt>
                <c:pt idx="83">
                  <c:v>0.0607</c:v>
                </c:pt>
                <c:pt idx="84">
                  <c:v>0.06709999999999999</c:v>
                </c:pt>
                <c:pt idx="85">
                  <c:v>0.06914999999999999</c:v>
                </c:pt>
                <c:pt idx="86">
                  <c:v>0.0713</c:v>
                </c:pt>
                <c:pt idx="87">
                  <c:v>0.08515</c:v>
                </c:pt>
                <c:pt idx="88">
                  <c:v>0.09355</c:v>
                </c:pt>
                <c:pt idx="89">
                  <c:v>0.1003</c:v>
                </c:pt>
                <c:pt idx="90">
                  <c:v>0.1095</c:v>
                </c:pt>
                <c:pt idx="91">
                  <c:v>0.10619999999999999</c:v>
                </c:pt>
                <c:pt idx="92">
                  <c:v>0.11715</c:v>
                </c:pt>
                <c:pt idx="93">
                  <c:v>0.11865</c:v>
                </c:pt>
                <c:pt idx="94">
                  <c:v>0.12095</c:v>
                </c:pt>
                <c:pt idx="95">
                  <c:v>0.1308</c:v>
                </c:pt>
                <c:pt idx="96">
                  <c:v>0.134</c:v>
                </c:pt>
                <c:pt idx="97">
                  <c:v>0.12495</c:v>
                </c:pt>
                <c:pt idx="98">
                  <c:v>0.14229999999999998</c:v>
                </c:pt>
                <c:pt idx="99">
                  <c:v>0.1362</c:v>
                </c:pt>
                <c:pt idx="100">
                  <c:v>0.14995</c:v>
                </c:pt>
                <c:pt idx="101">
                  <c:v>0.1442</c:v>
                </c:pt>
                <c:pt idx="102">
                  <c:v>0.153</c:v>
                </c:pt>
                <c:pt idx="103">
                  <c:v>0.1538</c:v>
                </c:pt>
                <c:pt idx="104">
                  <c:v>0.15615</c:v>
                </c:pt>
                <c:pt idx="105">
                  <c:v>0.15765</c:v>
                </c:pt>
                <c:pt idx="106">
                  <c:v>0.15725</c:v>
                </c:pt>
                <c:pt idx="107">
                  <c:v>0.1577</c:v>
                </c:pt>
                <c:pt idx="108">
                  <c:v>0.1621</c:v>
                </c:pt>
                <c:pt idx="109">
                  <c:v>0.16925</c:v>
                </c:pt>
                <c:pt idx="110">
                  <c:v>0.17149999999999999</c:v>
                </c:pt>
                <c:pt idx="111">
                  <c:v>0.17165000000000002</c:v>
                </c:pt>
                <c:pt idx="112">
                  <c:v>0.17125</c:v>
                </c:pt>
                <c:pt idx="113">
                  <c:v>0.1813</c:v>
                </c:pt>
                <c:pt idx="114">
                  <c:v>0.17154999999999998</c:v>
                </c:pt>
                <c:pt idx="115">
                  <c:v>0.1855</c:v>
                </c:pt>
                <c:pt idx="116">
                  <c:v>0.18305</c:v>
                </c:pt>
                <c:pt idx="117">
                  <c:v>0.1864</c:v>
                </c:pt>
                <c:pt idx="118">
                  <c:v>0.1961</c:v>
                </c:pt>
                <c:pt idx="119">
                  <c:v>0.1845</c:v>
                </c:pt>
                <c:pt idx="120">
                  <c:v>0.19269999999999998</c:v>
                </c:pt>
                <c:pt idx="121">
                  <c:v>0.19724999999999998</c:v>
                </c:pt>
                <c:pt idx="122">
                  <c:v>0.2003</c:v>
                </c:pt>
                <c:pt idx="123">
                  <c:v>0.19665</c:v>
                </c:pt>
                <c:pt idx="124">
                  <c:v>0.2023</c:v>
                </c:pt>
                <c:pt idx="125">
                  <c:v>0.2136</c:v>
                </c:pt>
                <c:pt idx="126">
                  <c:v>0.2036</c:v>
                </c:pt>
                <c:pt idx="127">
                  <c:v>0.21394999999999997</c:v>
                </c:pt>
                <c:pt idx="128">
                  <c:v>0.2158</c:v>
                </c:pt>
                <c:pt idx="129">
                  <c:v>0.2108</c:v>
                </c:pt>
                <c:pt idx="130">
                  <c:v>0.2181</c:v>
                </c:pt>
                <c:pt idx="131">
                  <c:v>0.22965000000000002</c:v>
                </c:pt>
                <c:pt idx="132">
                  <c:v>0.21945</c:v>
                </c:pt>
                <c:pt idx="133">
                  <c:v>0.2363</c:v>
                </c:pt>
                <c:pt idx="134">
                  <c:v>0.24585</c:v>
                </c:pt>
                <c:pt idx="135">
                  <c:v>0.24125</c:v>
                </c:pt>
                <c:pt idx="136">
                  <c:v>0.2455</c:v>
                </c:pt>
                <c:pt idx="137">
                  <c:v>0.24875000000000003</c:v>
                </c:pt>
                <c:pt idx="138">
                  <c:v>0.2562</c:v>
                </c:pt>
                <c:pt idx="139">
                  <c:v>0.26025</c:v>
                </c:pt>
                <c:pt idx="140">
                  <c:v>0.26125</c:v>
                </c:pt>
                <c:pt idx="141">
                  <c:v>0.26615</c:v>
                </c:pt>
                <c:pt idx="142">
                  <c:v>0.2655</c:v>
                </c:pt>
                <c:pt idx="143">
                  <c:v>0.2687</c:v>
                </c:pt>
                <c:pt idx="144">
                  <c:v>0.27535</c:v>
                </c:pt>
                <c:pt idx="145">
                  <c:v>0.276</c:v>
                </c:pt>
                <c:pt idx="146">
                  <c:v>0.28335</c:v>
                </c:pt>
                <c:pt idx="147">
                  <c:v>0.2783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PF 준불연 내부용 N₂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Sheet1!$G$2:$G$149</c:f>
              <c:numCache>
                <c:formatCode>General</c:formatCode>
                <c:ptCount val="148"/>
                <c:pt idx="0">
                  <c:v>0.07465</c:v>
                </c:pt>
                <c:pt idx="1">
                  <c:v>0.05695</c:v>
                </c:pt>
                <c:pt idx="2">
                  <c:v>0.0504</c:v>
                </c:pt>
                <c:pt idx="3">
                  <c:v>0.03705</c:v>
                </c:pt>
                <c:pt idx="4">
                  <c:v>0.0303</c:v>
                </c:pt>
                <c:pt idx="5">
                  <c:v>0.0309</c:v>
                </c:pt>
                <c:pt idx="6">
                  <c:v>0.023649999999999997</c:v>
                </c:pt>
                <c:pt idx="7">
                  <c:v>0.030899999999999997</c:v>
                </c:pt>
                <c:pt idx="8">
                  <c:v>0.02215</c:v>
                </c:pt>
                <c:pt idx="9">
                  <c:v>0.0247</c:v>
                </c:pt>
                <c:pt idx="10">
                  <c:v>0.03275</c:v>
                </c:pt>
                <c:pt idx="11">
                  <c:v>0.027549999999999998</c:v>
                </c:pt>
                <c:pt idx="12">
                  <c:v>0.03115</c:v>
                </c:pt>
                <c:pt idx="13">
                  <c:v>0.03325</c:v>
                </c:pt>
                <c:pt idx="14">
                  <c:v>0.03925</c:v>
                </c:pt>
                <c:pt idx="15">
                  <c:v>0.0416</c:v>
                </c:pt>
                <c:pt idx="16">
                  <c:v>0.04415</c:v>
                </c:pt>
                <c:pt idx="17">
                  <c:v>0.0483</c:v>
                </c:pt>
                <c:pt idx="18">
                  <c:v>0.0498</c:v>
                </c:pt>
                <c:pt idx="19">
                  <c:v>0.0558</c:v>
                </c:pt>
                <c:pt idx="20">
                  <c:v>0.06420000000000001</c:v>
                </c:pt>
                <c:pt idx="21">
                  <c:v>0.06705</c:v>
                </c:pt>
                <c:pt idx="22">
                  <c:v>0.0731</c:v>
                </c:pt>
                <c:pt idx="23">
                  <c:v>0.07525</c:v>
                </c:pt>
                <c:pt idx="24">
                  <c:v>0.0754</c:v>
                </c:pt>
                <c:pt idx="25">
                  <c:v>0.079</c:v>
                </c:pt>
                <c:pt idx="26">
                  <c:v>0.08735</c:v>
                </c:pt>
                <c:pt idx="27">
                  <c:v>0.08695</c:v>
                </c:pt>
                <c:pt idx="28">
                  <c:v>0.088</c:v>
                </c:pt>
                <c:pt idx="29">
                  <c:v>0.09359999999999999</c:v>
                </c:pt>
                <c:pt idx="30">
                  <c:v>0.08945</c:v>
                </c:pt>
                <c:pt idx="31">
                  <c:v>0.0991</c:v>
                </c:pt>
                <c:pt idx="32">
                  <c:v>0.0933</c:v>
                </c:pt>
                <c:pt idx="33">
                  <c:v>0.0924</c:v>
                </c:pt>
                <c:pt idx="34">
                  <c:v>0.0835</c:v>
                </c:pt>
                <c:pt idx="35">
                  <c:v>0.08835000000000001</c:v>
                </c:pt>
                <c:pt idx="36">
                  <c:v>0.08775</c:v>
                </c:pt>
                <c:pt idx="37">
                  <c:v>0.08915000000000001</c:v>
                </c:pt>
                <c:pt idx="38">
                  <c:v>0.0969</c:v>
                </c:pt>
                <c:pt idx="39">
                  <c:v>0.0897</c:v>
                </c:pt>
                <c:pt idx="40">
                  <c:v>0.0926</c:v>
                </c:pt>
                <c:pt idx="41">
                  <c:v>0.0963</c:v>
                </c:pt>
                <c:pt idx="42">
                  <c:v>0.10145000000000001</c:v>
                </c:pt>
                <c:pt idx="43">
                  <c:v>0.1006</c:v>
                </c:pt>
                <c:pt idx="44">
                  <c:v>0.1104</c:v>
                </c:pt>
                <c:pt idx="45">
                  <c:v>0.10935</c:v>
                </c:pt>
                <c:pt idx="46">
                  <c:v>0.1171</c:v>
                </c:pt>
                <c:pt idx="47">
                  <c:v>0.11624999999999999</c:v>
                </c:pt>
                <c:pt idx="48">
                  <c:v>0.1246</c:v>
                </c:pt>
                <c:pt idx="49">
                  <c:v>0.1268</c:v>
                </c:pt>
                <c:pt idx="50">
                  <c:v>0.13255</c:v>
                </c:pt>
                <c:pt idx="51">
                  <c:v>0.1306</c:v>
                </c:pt>
                <c:pt idx="52">
                  <c:v>0.12845</c:v>
                </c:pt>
                <c:pt idx="53">
                  <c:v>0.1269</c:v>
                </c:pt>
                <c:pt idx="54">
                  <c:v>0.123</c:v>
                </c:pt>
                <c:pt idx="55">
                  <c:v>0.11555</c:v>
                </c:pt>
                <c:pt idx="56">
                  <c:v>0.10669999999999999</c:v>
                </c:pt>
                <c:pt idx="57">
                  <c:v>0.1074</c:v>
                </c:pt>
                <c:pt idx="58">
                  <c:v>0.0956</c:v>
                </c:pt>
                <c:pt idx="59">
                  <c:v>0.08885</c:v>
                </c:pt>
                <c:pt idx="60">
                  <c:v>0.08449999999999999</c:v>
                </c:pt>
                <c:pt idx="61">
                  <c:v>0.07505</c:v>
                </c:pt>
                <c:pt idx="62">
                  <c:v>0.07365</c:v>
                </c:pt>
                <c:pt idx="63">
                  <c:v>0.07305</c:v>
                </c:pt>
                <c:pt idx="64">
                  <c:v>0.06420000000000001</c:v>
                </c:pt>
                <c:pt idx="65">
                  <c:v>0.0702</c:v>
                </c:pt>
                <c:pt idx="66">
                  <c:v>0.0689</c:v>
                </c:pt>
                <c:pt idx="67">
                  <c:v>0.07185</c:v>
                </c:pt>
                <c:pt idx="68">
                  <c:v>0.06795000000000001</c:v>
                </c:pt>
                <c:pt idx="69">
                  <c:v>0.0759</c:v>
                </c:pt>
                <c:pt idx="70">
                  <c:v>0.07025</c:v>
                </c:pt>
                <c:pt idx="71">
                  <c:v>0.0801</c:v>
                </c:pt>
                <c:pt idx="72">
                  <c:v>0.08315</c:v>
                </c:pt>
                <c:pt idx="73">
                  <c:v>0.08365</c:v>
                </c:pt>
                <c:pt idx="74">
                  <c:v>0.09025</c:v>
                </c:pt>
                <c:pt idx="75">
                  <c:v>0.08745</c:v>
                </c:pt>
                <c:pt idx="76">
                  <c:v>0.1027</c:v>
                </c:pt>
                <c:pt idx="77">
                  <c:v>0.10805000000000001</c:v>
                </c:pt>
                <c:pt idx="78">
                  <c:v>0.11599999999999999</c:v>
                </c:pt>
                <c:pt idx="79">
                  <c:v>0.12995</c:v>
                </c:pt>
                <c:pt idx="80">
                  <c:v>0.13269999999999998</c:v>
                </c:pt>
                <c:pt idx="81">
                  <c:v>0.152</c:v>
                </c:pt>
                <c:pt idx="82">
                  <c:v>0.1476</c:v>
                </c:pt>
                <c:pt idx="83">
                  <c:v>0.152</c:v>
                </c:pt>
                <c:pt idx="84">
                  <c:v>0.15505000000000002</c:v>
                </c:pt>
                <c:pt idx="85">
                  <c:v>0.15234999999999999</c:v>
                </c:pt>
                <c:pt idx="86">
                  <c:v>0.1608</c:v>
                </c:pt>
                <c:pt idx="87">
                  <c:v>0.1594</c:v>
                </c:pt>
                <c:pt idx="88">
                  <c:v>0.16925</c:v>
                </c:pt>
                <c:pt idx="89">
                  <c:v>0.1708</c:v>
                </c:pt>
                <c:pt idx="90">
                  <c:v>0.16895</c:v>
                </c:pt>
                <c:pt idx="91">
                  <c:v>0.1758</c:v>
                </c:pt>
                <c:pt idx="92">
                  <c:v>0.18185</c:v>
                </c:pt>
                <c:pt idx="93">
                  <c:v>0.18005</c:v>
                </c:pt>
                <c:pt idx="94">
                  <c:v>0.18525</c:v>
                </c:pt>
                <c:pt idx="95">
                  <c:v>0.19525</c:v>
                </c:pt>
                <c:pt idx="96">
                  <c:v>0.1932</c:v>
                </c:pt>
                <c:pt idx="97">
                  <c:v>0.2114</c:v>
                </c:pt>
                <c:pt idx="98">
                  <c:v>0.2113</c:v>
                </c:pt>
                <c:pt idx="99">
                  <c:v>0.21645</c:v>
                </c:pt>
                <c:pt idx="100">
                  <c:v>0.21715</c:v>
                </c:pt>
                <c:pt idx="101">
                  <c:v>0.2187</c:v>
                </c:pt>
                <c:pt idx="102">
                  <c:v>0.22485</c:v>
                </c:pt>
                <c:pt idx="103">
                  <c:v>0.2219</c:v>
                </c:pt>
                <c:pt idx="104">
                  <c:v>0.23415</c:v>
                </c:pt>
                <c:pt idx="105">
                  <c:v>0.23105</c:v>
                </c:pt>
                <c:pt idx="106">
                  <c:v>0.238</c:v>
                </c:pt>
                <c:pt idx="107">
                  <c:v>0.2392</c:v>
                </c:pt>
                <c:pt idx="108">
                  <c:v>0.22945</c:v>
                </c:pt>
                <c:pt idx="109">
                  <c:v>0.245</c:v>
                </c:pt>
                <c:pt idx="110">
                  <c:v>0.24295</c:v>
                </c:pt>
                <c:pt idx="111">
                  <c:v>0.24095</c:v>
                </c:pt>
                <c:pt idx="112">
                  <c:v>0.2386</c:v>
                </c:pt>
                <c:pt idx="113">
                  <c:v>0.24155</c:v>
                </c:pt>
                <c:pt idx="114">
                  <c:v>0.23745</c:v>
                </c:pt>
                <c:pt idx="115">
                  <c:v>0.23375</c:v>
                </c:pt>
                <c:pt idx="116">
                  <c:v>0.236</c:v>
                </c:pt>
                <c:pt idx="117">
                  <c:v>0.2394</c:v>
                </c:pt>
                <c:pt idx="118">
                  <c:v>0.22999999999999998</c:v>
                </c:pt>
                <c:pt idx="119">
                  <c:v>0.23795</c:v>
                </c:pt>
                <c:pt idx="120">
                  <c:v>0.2332</c:v>
                </c:pt>
                <c:pt idx="121">
                  <c:v>0.2311</c:v>
                </c:pt>
                <c:pt idx="122">
                  <c:v>0.2228</c:v>
                </c:pt>
                <c:pt idx="123">
                  <c:v>0.2245</c:v>
                </c:pt>
                <c:pt idx="124">
                  <c:v>0.22275</c:v>
                </c:pt>
                <c:pt idx="125">
                  <c:v>0.2157</c:v>
                </c:pt>
                <c:pt idx="126">
                  <c:v>0.2143</c:v>
                </c:pt>
                <c:pt idx="127">
                  <c:v>0.2249</c:v>
                </c:pt>
                <c:pt idx="128">
                  <c:v>0.2203</c:v>
                </c:pt>
                <c:pt idx="129">
                  <c:v>0.20879999999999999</c:v>
                </c:pt>
                <c:pt idx="130">
                  <c:v>0.2172</c:v>
                </c:pt>
                <c:pt idx="131">
                  <c:v>0.21305</c:v>
                </c:pt>
                <c:pt idx="132">
                  <c:v>0.20229999999999998</c:v>
                </c:pt>
                <c:pt idx="133">
                  <c:v>0.1976</c:v>
                </c:pt>
                <c:pt idx="134">
                  <c:v>0.19774999999999998</c:v>
                </c:pt>
                <c:pt idx="135">
                  <c:v>0.18380000000000002</c:v>
                </c:pt>
                <c:pt idx="136">
                  <c:v>0.18085</c:v>
                </c:pt>
                <c:pt idx="137">
                  <c:v>0.16925</c:v>
                </c:pt>
                <c:pt idx="138">
                  <c:v>0.17375000000000002</c:v>
                </c:pt>
                <c:pt idx="139">
                  <c:v>0.16959999999999997</c:v>
                </c:pt>
                <c:pt idx="140">
                  <c:v>0.15315</c:v>
                </c:pt>
                <c:pt idx="141">
                  <c:v>0.15815</c:v>
                </c:pt>
                <c:pt idx="142">
                  <c:v>0.15365</c:v>
                </c:pt>
                <c:pt idx="143">
                  <c:v>0.1555</c:v>
                </c:pt>
                <c:pt idx="144">
                  <c:v>0.14534999999999998</c:v>
                </c:pt>
                <c:pt idx="145">
                  <c:v>0.1469</c:v>
                </c:pt>
                <c:pt idx="146">
                  <c:v>0.1443</c:v>
                </c:pt>
                <c:pt idx="147">
                  <c:v>0.14245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5"/>
        <c:auto val="1"/>
        <c:lblAlgn val="ctr"/>
        <c:noMultiLvlLbl val="1"/>
        <c:majorUnit val="100"/>
      </c:valAx>
      <c:valAx>
        <c:axId val="2094734552"/>
        <c:scaling>
          <c:orientation val="minMax"/>
          <c:max val="3"/>
          <c:min val="-0.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6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가연성 공기(O)</c:v>
                </c:pt>
              </c:strCache>
            </c:strRef>
          </c:tx>
          <c:spPr>
            <a:solidFill>
              <a:srgbClr val="EDA100"/>
            </a:solidFill>
            <a:ln w="2222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-0.1916</c:v>
                </c:pt>
                <c:pt idx="1">
                  <c:v>-0.2257</c:v>
                </c:pt>
                <c:pt idx="2">
                  <c:v>-0.1866</c:v>
                </c:pt>
                <c:pt idx="3">
                  <c:v>-0.1955</c:v>
                </c:pt>
                <c:pt idx="4">
                  <c:v>-0.1099</c:v>
                </c:pt>
                <c:pt idx="5">
                  <c:v>-0.0986</c:v>
                </c:pt>
                <c:pt idx="6">
                  <c:v>-0.032299999999999995</c:v>
                </c:pt>
                <c:pt idx="7">
                  <c:v>-0.14800000000000002</c:v>
                </c:pt>
                <c:pt idx="8">
                  <c:v>-0.06625</c:v>
                </c:pt>
                <c:pt idx="9">
                  <c:v>-0.0751</c:v>
                </c:pt>
                <c:pt idx="10">
                  <c:v>-0.12755</c:v>
                </c:pt>
                <c:pt idx="11">
                  <c:v>-0.08045</c:v>
                </c:pt>
                <c:pt idx="12">
                  <c:v>0.00615</c:v>
                </c:pt>
                <c:pt idx="13">
                  <c:v>0.0023</c:v>
                </c:pt>
                <c:pt idx="14">
                  <c:v>0.03015</c:v>
                </c:pt>
                <c:pt idx="15">
                  <c:v>0.023200000000000002</c:v>
                </c:pt>
                <c:pt idx="16">
                  <c:v>0.0665</c:v>
                </c:pt>
                <c:pt idx="17">
                  <c:v>-0.0164</c:v>
                </c:pt>
                <c:pt idx="18">
                  <c:v>0.029649999999999996</c:v>
                </c:pt>
                <c:pt idx="19">
                  <c:v>-0.0045000000000000005</c:v>
                </c:pt>
                <c:pt idx="20">
                  <c:v>-0.01065</c:v>
                </c:pt>
                <c:pt idx="21">
                  <c:v>-0.010450000000000001</c:v>
                </c:pt>
                <c:pt idx="22">
                  <c:v>-0.0269</c:v>
                </c:pt>
                <c:pt idx="23">
                  <c:v>0.023450000000000002</c:v>
                </c:pt>
                <c:pt idx="24">
                  <c:v>0.0437</c:v>
                </c:pt>
                <c:pt idx="25">
                  <c:v>-0.015899999999999997</c:v>
                </c:pt>
                <c:pt idx="26">
                  <c:v>0.06515</c:v>
                </c:pt>
                <c:pt idx="27">
                  <c:v>-0.0199</c:v>
                </c:pt>
                <c:pt idx="28">
                  <c:v>0.0781</c:v>
                </c:pt>
                <c:pt idx="29">
                  <c:v>0.0165</c:v>
                </c:pt>
                <c:pt idx="30">
                  <c:v>0.02125</c:v>
                </c:pt>
                <c:pt idx="31">
                  <c:v>0.0968</c:v>
                </c:pt>
                <c:pt idx="32">
                  <c:v>0.02645</c:v>
                </c:pt>
                <c:pt idx="33">
                  <c:v>0.05105</c:v>
                </c:pt>
                <c:pt idx="34">
                  <c:v>0.0001999999999999988</c:v>
                </c:pt>
                <c:pt idx="35">
                  <c:v>0.07214999999999999</c:v>
                </c:pt>
                <c:pt idx="36">
                  <c:v>0.0207</c:v>
                </c:pt>
                <c:pt idx="37">
                  <c:v>0.0718</c:v>
                </c:pt>
                <c:pt idx="38">
                  <c:v>0.10385</c:v>
                </c:pt>
                <c:pt idx="39">
                  <c:v>0.0807</c:v>
                </c:pt>
                <c:pt idx="40">
                  <c:v>0.121</c:v>
                </c:pt>
                <c:pt idx="41">
                  <c:v>0.19069999999999998</c:v>
                </c:pt>
                <c:pt idx="42">
                  <c:v>0.3687</c:v>
                </c:pt>
                <c:pt idx="43">
                  <c:v>0.4077</c:v>
                </c:pt>
                <c:pt idx="44">
                  <c:v>0.6769</c:v>
                </c:pt>
                <c:pt idx="45">
                  <c:v>0.8956500000000001</c:v>
                </c:pt>
                <c:pt idx="46">
                  <c:v>1.3319999999999999</c:v>
                </c:pt>
                <c:pt idx="47">
                  <c:v>1.8920499999999998</c:v>
                </c:pt>
                <c:pt idx="48">
                  <c:v>2.3574</c:v>
                </c:pt>
                <c:pt idx="49">
                  <c:v>2.38505</c:v>
                </c:pt>
                <c:pt idx="50">
                  <c:v>2.14585</c:v>
                </c:pt>
                <c:pt idx="51">
                  <c:v>1.81765</c:v>
                </c:pt>
                <c:pt idx="52">
                  <c:v>1.3711</c:v>
                </c:pt>
                <c:pt idx="53">
                  <c:v>1.0848</c:v>
                </c:pt>
                <c:pt idx="54">
                  <c:v>0.93085</c:v>
                </c:pt>
                <c:pt idx="55">
                  <c:v>0.6589</c:v>
                </c:pt>
                <c:pt idx="56">
                  <c:v>0.52385</c:v>
                </c:pt>
                <c:pt idx="57">
                  <c:v>0.39535</c:v>
                </c:pt>
                <c:pt idx="58">
                  <c:v>0.2796</c:v>
                </c:pt>
                <c:pt idx="59">
                  <c:v>0.16075</c:v>
                </c:pt>
                <c:pt idx="60">
                  <c:v>0.10444999999999999</c:v>
                </c:pt>
                <c:pt idx="61">
                  <c:v>0.07075000000000001</c:v>
                </c:pt>
                <c:pt idx="62">
                  <c:v>0.010499999999999999</c:v>
                </c:pt>
                <c:pt idx="63">
                  <c:v>0.05235</c:v>
                </c:pt>
                <c:pt idx="64">
                  <c:v>-0.01285</c:v>
                </c:pt>
                <c:pt idx="65">
                  <c:v>0.037</c:v>
                </c:pt>
                <c:pt idx="66">
                  <c:v>0.05425000000000001</c:v>
                </c:pt>
                <c:pt idx="67">
                  <c:v>-0.046700000000000005</c:v>
                </c:pt>
                <c:pt idx="68">
                  <c:v>0.0889</c:v>
                </c:pt>
                <c:pt idx="69">
                  <c:v>0.0214</c:v>
                </c:pt>
                <c:pt idx="70">
                  <c:v>0.03665</c:v>
                </c:pt>
                <c:pt idx="71">
                  <c:v>0.0581</c:v>
                </c:pt>
                <c:pt idx="72">
                  <c:v>0.095</c:v>
                </c:pt>
                <c:pt idx="73">
                  <c:v>0.0478</c:v>
                </c:pt>
                <c:pt idx="74">
                  <c:v>0.008899999999999998</c:v>
                </c:pt>
                <c:pt idx="75">
                  <c:v>0.037750000000000006</c:v>
                </c:pt>
                <c:pt idx="76">
                  <c:v>0.0207</c:v>
                </c:pt>
                <c:pt idx="77">
                  <c:v>0.04355</c:v>
                </c:pt>
                <c:pt idx="78">
                  <c:v>-0.01145</c:v>
                </c:pt>
                <c:pt idx="79">
                  <c:v>0.08575</c:v>
                </c:pt>
                <c:pt idx="80">
                  <c:v>0.0205</c:v>
                </c:pt>
                <c:pt idx="81">
                  <c:v>0.04635</c:v>
                </c:pt>
                <c:pt idx="82">
                  <c:v>0.044199999999999996</c:v>
                </c:pt>
                <c:pt idx="83">
                  <c:v>0.06525</c:v>
                </c:pt>
                <c:pt idx="84">
                  <c:v>0.09455</c:v>
                </c:pt>
                <c:pt idx="85">
                  <c:v>0.026350000000000002</c:v>
                </c:pt>
                <c:pt idx="86">
                  <c:v>0.052649999999999995</c:v>
                </c:pt>
                <c:pt idx="87">
                  <c:v>0.1009</c:v>
                </c:pt>
                <c:pt idx="88">
                  <c:v>0.05435</c:v>
                </c:pt>
                <c:pt idx="89">
                  <c:v>0.04715</c:v>
                </c:pt>
                <c:pt idx="90">
                  <c:v>0.1381</c:v>
                </c:pt>
                <c:pt idx="91">
                  <c:v>0.0489</c:v>
                </c:pt>
                <c:pt idx="92">
                  <c:v>0.1062</c:v>
                </c:pt>
                <c:pt idx="93">
                  <c:v>0.0369</c:v>
                </c:pt>
                <c:pt idx="94">
                  <c:v>0.0949</c:v>
                </c:pt>
                <c:pt idx="95">
                  <c:v>0.006500000000000001</c:v>
                </c:pt>
                <c:pt idx="96">
                  <c:v>0.03225</c:v>
                </c:pt>
                <c:pt idx="97">
                  <c:v>0.03615</c:v>
                </c:pt>
                <c:pt idx="98">
                  <c:v>0.005650000000000002</c:v>
                </c:pt>
                <c:pt idx="99">
                  <c:v>0.0016999999999999967</c:v>
                </c:pt>
                <c:pt idx="100">
                  <c:v>-0.022850000000000002</c:v>
                </c:pt>
                <c:pt idx="101">
                  <c:v>-0.05595</c:v>
                </c:pt>
                <c:pt idx="102">
                  <c:v>-0.0015</c:v>
                </c:pt>
                <c:pt idx="103">
                  <c:v>-0.08205</c:v>
                </c:pt>
                <c:pt idx="104">
                  <c:v>0.0605</c:v>
                </c:pt>
                <c:pt idx="105">
                  <c:v>-0.02565</c:v>
                </c:pt>
                <c:pt idx="106">
                  <c:v>-0.06285</c:v>
                </c:pt>
                <c:pt idx="107">
                  <c:v>0.02415</c:v>
                </c:pt>
                <c:pt idx="108">
                  <c:v>-0.0196</c:v>
                </c:pt>
                <c:pt idx="109">
                  <c:v>0.03515</c:v>
                </c:pt>
                <c:pt idx="110">
                  <c:v>0.007100000000000002</c:v>
                </c:pt>
                <c:pt idx="111">
                  <c:v>0.00595</c:v>
                </c:pt>
                <c:pt idx="112">
                  <c:v>0.042749999999999996</c:v>
                </c:pt>
                <c:pt idx="113">
                  <c:v>0.02545</c:v>
                </c:pt>
                <c:pt idx="114">
                  <c:v>-0.05665</c:v>
                </c:pt>
                <c:pt idx="115">
                  <c:v>-0.04245</c:v>
                </c:pt>
                <c:pt idx="116">
                  <c:v>0.01955</c:v>
                </c:pt>
                <c:pt idx="117">
                  <c:v>-0.022350000000000002</c:v>
                </c:pt>
                <c:pt idx="118">
                  <c:v>-0.01715</c:v>
                </c:pt>
                <c:pt idx="119">
                  <c:v>-0.0258</c:v>
                </c:pt>
                <c:pt idx="120">
                  <c:v>-0.0366</c:v>
                </c:pt>
                <c:pt idx="121">
                  <c:v>0.0288</c:v>
                </c:pt>
                <c:pt idx="122">
                  <c:v>-0.006750000000000001</c:v>
                </c:pt>
                <c:pt idx="123">
                  <c:v>0.02215</c:v>
                </c:pt>
                <c:pt idx="124">
                  <c:v>-0.024050000000000002</c:v>
                </c:pt>
                <c:pt idx="125">
                  <c:v>-0.0006999999999999992</c:v>
                </c:pt>
                <c:pt idx="126">
                  <c:v>-0.0387</c:v>
                </c:pt>
                <c:pt idx="127">
                  <c:v>-0.016649999999999998</c:v>
                </c:pt>
                <c:pt idx="128">
                  <c:v>0.03295</c:v>
                </c:pt>
                <c:pt idx="129">
                  <c:v>-0.06665</c:v>
                </c:pt>
                <c:pt idx="130">
                  <c:v>-0.00755</c:v>
                </c:pt>
                <c:pt idx="131">
                  <c:v>0.00785</c:v>
                </c:pt>
                <c:pt idx="132">
                  <c:v>-0.0465</c:v>
                </c:pt>
                <c:pt idx="133">
                  <c:v>-0.0151</c:v>
                </c:pt>
                <c:pt idx="134">
                  <c:v>-0.0021000000000000003</c:v>
                </c:pt>
                <c:pt idx="135">
                  <c:v>-0.10235</c:v>
                </c:pt>
                <c:pt idx="136">
                  <c:v>-0.0327</c:v>
                </c:pt>
                <c:pt idx="137">
                  <c:v>-0.0003499999999999996</c:v>
                </c:pt>
                <c:pt idx="138">
                  <c:v>0.0071</c:v>
                </c:pt>
                <c:pt idx="139">
                  <c:v>-0.0409</c:v>
                </c:pt>
                <c:pt idx="140">
                  <c:v>-0.04725</c:v>
                </c:pt>
                <c:pt idx="141">
                  <c:v>0.01935</c:v>
                </c:pt>
                <c:pt idx="142">
                  <c:v>-0.0815</c:v>
                </c:pt>
                <c:pt idx="143">
                  <c:v>-0.0542</c:v>
                </c:pt>
                <c:pt idx="144">
                  <c:v>-0.0866</c:v>
                </c:pt>
                <c:pt idx="145">
                  <c:v>-0.0471</c:v>
                </c:pt>
                <c:pt idx="146">
                  <c:v>-0.0354</c:v>
                </c:pt>
                <c:pt idx="147">
                  <c:v>-0.058800000000000005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EPS 준불연 공기(O)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-0.0377</c:v>
                </c:pt>
                <c:pt idx="1">
                  <c:v>-0.02515</c:v>
                </c:pt>
                <c:pt idx="2">
                  <c:v>-0.030350000000000002</c:v>
                </c:pt>
                <c:pt idx="3">
                  <c:v>-0.0215</c:v>
                </c:pt>
                <c:pt idx="4">
                  <c:v>-0.016</c:v>
                </c:pt>
                <c:pt idx="5">
                  <c:v>-0.01085</c:v>
                </c:pt>
                <c:pt idx="6">
                  <c:v>0.00625</c:v>
                </c:pt>
                <c:pt idx="7">
                  <c:v>-0.01165</c:v>
                </c:pt>
                <c:pt idx="8">
                  <c:v>-0.0036000000000000008</c:v>
                </c:pt>
                <c:pt idx="9">
                  <c:v>-0.0016999999999999997</c:v>
                </c:pt>
                <c:pt idx="10">
                  <c:v>-0.01725</c:v>
                </c:pt>
                <c:pt idx="11">
                  <c:v>-0.01375</c:v>
                </c:pt>
                <c:pt idx="12">
                  <c:v>0.03045</c:v>
                </c:pt>
                <c:pt idx="13">
                  <c:v>0.02525</c:v>
                </c:pt>
                <c:pt idx="14">
                  <c:v>0.04105</c:v>
                </c:pt>
                <c:pt idx="15">
                  <c:v>0.03145</c:v>
                </c:pt>
                <c:pt idx="16">
                  <c:v>0.034</c:v>
                </c:pt>
                <c:pt idx="17">
                  <c:v>0.010499999999999999</c:v>
                </c:pt>
                <c:pt idx="18">
                  <c:v>0.0047</c:v>
                </c:pt>
                <c:pt idx="19">
                  <c:v>0.01275</c:v>
                </c:pt>
                <c:pt idx="20">
                  <c:v>0.020999999999999998</c:v>
                </c:pt>
                <c:pt idx="21">
                  <c:v>0.01355</c:v>
                </c:pt>
                <c:pt idx="22">
                  <c:v>0.0125</c:v>
                </c:pt>
                <c:pt idx="23">
                  <c:v>0.0145</c:v>
                </c:pt>
                <c:pt idx="24">
                  <c:v>0.0116</c:v>
                </c:pt>
                <c:pt idx="25">
                  <c:v>0.0158</c:v>
                </c:pt>
                <c:pt idx="26">
                  <c:v>0.01115</c:v>
                </c:pt>
                <c:pt idx="27">
                  <c:v>0.018549999999999997</c:v>
                </c:pt>
                <c:pt idx="28">
                  <c:v>0.0189</c:v>
                </c:pt>
                <c:pt idx="29">
                  <c:v>0.0266</c:v>
                </c:pt>
                <c:pt idx="30">
                  <c:v>0.0543</c:v>
                </c:pt>
                <c:pt idx="31">
                  <c:v>0.041499999999999995</c:v>
                </c:pt>
                <c:pt idx="32">
                  <c:v>0.04005</c:v>
                </c:pt>
                <c:pt idx="33">
                  <c:v>0.0568</c:v>
                </c:pt>
                <c:pt idx="34">
                  <c:v>0.09334999999999999</c:v>
                </c:pt>
                <c:pt idx="35">
                  <c:v>0.10445</c:v>
                </c:pt>
                <c:pt idx="36">
                  <c:v>0.1179</c:v>
                </c:pt>
                <c:pt idx="37">
                  <c:v>0.1196</c:v>
                </c:pt>
                <c:pt idx="38">
                  <c:v>0.15735</c:v>
                </c:pt>
                <c:pt idx="39">
                  <c:v>0.13635</c:v>
                </c:pt>
                <c:pt idx="40">
                  <c:v>0.13855</c:v>
                </c:pt>
                <c:pt idx="41">
                  <c:v>0.1365</c:v>
                </c:pt>
                <c:pt idx="42">
                  <c:v>0.12329999999999999</c:v>
                </c:pt>
                <c:pt idx="43">
                  <c:v>0.1306</c:v>
                </c:pt>
                <c:pt idx="44">
                  <c:v>0.1243</c:v>
                </c:pt>
                <c:pt idx="45">
                  <c:v>0.12995</c:v>
                </c:pt>
                <c:pt idx="46">
                  <c:v>0.13765</c:v>
                </c:pt>
                <c:pt idx="47">
                  <c:v>0.15944999999999998</c:v>
                </c:pt>
                <c:pt idx="48">
                  <c:v>0.1683</c:v>
                </c:pt>
                <c:pt idx="49">
                  <c:v>0.2185</c:v>
                </c:pt>
                <c:pt idx="50">
                  <c:v>0.266</c:v>
                </c:pt>
                <c:pt idx="51">
                  <c:v>0.35785</c:v>
                </c:pt>
                <c:pt idx="52">
                  <c:v>0.4458</c:v>
                </c:pt>
                <c:pt idx="53">
                  <c:v>0.55505</c:v>
                </c:pt>
                <c:pt idx="54">
                  <c:v>0.66415</c:v>
                </c:pt>
                <c:pt idx="55">
                  <c:v>0.77795</c:v>
                </c:pt>
                <c:pt idx="56">
                  <c:v>0.8764000000000001</c:v>
                </c:pt>
                <c:pt idx="57">
                  <c:v>0.94825</c:v>
                </c:pt>
                <c:pt idx="58">
                  <c:v>1.0068</c:v>
                </c:pt>
                <c:pt idx="59">
                  <c:v>1.0053</c:v>
                </c:pt>
                <c:pt idx="60">
                  <c:v>0.96645</c:v>
                </c:pt>
                <c:pt idx="61">
                  <c:v>0.8685</c:v>
                </c:pt>
                <c:pt idx="62">
                  <c:v>0.718</c:v>
                </c:pt>
                <c:pt idx="63">
                  <c:v>0.5136499999999999</c:v>
                </c:pt>
                <c:pt idx="64">
                  <c:v>0.3224</c:v>
                </c:pt>
                <c:pt idx="65">
                  <c:v>0.18325</c:v>
                </c:pt>
                <c:pt idx="66">
                  <c:v>0.10550000000000001</c:v>
                </c:pt>
                <c:pt idx="67">
                  <c:v>0.07170000000000001</c:v>
                </c:pt>
                <c:pt idx="68">
                  <c:v>0.07394999999999999</c:v>
                </c:pt>
                <c:pt idx="69">
                  <c:v>0.054650000000000004</c:v>
                </c:pt>
                <c:pt idx="70">
                  <c:v>0.05585</c:v>
                </c:pt>
                <c:pt idx="71">
                  <c:v>0.05245</c:v>
                </c:pt>
                <c:pt idx="72">
                  <c:v>0.0533</c:v>
                </c:pt>
                <c:pt idx="73">
                  <c:v>0.0477</c:v>
                </c:pt>
                <c:pt idx="74">
                  <c:v>0.0512</c:v>
                </c:pt>
                <c:pt idx="75">
                  <c:v>0.0518</c:v>
                </c:pt>
                <c:pt idx="76">
                  <c:v>0.0543</c:v>
                </c:pt>
                <c:pt idx="77">
                  <c:v>0.051000000000000004</c:v>
                </c:pt>
                <c:pt idx="78">
                  <c:v>0.0679</c:v>
                </c:pt>
                <c:pt idx="79">
                  <c:v>0.0632</c:v>
                </c:pt>
                <c:pt idx="80">
                  <c:v>0.0668</c:v>
                </c:pt>
                <c:pt idx="81">
                  <c:v>0.06645000000000001</c:v>
                </c:pt>
                <c:pt idx="82">
                  <c:v>0.0733</c:v>
                </c:pt>
                <c:pt idx="83">
                  <c:v>0.0837</c:v>
                </c:pt>
                <c:pt idx="84">
                  <c:v>0.0853</c:v>
                </c:pt>
                <c:pt idx="85">
                  <c:v>0.0927</c:v>
                </c:pt>
                <c:pt idx="86">
                  <c:v>0.09995000000000001</c:v>
                </c:pt>
                <c:pt idx="87">
                  <c:v>0.1052</c:v>
                </c:pt>
                <c:pt idx="88">
                  <c:v>0.1099</c:v>
                </c:pt>
                <c:pt idx="89">
                  <c:v>0.12895</c:v>
                </c:pt>
                <c:pt idx="90">
                  <c:v>0.1238</c:v>
                </c:pt>
                <c:pt idx="91">
                  <c:v>0.13695000000000002</c:v>
                </c:pt>
                <c:pt idx="92">
                  <c:v>0.12645</c:v>
                </c:pt>
                <c:pt idx="93">
                  <c:v>0.1377</c:v>
                </c:pt>
                <c:pt idx="94">
                  <c:v>0.11410000000000001</c:v>
                </c:pt>
                <c:pt idx="95">
                  <c:v>0.09995000000000001</c:v>
                </c:pt>
                <c:pt idx="96">
                  <c:v>0.09165000000000001</c:v>
                </c:pt>
                <c:pt idx="97">
                  <c:v>0.06945</c:v>
                </c:pt>
                <c:pt idx="98">
                  <c:v>0.0577</c:v>
                </c:pt>
                <c:pt idx="99">
                  <c:v>0.04455</c:v>
                </c:pt>
                <c:pt idx="100">
                  <c:v>0.0377</c:v>
                </c:pt>
                <c:pt idx="101">
                  <c:v>0.03025</c:v>
                </c:pt>
                <c:pt idx="102">
                  <c:v>0.02785</c:v>
                </c:pt>
                <c:pt idx="103">
                  <c:v>0.020999999999999998</c:v>
                </c:pt>
                <c:pt idx="104">
                  <c:v>0.025750000000000002</c:v>
                </c:pt>
                <c:pt idx="105">
                  <c:v>0.01335</c:v>
                </c:pt>
                <c:pt idx="106">
                  <c:v>0.015</c:v>
                </c:pt>
                <c:pt idx="107">
                  <c:v>0.01895</c:v>
                </c:pt>
                <c:pt idx="108">
                  <c:v>0.021150000000000002</c:v>
                </c:pt>
                <c:pt idx="109">
                  <c:v>0.0143</c:v>
                </c:pt>
                <c:pt idx="110">
                  <c:v>0.018000000000000002</c:v>
                </c:pt>
                <c:pt idx="111">
                  <c:v>0.0252</c:v>
                </c:pt>
                <c:pt idx="112">
                  <c:v>0.0245</c:v>
                </c:pt>
                <c:pt idx="113">
                  <c:v>0.01615</c:v>
                </c:pt>
                <c:pt idx="114">
                  <c:v>0.03025</c:v>
                </c:pt>
                <c:pt idx="115">
                  <c:v>0.01395</c:v>
                </c:pt>
                <c:pt idx="116">
                  <c:v>0.02645</c:v>
                </c:pt>
                <c:pt idx="117">
                  <c:v>0.0303</c:v>
                </c:pt>
                <c:pt idx="118">
                  <c:v>0.0262</c:v>
                </c:pt>
                <c:pt idx="119">
                  <c:v>0.02495</c:v>
                </c:pt>
                <c:pt idx="120">
                  <c:v>0.022600000000000002</c:v>
                </c:pt>
                <c:pt idx="121">
                  <c:v>0.0291</c:v>
                </c:pt>
                <c:pt idx="122">
                  <c:v>0.021400000000000002</c:v>
                </c:pt>
                <c:pt idx="123">
                  <c:v>0.0369</c:v>
                </c:pt>
                <c:pt idx="124">
                  <c:v>0.02205</c:v>
                </c:pt>
                <c:pt idx="125">
                  <c:v>0.028749999999999998</c:v>
                </c:pt>
                <c:pt idx="126">
                  <c:v>0.024050000000000002</c:v>
                </c:pt>
                <c:pt idx="127">
                  <c:v>0.03215</c:v>
                </c:pt>
                <c:pt idx="128">
                  <c:v>0.03415</c:v>
                </c:pt>
                <c:pt idx="129">
                  <c:v>0.03945</c:v>
                </c:pt>
                <c:pt idx="130">
                  <c:v>0.04405</c:v>
                </c:pt>
                <c:pt idx="131">
                  <c:v>0.0545</c:v>
                </c:pt>
                <c:pt idx="132">
                  <c:v>0.06305</c:v>
                </c:pt>
                <c:pt idx="133">
                  <c:v>0.0754</c:v>
                </c:pt>
                <c:pt idx="134">
                  <c:v>0.0943</c:v>
                </c:pt>
                <c:pt idx="135">
                  <c:v>0.10425</c:v>
                </c:pt>
                <c:pt idx="136">
                  <c:v>0.12855</c:v>
                </c:pt>
                <c:pt idx="137">
                  <c:v>0.1488</c:v>
                </c:pt>
                <c:pt idx="138">
                  <c:v>0.16499999999999998</c:v>
                </c:pt>
                <c:pt idx="139">
                  <c:v>0.19805</c:v>
                </c:pt>
                <c:pt idx="140">
                  <c:v>0.2378</c:v>
                </c:pt>
                <c:pt idx="141">
                  <c:v>0.2561</c:v>
                </c:pt>
                <c:pt idx="142">
                  <c:v>0.30584999999999996</c:v>
                </c:pt>
                <c:pt idx="143">
                  <c:v>0.33135000000000003</c:v>
                </c:pt>
                <c:pt idx="144">
                  <c:v>0.3597</c:v>
                </c:pt>
                <c:pt idx="145">
                  <c:v>0.36755</c:v>
                </c:pt>
                <c:pt idx="146">
                  <c:v>0.3667</c:v>
                </c:pt>
                <c:pt idx="147">
                  <c:v>0.3664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PIR(PUR) 가연성 공기(O)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-0.0154</c:v>
                </c:pt>
                <c:pt idx="1">
                  <c:v>-0.017</c:v>
                </c:pt>
                <c:pt idx="2">
                  <c:v>-0.01425</c:v>
                </c:pt>
                <c:pt idx="3">
                  <c:v>-0.02095</c:v>
                </c:pt>
                <c:pt idx="4">
                  <c:v>-0.01115</c:v>
                </c:pt>
                <c:pt idx="5">
                  <c:v>-0.011800000000000001</c:v>
                </c:pt>
                <c:pt idx="6">
                  <c:v>-0.01145</c:v>
                </c:pt>
                <c:pt idx="7">
                  <c:v>-0.00145</c:v>
                </c:pt>
                <c:pt idx="8">
                  <c:v>0.0091</c:v>
                </c:pt>
                <c:pt idx="9">
                  <c:v>0.0015999999999999999</c:v>
                </c:pt>
                <c:pt idx="10">
                  <c:v>0.0095</c:v>
                </c:pt>
                <c:pt idx="11">
                  <c:v>0.01115</c:v>
                </c:pt>
                <c:pt idx="12">
                  <c:v>0.0097</c:v>
                </c:pt>
                <c:pt idx="13">
                  <c:v>0.0146</c:v>
                </c:pt>
                <c:pt idx="14">
                  <c:v>0.011699999999999999</c:v>
                </c:pt>
                <c:pt idx="15">
                  <c:v>0.01885</c:v>
                </c:pt>
                <c:pt idx="16">
                  <c:v>0.02545</c:v>
                </c:pt>
                <c:pt idx="17">
                  <c:v>0.01615</c:v>
                </c:pt>
                <c:pt idx="18">
                  <c:v>0.0204</c:v>
                </c:pt>
                <c:pt idx="19">
                  <c:v>0.019700000000000002</c:v>
                </c:pt>
                <c:pt idx="20">
                  <c:v>0.01315</c:v>
                </c:pt>
                <c:pt idx="21">
                  <c:v>0.01575</c:v>
                </c:pt>
                <c:pt idx="22">
                  <c:v>0.0097</c:v>
                </c:pt>
                <c:pt idx="23">
                  <c:v>0.019</c:v>
                </c:pt>
                <c:pt idx="24">
                  <c:v>0.028550000000000002</c:v>
                </c:pt>
                <c:pt idx="25">
                  <c:v>0.02015</c:v>
                </c:pt>
                <c:pt idx="26">
                  <c:v>0.0384</c:v>
                </c:pt>
                <c:pt idx="27">
                  <c:v>0.0112</c:v>
                </c:pt>
                <c:pt idx="28">
                  <c:v>0.0257</c:v>
                </c:pt>
                <c:pt idx="29">
                  <c:v>0.02225</c:v>
                </c:pt>
                <c:pt idx="30">
                  <c:v>0.02965</c:v>
                </c:pt>
                <c:pt idx="31">
                  <c:v>0.03535</c:v>
                </c:pt>
                <c:pt idx="32">
                  <c:v>0.027499999999999997</c:v>
                </c:pt>
                <c:pt idx="33">
                  <c:v>0.03465</c:v>
                </c:pt>
                <c:pt idx="34">
                  <c:v>0.0535</c:v>
                </c:pt>
                <c:pt idx="35">
                  <c:v>0.04725</c:v>
                </c:pt>
                <c:pt idx="36">
                  <c:v>0.048350000000000004</c:v>
                </c:pt>
                <c:pt idx="37">
                  <c:v>0.0687</c:v>
                </c:pt>
                <c:pt idx="38">
                  <c:v>0.05185</c:v>
                </c:pt>
                <c:pt idx="39">
                  <c:v>0.09175</c:v>
                </c:pt>
                <c:pt idx="40">
                  <c:v>0.0908</c:v>
                </c:pt>
                <c:pt idx="41">
                  <c:v>0.09955</c:v>
                </c:pt>
                <c:pt idx="42">
                  <c:v>0.1122</c:v>
                </c:pt>
                <c:pt idx="43">
                  <c:v>0.12075</c:v>
                </c:pt>
                <c:pt idx="44">
                  <c:v>0.1542</c:v>
                </c:pt>
                <c:pt idx="45">
                  <c:v>0.1871</c:v>
                </c:pt>
                <c:pt idx="46">
                  <c:v>0.23565</c:v>
                </c:pt>
                <c:pt idx="47">
                  <c:v>0.28175</c:v>
                </c:pt>
                <c:pt idx="48">
                  <c:v>0.31775</c:v>
                </c:pt>
                <c:pt idx="49">
                  <c:v>0.349</c:v>
                </c:pt>
                <c:pt idx="50">
                  <c:v>0.36419999999999997</c:v>
                </c:pt>
                <c:pt idx="51">
                  <c:v>0.3648</c:v>
                </c:pt>
                <c:pt idx="52">
                  <c:v>0.3528</c:v>
                </c:pt>
                <c:pt idx="53">
                  <c:v>0.3433</c:v>
                </c:pt>
                <c:pt idx="54">
                  <c:v>0.31795</c:v>
                </c:pt>
                <c:pt idx="55">
                  <c:v>0.27965</c:v>
                </c:pt>
                <c:pt idx="56">
                  <c:v>0.24075000000000002</c:v>
                </c:pt>
                <c:pt idx="57">
                  <c:v>0.19319999999999998</c:v>
                </c:pt>
                <c:pt idx="58">
                  <c:v>0.16185</c:v>
                </c:pt>
                <c:pt idx="59">
                  <c:v>0.12605</c:v>
                </c:pt>
                <c:pt idx="60">
                  <c:v>0.11965</c:v>
                </c:pt>
                <c:pt idx="61">
                  <c:v>0.11499999999999999</c:v>
                </c:pt>
                <c:pt idx="62">
                  <c:v>0.11399999999999999</c:v>
                </c:pt>
                <c:pt idx="63">
                  <c:v>0.113</c:v>
                </c:pt>
                <c:pt idx="64">
                  <c:v>0.11965</c:v>
                </c:pt>
                <c:pt idx="65">
                  <c:v>0.1257</c:v>
                </c:pt>
                <c:pt idx="66">
                  <c:v>0.12845</c:v>
                </c:pt>
                <c:pt idx="67">
                  <c:v>0.13390000000000002</c:v>
                </c:pt>
                <c:pt idx="68">
                  <c:v>0.13655</c:v>
                </c:pt>
                <c:pt idx="69">
                  <c:v>0.14155</c:v>
                </c:pt>
                <c:pt idx="70">
                  <c:v>0.1529</c:v>
                </c:pt>
                <c:pt idx="71">
                  <c:v>0.14150000000000001</c:v>
                </c:pt>
                <c:pt idx="72">
                  <c:v>0.1565</c:v>
                </c:pt>
                <c:pt idx="73">
                  <c:v>0.14700000000000002</c:v>
                </c:pt>
                <c:pt idx="74">
                  <c:v>0.1617</c:v>
                </c:pt>
                <c:pt idx="75">
                  <c:v>0.17220000000000002</c:v>
                </c:pt>
                <c:pt idx="76">
                  <c:v>0.1716</c:v>
                </c:pt>
                <c:pt idx="77">
                  <c:v>0.1822</c:v>
                </c:pt>
                <c:pt idx="78">
                  <c:v>0.18680000000000002</c:v>
                </c:pt>
                <c:pt idx="79">
                  <c:v>0.19615</c:v>
                </c:pt>
                <c:pt idx="80">
                  <c:v>0.2188</c:v>
                </c:pt>
                <c:pt idx="81">
                  <c:v>0.22949999999999998</c:v>
                </c:pt>
                <c:pt idx="82">
                  <c:v>0.24885000000000002</c:v>
                </c:pt>
                <c:pt idx="83">
                  <c:v>0.2661</c:v>
                </c:pt>
                <c:pt idx="84">
                  <c:v>0.28659999999999997</c:v>
                </c:pt>
                <c:pt idx="85">
                  <c:v>0.3106</c:v>
                </c:pt>
                <c:pt idx="86">
                  <c:v>0.3355</c:v>
                </c:pt>
                <c:pt idx="87">
                  <c:v>0.37605</c:v>
                </c:pt>
                <c:pt idx="88">
                  <c:v>0.4128</c:v>
                </c:pt>
                <c:pt idx="89">
                  <c:v>0.46604999999999996</c:v>
                </c:pt>
                <c:pt idx="90">
                  <c:v>0.5125500000000001</c:v>
                </c:pt>
                <c:pt idx="91">
                  <c:v>0.57625</c:v>
                </c:pt>
                <c:pt idx="92">
                  <c:v>0.6437999999999999</c:v>
                </c:pt>
                <c:pt idx="93">
                  <c:v>0.6925</c:v>
                </c:pt>
                <c:pt idx="94">
                  <c:v>0.7272000000000001</c:v>
                </c:pt>
                <c:pt idx="95">
                  <c:v>0.7444500000000001</c:v>
                </c:pt>
                <c:pt idx="96">
                  <c:v>0.73445</c:v>
                </c:pt>
                <c:pt idx="97">
                  <c:v>0.6801999999999999</c:v>
                </c:pt>
                <c:pt idx="98">
                  <c:v>0.60365</c:v>
                </c:pt>
                <c:pt idx="99">
                  <c:v>0.5124</c:v>
                </c:pt>
                <c:pt idx="100">
                  <c:v>0.4199</c:v>
                </c:pt>
                <c:pt idx="101">
                  <c:v>0.3478</c:v>
                </c:pt>
                <c:pt idx="102">
                  <c:v>0.27949999999999997</c:v>
                </c:pt>
                <c:pt idx="103">
                  <c:v>0.23035</c:v>
                </c:pt>
                <c:pt idx="104">
                  <c:v>0.18795</c:v>
                </c:pt>
                <c:pt idx="105">
                  <c:v>0.15975</c:v>
                </c:pt>
                <c:pt idx="106">
                  <c:v>0.1405</c:v>
                </c:pt>
                <c:pt idx="107">
                  <c:v>0.1157</c:v>
                </c:pt>
                <c:pt idx="108">
                  <c:v>0.0964</c:v>
                </c:pt>
                <c:pt idx="109">
                  <c:v>0.07475000000000001</c:v>
                </c:pt>
                <c:pt idx="110">
                  <c:v>0.05965</c:v>
                </c:pt>
                <c:pt idx="111">
                  <c:v>0.03025</c:v>
                </c:pt>
                <c:pt idx="112">
                  <c:v>0.01445</c:v>
                </c:pt>
                <c:pt idx="113">
                  <c:v>0.012150000000000001</c:v>
                </c:pt>
                <c:pt idx="114">
                  <c:v>0.0053</c:v>
                </c:pt>
                <c:pt idx="115">
                  <c:v>0.0038</c:v>
                </c:pt>
                <c:pt idx="116">
                  <c:v>-0.0007499999999999998</c:v>
                </c:pt>
                <c:pt idx="117">
                  <c:v>-0.0042</c:v>
                </c:pt>
                <c:pt idx="118">
                  <c:v>-0.003</c:v>
                </c:pt>
                <c:pt idx="119">
                  <c:v>0.00215</c:v>
                </c:pt>
                <c:pt idx="120">
                  <c:v>-0.00425</c:v>
                </c:pt>
                <c:pt idx="121">
                  <c:v>0.0040999999999999995</c:v>
                </c:pt>
                <c:pt idx="122">
                  <c:v>-0.0006499999999999995</c:v>
                </c:pt>
                <c:pt idx="123">
                  <c:v>0.00245</c:v>
                </c:pt>
                <c:pt idx="124">
                  <c:v>-0.0021999999999999997</c:v>
                </c:pt>
                <c:pt idx="125">
                  <c:v>-0.00605</c:v>
                </c:pt>
                <c:pt idx="126">
                  <c:v>-0.00275</c:v>
                </c:pt>
                <c:pt idx="127">
                  <c:v>0.00475</c:v>
                </c:pt>
                <c:pt idx="128">
                  <c:v>0.0004499999999999999</c:v>
                </c:pt>
                <c:pt idx="129">
                  <c:v>-0.002450000000000001</c:v>
                </c:pt>
                <c:pt idx="130">
                  <c:v>-0.0020499999999999997</c:v>
                </c:pt>
                <c:pt idx="131">
                  <c:v>-0.0088</c:v>
                </c:pt>
                <c:pt idx="132">
                  <c:v>0.010950000000000001</c:v>
                </c:pt>
                <c:pt idx="133">
                  <c:v>-0.0102</c:v>
                </c:pt>
                <c:pt idx="134">
                  <c:v>0.00795</c:v>
                </c:pt>
                <c:pt idx="135">
                  <c:v>-0.007350000000000001</c:v>
                </c:pt>
                <c:pt idx="136">
                  <c:v>-0.0118</c:v>
                </c:pt>
                <c:pt idx="137">
                  <c:v>-0.00405</c:v>
                </c:pt>
                <c:pt idx="138">
                  <c:v>-0.00039999999999999996</c:v>
                </c:pt>
                <c:pt idx="139">
                  <c:v>-0.0005500000000000001</c:v>
                </c:pt>
                <c:pt idx="140">
                  <c:v>-0.0023500000000000005</c:v>
                </c:pt>
                <c:pt idx="141">
                  <c:v>-0.0077</c:v>
                </c:pt>
                <c:pt idx="142">
                  <c:v>-0.0010500000000000002</c:v>
                </c:pt>
                <c:pt idx="143">
                  <c:v>-0.01595</c:v>
                </c:pt>
                <c:pt idx="144">
                  <c:v>-0.00295</c:v>
                </c:pt>
                <c:pt idx="145">
                  <c:v>-0.0034</c:v>
                </c:pt>
                <c:pt idx="146">
                  <c:v>-0.00035000000000000005</c:v>
                </c:pt>
                <c:pt idx="147">
                  <c:v>-0.00955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PIR(PUR) 준불연 공기(O)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-0.00985</c:v>
                </c:pt>
                <c:pt idx="1">
                  <c:v>-0.01065</c:v>
                </c:pt>
                <c:pt idx="2">
                  <c:v>-0.021249999999999998</c:v>
                </c:pt>
                <c:pt idx="3">
                  <c:v>-0.007549999999999999</c:v>
                </c:pt>
                <c:pt idx="4">
                  <c:v>-0.01035</c:v>
                </c:pt>
                <c:pt idx="5">
                  <c:v>-0.00675</c:v>
                </c:pt>
                <c:pt idx="6">
                  <c:v>-0.0009499999999999999</c:v>
                </c:pt>
                <c:pt idx="7">
                  <c:v>0.00755</c:v>
                </c:pt>
                <c:pt idx="8">
                  <c:v>0.011199999999999998</c:v>
                </c:pt>
                <c:pt idx="9">
                  <c:v>0.00945</c:v>
                </c:pt>
                <c:pt idx="10">
                  <c:v>0.0192</c:v>
                </c:pt>
                <c:pt idx="11">
                  <c:v>0.0284</c:v>
                </c:pt>
                <c:pt idx="12">
                  <c:v>0.02335</c:v>
                </c:pt>
                <c:pt idx="13">
                  <c:v>0.02795</c:v>
                </c:pt>
                <c:pt idx="14">
                  <c:v>0.03265</c:v>
                </c:pt>
                <c:pt idx="15">
                  <c:v>0.0356</c:v>
                </c:pt>
                <c:pt idx="16">
                  <c:v>0.039599999999999996</c:v>
                </c:pt>
                <c:pt idx="17">
                  <c:v>0.033299999999999996</c:v>
                </c:pt>
                <c:pt idx="18">
                  <c:v>0.0303</c:v>
                </c:pt>
                <c:pt idx="19">
                  <c:v>0.04005</c:v>
                </c:pt>
                <c:pt idx="20">
                  <c:v>0.0271</c:v>
                </c:pt>
                <c:pt idx="21">
                  <c:v>0.026099999999999998</c:v>
                </c:pt>
                <c:pt idx="22">
                  <c:v>0.0225</c:v>
                </c:pt>
                <c:pt idx="23">
                  <c:v>0.03195</c:v>
                </c:pt>
                <c:pt idx="24">
                  <c:v>0.0424</c:v>
                </c:pt>
                <c:pt idx="25">
                  <c:v>0.0349</c:v>
                </c:pt>
                <c:pt idx="26">
                  <c:v>0.04185</c:v>
                </c:pt>
                <c:pt idx="27">
                  <c:v>0.048350000000000004</c:v>
                </c:pt>
                <c:pt idx="28">
                  <c:v>0.046799999999999994</c:v>
                </c:pt>
                <c:pt idx="29">
                  <c:v>0.061399999999999996</c:v>
                </c:pt>
                <c:pt idx="30">
                  <c:v>0.06355</c:v>
                </c:pt>
                <c:pt idx="31">
                  <c:v>0.06825</c:v>
                </c:pt>
                <c:pt idx="32">
                  <c:v>0.0785</c:v>
                </c:pt>
                <c:pt idx="33">
                  <c:v>0.0867</c:v>
                </c:pt>
                <c:pt idx="34">
                  <c:v>0.0893</c:v>
                </c:pt>
                <c:pt idx="35">
                  <c:v>0.0944</c:v>
                </c:pt>
                <c:pt idx="36">
                  <c:v>0.0907</c:v>
                </c:pt>
                <c:pt idx="37">
                  <c:v>0.0956</c:v>
                </c:pt>
                <c:pt idx="38">
                  <c:v>0.08735000000000001</c:v>
                </c:pt>
                <c:pt idx="39">
                  <c:v>0.07569999999999999</c:v>
                </c:pt>
                <c:pt idx="40">
                  <c:v>0.06789999999999999</c:v>
                </c:pt>
                <c:pt idx="41">
                  <c:v>0.08455</c:v>
                </c:pt>
                <c:pt idx="42">
                  <c:v>0.09235</c:v>
                </c:pt>
                <c:pt idx="43">
                  <c:v>0.1212</c:v>
                </c:pt>
                <c:pt idx="44">
                  <c:v>0.13495</c:v>
                </c:pt>
                <c:pt idx="45">
                  <c:v>0.18065</c:v>
                </c:pt>
                <c:pt idx="46">
                  <c:v>0.21344999999999997</c:v>
                </c:pt>
                <c:pt idx="47">
                  <c:v>0.246</c:v>
                </c:pt>
                <c:pt idx="48">
                  <c:v>0.26205</c:v>
                </c:pt>
                <c:pt idx="49">
                  <c:v>0.28065</c:v>
                </c:pt>
                <c:pt idx="50">
                  <c:v>0.28915</c:v>
                </c:pt>
                <c:pt idx="51">
                  <c:v>0.28835</c:v>
                </c:pt>
                <c:pt idx="52">
                  <c:v>0.29375</c:v>
                </c:pt>
                <c:pt idx="53">
                  <c:v>0.28795</c:v>
                </c:pt>
                <c:pt idx="54">
                  <c:v>0.27749999999999997</c:v>
                </c:pt>
                <c:pt idx="55">
                  <c:v>0.2505</c:v>
                </c:pt>
                <c:pt idx="56">
                  <c:v>0.2329</c:v>
                </c:pt>
                <c:pt idx="57">
                  <c:v>0.2117</c:v>
                </c:pt>
                <c:pt idx="58">
                  <c:v>0.20705</c:v>
                </c:pt>
                <c:pt idx="59">
                  <c:v>0.1855</c:v>
                </c:pt>
                <c:pt idx="60">
                  <c:v>0.18614999999999998</c:v>
                </c:pt>
                <c:pt idx="61">
                  <c:v>0.17835</c:v>
                </c:pt>
                <c:pt idx="62">
                  <c:v>0.17570000000000002</c:v>
                </c:pt>
                <c:pt idx="63">
                  <c:v>0.172</c:v>
                </c:pt>
                <c:pt idx="64">
                  <c:v>0.17085</c:v>
                </c:pt>
                <c:pt idx="65">
                  <c:v>0.1663</c:v>
                </c:pt>
                <c:pt idx="66">
                  <c:v>0.17025</c:v>
                </c:pt>
                <c:pt idx="67">
                  <c:v>0.16025</c:v>
                </c:pt>
                <c:pt idx="68">
                  <c:v>0.15845</c:v>
                </c:pt>
                <c:pt idx="69">
                  <c:v>0.16805</c:v>
                </c:pt>
                <c:pt idx="70">
                  <c:v>0.15355000000000002</c:v>
                </c:pt>
                <c:pt idx="71">
                  <c:v>0.16670000000000001</c:v>
                </c:pt>
                <c:pt idx="72">
                  <c:v>0.16310000000000002</c:v>
                </c:pt>
                <c:pt idx="73">
                  <c:v>0.15849999999999997</c:v>
                </c:pt>
                <c:pt idx="74">
                  <c:v>0.16185</c:v>
                </c:pt>
                <c:pt idx="75">
                  <c:v>0.16995</c:v>
                </c:pt>
                <c:pt idx="76">
                  <c:v>0.16144999999999998</c:v>
                </c:pt>
                <c:pt idx="77">
                  <c:v>0.1688</c:v>
                </c:pt>
                <c:pt idx="78">
                  <c:v>0.1664</c:v>
                </c:pt>
                <c:pt idx="79">
                  <c:v>0.1869</c:v>
                </c:pt>
                <c:pt idx="80">
                  <c:v>0.17620000000000002</c:v>
                </c:pt>
                <c:pt idx="81">
                  <c:v>0.20335</c:v>
                </c:pt>
                <c:pt idx="82">
                  <c:v>0.1985</c:v>
                </c:pt>
                <c:pt idx="83">
                  <c:v>0.21625</c:v>
                </c:pt>
                <c:pt idx="84">
                  <c:v>0.2374</c:v>
                </c:pt>
                <c:pt idx="85">
                  <c:v>0.2562</c:v>
                </c:pt>
                <c:pt idx="86">
                  <c:v>0.26644999999999996</c:v>
                </c:pt>
                <c:pt idx="87">
                  <c:v>0.29669999999999996</c:v>
                </c:pt>
                <c:pt idx="88">
                  <c:v>0.32855</c:v>
                </c:pt>
                <c:pt idx="89">
                  <c:v>0.3532</c:v>
                </c:pt>
                <c:pt idx="90">
                  <c:v>0.38385</c:v>
                </c:pt>
                <c:pt idx="91">
                  <c:v>0.40185</c:v>
                </c:pt>
                <c:pt idx="92">
                  <c:v>0.42505</c:v>
                </c:pt>
                <c:pt idx="93">
                  <c:v>0.45310000000000006</c:v>
                </c:pt>
                <c:pt idx="94">
                  <c:v>0.5019</c:v>
                </c:pt>
                <c:pt idx="95">
                  <c:v>0.53265</c:v>
                </c:pt>
                <c:pt idx="96">
                  <c:v>0.51025</c:v>
                </c:pt>
                <c:pt idx="97">
                  <c:v>0.5598000000000001</c:v>
                </c:pt>
                <c:pt idx="98">
                  <c:v>0.42145</c:v>
                </c:pt>
                <c:pt idx="99">
                  <c:v>0.3782</c:v>
                </c:pt>
                <c:pt idx="100">
                  <c:v>0.29900000000000004</c:v>
                </c:pt>
                <c:pt idx="101">
                  <c:v>0.25315</c:v>
                </c:pt>
                <c:pt idx="102">
                  <c:v>0.22999999999999998</c:v>
                </c:pt>
                <c:pt idx="103">
                  <c:v>0.17654999999999998</c:v>
                </c:pt>
                <c:pt idx="104">
                  <c:v>0.16899999999999998</c:v>
                </c:pt>
                <c:pt idx="105">
                  <c:v>0.1414</c:v>
                </c:pt>
                <c:pt idx="106">
                  <c:v>0.1263</c:v>
                </c:pt>
                <c:pt idx="107">
                  <c:v>0.11549999999999999</c:v>
                </c:pt>
                <c:pt idx="108">
                  <c:v>0.11535000000000001</c:v>
                </c:pt>
                <c:pt idx="109">
                  <c:v>0.10930000000000001</c:v>
                </c:pt>
                <c:pt idx="110">
                  <c:v>0.1033</c:v>
                </c:pt>
                <c:pt idx="111">
                  <c:v>0.0965</c:v>
                </c:pt>
                <c:pt idx="112">
                  <c:v>0.09645000000000001</c:v>
                </c:pt>
                <c:pt idx="113">
                  <c:v>0.09135</c:v>
                </c:pt>
                <c:pt idx="114">
                  <c:v>0.08075</c:v>
                </c:pt>
                <c:pt idx="115">
                  <c:v>0.07619999999999999</c:v>
                </c:pt>
                <c:pt idx="116">
                  <c:v>0.07475000000000001</c:v>
                </c:pt>
                <c:pt idx="117">
                  <c:v>0.0686</c:v>
                </c:pt>
                <c:pt idx="118">
                  <c:v>0.06425</c:v>
                </c:pt>
                <c:pt idx="119">
                  <c:v>0.06485</c:v>
                </c:pt>
                <c:pt idx="120">
                  <c:v>0.057550000000000004</c:v>
                </c:pt>
                <c:pt idx="121">
                  <c:v>0.052500000000000005</c:v>
                </c:pt>
                <c:pt idx="122">
                  <c:v>0.05825</c:v>
                </c:pt>
                <c:pt idx="123">
                  <c:v>0.041550000000000004</c:v>
                </c:pt>
                <c:pt idx="124">
                  <c:v>0.05005</c:v>
                </c:pt>
                <c:pt idx="125">
                  <c:v>0.03895</c:v>
                </c:pt>
                <c:pt idx="126">
                  <c:v>0.041999999999999996</c:v>
                </c:pt>
                <c:pt idx="127">
                  <c:v>0.03319999999999999</c:v>
                </c:pt>
                <c:pt idx="128">
                  <c:v>0.041800000000000004</c:v>
                </c:pt>
                <c:pt idx="129">
                  <c:v>0.03755</c:v>
                </c:pt>
                <c:pt idx="130">
                  <c:v>0.0327</c:v>
                </c:pt>
                <c:pt idx="131">
                  <c:v>0.0397</c:v>
                </c:pt>
                <c:pt idx="132">
                  <c:v>0.031549999999999995</c:v>
                </c:pt>
                <c:pt idx="133">
                  <c:v>0.0372</c:v>
                </c:pt>
                <c:pt idx="134">
                  <c:v>0.0421</c:v>
                </c:pt>
                <c:pt idx="135">
                  <c:v>0.0433</c:v>
                </c:pt>
                <c:pt idx="136">
                  <c:v>0.036199999999999996</c:v>
                </c:pt>
                <c:pt idx="137">
                  <c:v>0.04035</c:v>
                </c:pt>
                <c:pt idx="138">
                  <c:v>0.04795</c:v>
                </c:pt>
                <c:pt idx="139">
                  <c:v>0.058300000000000005</c:v>
                </c:pt>
                <c:pt idx="140">
                  <c:v>0.0563</c:v>
                </c:pt>
                <c:pt idx="141">
                  <c:v>0.06285</c:v>
                </c:pt>
                <c:pt idx="142">
                  <c:v>0.0685</c:v>
                </c:pt>
                <c:pt idx="143">
                  <c:v>0.0648</c:v>
                </c:pt>
                <c:pt idx="144">
                  <c:v>0.07445</c:v>
                </c:pt>
                <c:pt idx="145">
                  <c:v>0.0604</c:v>
                </c:pt>
                <c:pt idx="146">
                  <c:v>0.05655</c:v>
                </c:pt>
                <c:pt idx="147">
                  <c:v>0.05945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PF 준불연 외부용 공기(O)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Sheet1!$F$2:$F$149</c:f>
              <c:numCache>
                <c:formatCode>General</c:formatCode>
                <c:ptCount val="148"/>
                <c:pt idx="0">
                  <c:v>0.0243</c:v>
                </c:pt>
                <c:pt idx="1">
                  <c:v>0.01575</c:v>
                </c:pt>
                <c:pt idx="2">
                  <c:v>0.0169</c:v>
                </c:pt>
                <c:pt idx="3">
                  <c:v>0.0077</c:v>
                </c:pt>
                <c:pt idx="4">
                  <c:v>0.0067</c:v>
                </c:pt>
                <c:pt idx="5">
                  <c:v>0.00555</c:v>
                </c:pt>
                <c:pt idx="6">
                  <c:v>0.0033</c:v>
                </c:pt>
                <c:pt idx="7">
                  <c:v>0.00855</c:v>
                </c:pt>
                <c:pt idx="8">
                  <c:v>0.009</c:v>
                </c:pt>
                <c:pt idx="9">
                  <c:v>0.0062</c:v>
                </c:pt>
                <c:pt idx="10">
                  <c:v>0.004</c:v>
                </c:pt>
                <c:pt idx="11">
                  <c:v>0.0171</c:v>
                </c:pt>
                <c:pt idx="12">
                  <c:v>0.0125</c:v>
                </c:pt>
                <c:pt idx="13">
                  <c:v>0.01985</c:v>
                </c:pt>
                <c:pt idx="14">
                  <c:v>0.01675</c:v>
                </c:pt>
                <c:pt idx="15">
                  <c:v>0.0235</c:v>
                </c:pt>
                <c:pt idx="16">
                  <c:v>0.030199999999999998</c:v>
                </c:pt>
                <c:pt idx="17">
                  <c:v>0.0334</c:v>
                </c:pt>
                <c:pt idx="18">
                  <c:v>0.0353</c:v>
                </c:pt>
                <c:pt idx="19">
                  <c:v>0.052250000000000005</c:v>
                </c:pt>
                <c:pt idx="20">
                  <c:v>0.04445</c:v>
                </c:pt>
                <c:pt idx="21">
                  <c:v>0.0537</c:v>
                </c:pt>
                <c:pt idx="22">
                  <c:v>0.0571</c:v>
                </c:pt>
                <c:pt idx="23">
                  <c:v>0.061450000000000005</c:v>
                </c:pt>
                <c:pt idx="24">
                  <c:v>0.06659999999999999</c:v>
                </c:pt>
                <c:pt idx="25">
                  <c:v>0.06565</c:v>
                </c:pt>
                <c:pt idx="26">
                  <c:v>0.0622</c:v>
                </c:pt>
                <c:pt idx="27">
                  <c:v>0.06755</c:v>
                </c:pt>
                <c:pt idx="28">
                  <c:v>0.0708</c:v>
                </c:pt>
                <c:pt idx="29">
                  <c:v>0.08025</c:v>
                </c:pt>
                <c:pt idx="30">
                  <c:v>0.0829</c:v>
                </c:pt>
                <c:pt idx="31">
                  <c:v>0.07965</c:v>
                </c:pt>
                <c:pt idx="32">
                  <c:v>0.08280000000000001</c:v>
                </c:pt>
                <c:pt idx="33">
                  <c:v>0.07339999999999999</c:v>
                </c:pt>
                <c:pt idx="34">
                  <c:v>0.07444999999999999</c:v>
                </c:pt>
                <c:pt idx="35">
                  <c:v>0.06535</c:v>
                </c:pt>
                <c:pt idx="36">
                  <c:v>0.05615</c:v>
                </c:pt>
                <c:pt idx="37">
                  <c:v>0.055249999999999994</c:v>
                </c:pt>
                <c:pt idx="38">
                  <c:v>0.06425</c:v>
                </c:pt>
                <c:pt idx="39">
                  <c:v>0.0533</c:v>
                </c:pt>
                <c:pt idx="40">
                  <c:v>0.051699999999999996</c:v>
                </c:pt>
                <c:pt idx="41">
                  <c:v>0.05215</c:v>
                </c:pt>
                <c:pt idx="42">
                  <c:v>0.044</c:v>
                </c:pt>
                <c:pt idx="43">
                  <c:v>0.0475</c:v>
                </c:pt>
                <c:pt idx="44">
                  <c:v>0.050199999999999995</c:v>
                </c:pt>
                <c:pt idx="45">
                  <c:v>0.0378</c:v>
                </c:pt>
                <c:pt idx="46">
                  <c:v>0.0464</c:v>
                </c:pt>
                <c:pt idx="47">
                  <c:v>0.04415</c:v>
                </c:pt>
                <c:pt idx="48">
                  <c:v>0.048549999999999996</c:v>
                </c:pt>
                <c:pt idx="49">
                  <c:v>0.052750000000000005</c:v>
                </c:pt>
                <c:pt idx="50">
                  <c:v>0.0597</c:v>
                </c:pt>
                <c:pt idx="51">
                  <c:v>0.0527</c:v>
                </c:pt>
                <c:pt idx="52">
                  <c:v>0.06585</c:v>
                </c:pt>
                <c:pt idx="53">
                  <c:v>0.0663</c:v>
                </c:pt>
                <c:pt idx="54">
                  <c:v>0.078</c:v>
                </c:pt>
                <c:pt idx="55">
                  <c:v>0.0906</c:v>
                </c:pt>
                <c:pt idx="56">
                  <c:v>0.1002</c:v>
                </c:pt>
                <c:pt idx="57">
                  <c:v>0.12405</c:v>
                </c:pt>
                <c:pt idx="58">
                  <c:v>0.13895</c:v>
                </c:pt>
                <c:pt idx="59">
                  <c:v>0.1588</c:v>
                </c:pt>
                <c:pt idx="60">
                  <c:v>0.1782</c:v>
                </c:pt>
                <c:pt idx="61">
                  <c:v>0.20815</c:v>
                </c:pt>
                <c:pt idx="62">
                  <c:v>0.21425</c:v>
                </c:pt>
                <c:pt idx="63">
                  <c:v>0.2444</c:v>
                </c:pt>
                <c:pt idx="64">
                  <c:v>0.25895</c:v>
                </c:pt>
                <c:pt idx="65">
                  <c:v>0.2791</c:v>
                </c:pt>
                <c:pt idx="66">
                  <c:v>0.2964</c:v>
                </c:pt>
                <c:pt idx="67">
                  <c:v>0.3117</c:v>
                </c:pt>
                <c:pt idx="68">
                  <c:v>0.32330000000000003</c:v>
                </c:pt>
                <c:pt idx="69">
                  <c:v>0.3267</c:v>
                </c:pt>
                <c:pt idx="70">
                  <c:v>0.34835000000000005</c:v>
                </c:pt>
                <c:pt idx="71">
                  <c:v>0.34655</c:v>
                </c:pt>
                <c:pt idx="72">
                  <c:v>0.35755</c:v>
                </c:pt>
                <c:pt idx="73">
                  <c:v>0.34925</c:v>
                </c:pt>
                <c:pt idx="74">
                  <c:v>0.35229999999999995</c:v>
                </c:pt>
                <c:pt idx="75">
                  <c:v>0.3446</c:v>
                </c:pt>
                <c:pt idx="76">
                  <c:v>0.34485</c:v>
                </c:pt>
                <c:pt idx="77">
                  <c:v>0.3306</c:v>
                </c:pt>
                <c:pt idx="78">
                  <c:v>0.3381</c:v>
                </c:pt>
                <c:pt idx="79">
                  <c:v>0.3302</c:v>
                </c:pt>
                <c:pt idx="80">
                  <c:v>0.3407</c:v>
                </c:pt>
                <c:pt idx="81">
                  <c:v>0.34325</c:v>
                </c:pt>
                <c:pt idx="82">
                  <c:v>0.34955</c:v>
                </c:pt>
                <c:pt idx="83">
                  <c:v>0.36025</c:v>
                </c:pt>
                <c:pt idx="84">
                  <c:v>0.37285</c:v>
                </c:pt>
                <c:pt idx="85">
                  <c:v>0.3789</c:v>
                </c:pt>
                <c:pt idx="86">
                  <c:v>0.3842</c:v>
                </c:pt>
                <c:pt idx="87">
                  <c:v>0.39070000000000005</c:v>
                </c:pt>
                <c:pt idx="88">
                  <c:v>0.39355</c:v>
                </c:pt>
                <c:pt idx="89">
                  <c:v>0.3902</c:v>
                </c:pt>
                <c:pt idx="90">
                  <c:v>0.39280000000000004</c:v>
                </c:pt>
                <c:pt idx="91">
                  <c:v>0.3792</c:v>
                </c:pt>
                <c:pt idx="92">
                  <c:v>0.38175000000000003</c:v>
                </c:pt>
                <c:pt idx="93">
                  <c:v>0.3634</c:v>
                </c:pt>
                <c:pt idx="94">
                  <c:v>0.3581</c:v>
                </c:pt>
                <c:pt idx="95">
                  <c:v>0.33565</c:v>
                </c:pt>
                <c:pt idx="96">
                  <c:v>0.3227</c:v>
                </c:pt>
                <c:pt idx="97">
                  <c:v>0.3133</c:v>
                </c:pt>
                <c:pt idx="98">
                  <c:v>0.29475</c:v>
                </c:pt>
                <c:pt idx="99">
                  <c:v>0.28215</c:v>
                </c:pt>
                <c:pt idx="100">
                  <c:v>0.25965</c:v>
                </c:pt>
                <c:pt idx="101">
                  <c:v>0.24914999999999998</c:v>
                </c:pt>
                <c:pt idx="102">
                  <c:v>0.21845</c:v>
                </c:pt>
                <c:pt idx="103">
                  <c:v>0.2086</c:v>
                </c:pt>
                <c:pt idx="104">
                  <c:v>0.1933</c:v>
                </c:pt>
                <c:pt idx="105">
                  <c:v>0.16875</c:v>
                </c:pt>
                <c:pt idx="106">
                  <c:v>0.15335</c:v>
                </c:pt>
                <c:pt idx="107">
                  <c:v>0.14475</c:v>
                </c:pt>
                <c:pt idx="108">
                  <c:v>0.13415</c:v>
                </c:pt>
                <c:pt idx="109">
                  <c:v>0.12705</c:v>
                </c:pt>
                <c:pt idx="110">
                  <c:v>0.12105</c:v>
                </c:pt>
                <c:pt idx="111">
                  <c:v>0.11699999999999999</c:v>
                </c:pt>
                <c:pt idx="112">
                  <c:v>0.10844999999999999</c:v>
                </c:pt>
                <c:pt idx="113">
                  <c:v>0.1004</c:v>
                </c:pt>
                <c:pt idx="114">
                  <c:v>0.1031</c:v>
                </c:pt>
                <c:pt idx="115">
                  <c:v>0.0943</c:v>
                </c:pt>
                <c:pt idx="116">
                  <c:v>0.0809</c:v>
                </c:pt>
                <c:pt idx="117">
                  <c:v>0.0799</c:v>
                </c:pt>
                <c:pt idx="118">
                  <c:v>0.07600000000000001</c:v>
                </c:pt>
                <c:pt idx="119">
                  <c:v>0.07195</c:v>
                </c:pt>
                <c:pt idx="120">
                  <c:v>0.06</c:v>
                </c:pt>
                <c:pt idx="121">
                  <c:v>0.059399999999999994</c:v>
                </c:pt>
                <c:pt idx="122">
                  <c:v>0.05645</c:v>
                </c:pt>
                <c:pt idx="123">
                  <c:v>0.0571</c:v>
                </c:pt>
                <c:pt idx="124">
                  <c:v>0.0533</c:v>
                </c:pt>
                <c:pt idx="125">
                  <c:v>0.046200000000000005</c:v>
                </c:pt>
                <c:pt idx="126">
                  <c:v>0.04385</c:v>
                </c:pt>
                <c:pt idx="127">
                  <c:v>0.04395</c:v>
                </c:pt>
                <c:pt idx="128">
                  <c:v>0.041999999999999996</c:v>
                </c:pt>
                <c:pt idx="129">
                  <c:v>0.03655</c:v>
                </c:pt>
                <c:pt idx="130">
                  <c:v>0.0373</c:v>
                </c:pt>
                <c:pt idx="131">
                  <c:v>0.030449999999999998</c:v>
                </c:pt>
                <c:pt idx="132">
                  <c:v>0.035699999999999996</c:v>
                </c:pt>
                <c:pt idx="133">
                  <c:v>0.0308</c:v>
                </c:pt>
                <c:pt idx="134">
                  <c:v>0.02405</c:v>
                </c:pt>
                <c:pt idx="135">
                  <c:v>0.0262</c:v>
                </c:pt>
                <c:pt idx="136">
                  <c:v>0.0195</c:v>
                </c:pt>
                <c:pt idx="137">
                  <c:v>0.022350000000000002</c:v>
                </c:pt>
                <c:pt idx="138">
                  <c:v>0.0203</c:v>
                </c:pt>
                <c:pt idx="139">
                  <c:v>0.0215</c:v>
                </c:pt>
                <c:pt idx="140">
                  <c:v>0.0124</c:v>
                </c:pt>
                <c:pt idx="141">
                  <c:v>0.0159</c:v>
                </c:pt>
                <c:pt idx="142">
                  <c:v>0.01545</c:v>
                </c:pt>
                <c:pt idx="143">
                  <c:v>0.0126</c:v>
                </c:pt>
                <c:pt idx="144">
                  <c:v>0.007350000000000001</c:v>
                </c:pt>
                <c:pt idx="145">
                  <c:v>0.0103</c:v>
                </c:pt>
                <c:pt idx="146">
                  <c:v>0.009</c:v>
                </c:pt>
                <c:pt idx="147">
                  <c:v>0.0030499999999999998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PF 준불연 내부용 공기(O)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Sheet1!$G$2:$G$149</c:f>
              <c:numCache>
                <c:formatCode>General</c:formatCode>
                <c:ptCount val="148"/>
                <c:pt idx="0">
                  <c:v>0.045149999999999996</c:v>
                </c:pt>
                <c:pt idx="1">
                  <c:v>0.0364</c:v>
                </c:pt>
                <c:pt idx="2">
                  <c:v>0.03275</c:v>
                </c:pt>
                <c:pt idx="3">
                  <c:v>0.03085</c:v>
                </c:pt>
                <c:pt idx="4">
                  <c:v>0.01725</c:v>
                </c:pt>
                <c:pt idx="5">
                  <c:v>0.01225</c:v>
                </c:pt>
                <c:pt idx="6">
                  <c:v>0.01845</c:v>
                </c:pt>
                <c:pt idx="7">
                  <c:v>0.0181</c:v>
                </c:pt>
                <c:pt idx="8">
                  <c:v>0.01655</c:v>
                </c:pt>
                <c:pt idx="9">
                  <c:v>0.019799999999999998</c:v>
                </c:pt>
                <c:pt idx="10">
                  <c:v>0.02045</c:v>
                </c:pt>
                <c:pt idx="11">
                  <c:v>0.0133</c:v>
                </c:pt>
                <c:pt idx="12">
                  <c:v>0.03405</c:v>
                </c:pt>
                <c:pt idx="13">
                  <c:v>0.019450000000000002</c:v>
                </c:pt>
                <c:pt idx="14">
                  <c:v>0.0259</c:v>
                </c:pt>
                <c:pt idx="15">
                  <c:v>0.03945</c:v>
                </c:pt>
                <c:pt idx="16">
                  <c:v>0.03455</c:v>
                </c:pt>
                <c:pt idx="17">
                  <c:v>0.0477</c:v>
                </c:pt>
                <c:pt idx="18">
                  <c:v>0.04365</c:v>
                </c:pt>
                <c:pt idx="19">
                  <c:v>0.05215</c:v>
                </c:pt>
                <c:pt idx="20">
                  <c:v>0.05475</c:v>
                </c:pt>
                <c:pt idx="21">
                  <c:v>0.055900000000000005</c:v>
                </c:pt>
                <c:pt idx="22">
                  <c:v>0.07055</c:v>
                </c:pt>
                <c:pt idx="23">
                  <c:v>0.0552</c:v>
                </c:pt>
                <c:pt idx="24">
                  <c:v>0.08525</c:v>
                </c:pt>
                <c:pt idx="25">
                  <c:v>0.08135</c:v>
                </c:pt>
                <c:pt idx="26">
                  <c:v>0.0683</c:v>
                </c:pt>
                <c:pt idx="27">
                  <c:v>0.07350000000000001</c:v>
                </c:pt>
                <c:pt idx="28">
                  <c:v>0.0784</c:v>
                </c:pt>
                <c:pt idx="29">
                  <c:v>0.07415</c:v>
                </c:pt>
                <c:pt idx="30">
                  <c:v>0.0705</c:v>
                </c:pt>
                <c:pt idx="31">
                  <c:v>0.0745</c:v>
                </c:pt>
                <c:pt idx="32">
                  <c:v>0.06965</c:v>
                </c:pt>
                <c:pt idx="33">
                  <c:v>0.062049999999999994</c:v>
                </c:pt>
                <c:pt idx="34">
                  <c:v>0.0558</c:v>
                </c:pt>
                <c:pt idx="35">
                  <c:v>0.05025</c:v>
                </c:pt>
                <c:pt idx="36">
                  <c:v>0.0535</c:v>
                </c:pt>
                <c:pt idx="37">
                  <c:v>0.04145</c:v>
                </c:pt>
                <c:pt idx="38">
                  <c:v>0.0414</c:v>
                </c:pt>
                <c:pt idx="39">
                  <c:v>0.04285</c:v>
                </c:pt>
                <c:pt idx="40">
                  <c:v>0.04955</c:v>
                </c:pt>
                <c:pt idx="41">
                  <c:v>0.033</c:v>
                </c:pt>
                <c:pt idx="42">
                  <c:v>0.027</c:v>
                </c:pt>
                <c:pt idx="43">
                  <c:v>0.0332</c:v>
                </c:pt>
                <c:pt idx="44">
                  <c:v>0.0224</c:v>
                </c:pt>
                <c:pt idx="45">
                  <c:v>0.0319</c:v>
                </c:pt>
                <c:pt idx="46">
                  <c:v>0.02855</c:v>
                </c:pt>
                <c:pt idx="47">
                  <c:v>0.03245</c:v>
                </c:pt>
                <c:pt idx="48">
                  <c:v>0.02985</c:v>
                </c:pt>
                <c:pt idx="49">
                  <c:v>0.0351</c:v>
                </c:pt>
                <c:pt idx="50">
                  <c:v>0.05115</c:v>
                </c:pt>
                <c:pt idx="51">
                  <c:v>0.03775</c:v>
                </c:pt>
                <c:pt idx="52">
                  <c:v>0.059</c:v>
                </c:pt>
                <c:pt idx="53">
                  <c:v>0.0691</c:v>
                </c:pt>
                <c:pt idx="54">
                  <c:v>0.0769</c:v>
                </c:pt>
                <c:pt idx="55">
                  <c:v>0.10825</c:v>
                </c:pt>
                <c:pt idx="56">
                  <c:v>0.11455</c:v>
                </c:pt>
                <c:pt idx="57">
                  <c:v>0.1567</c:v>
                </c:pt>
                <c:pt idx="58">
                  <c:v>0.1699</c:v>
                </c:pt>
                <c:pt idx="59">
                  <c:v>0.20375</c:v>
                </c:pt>
                <c:pt idx="60">
                  <c:v>0.22575</c:v>
                </c:pt>
                <c:pt idx="61">
                  <c:v>0.249</c:v>
                </c:pt>
                <c:pt idx="62">
                  <c:v>0.28805000000000003</c:v>
                </c:pt>
                <c:pt idx="63">
                  <c:v>0.31315000000000004</c:v>
                </c:pt>
                <c:pt idx="64">
                  <c:v>0.3316</c:v>
                </c:pt>
                <c:pt idx="65">
                  <c:v>0.35775</c:v>
                </c:pt>
                <c:pt idx="66">
                  <c:v>0.38765000000000005</c:v>
                </c:pt>
                <c:pt idx="67">
                  <c:v>0.4063</c:v>
                </c:pt>
                <c:pt idx="68">
                  <c:v>0.43025</c:v>
                </c:pt>
                <c:pt idx="69">
                  <c:v>0.44810000000000005</c:v>
                </c:pt>
                <c:pt idx="70">
                  <c:v>0.47605</c:v>
                </c:pt>
                <c:pt idx="71">
                  <c:v>0.4992</c:v>
                </c:pt>
                <c:pt idx="72">
                  <c:v>0.52095</c:v>
                </c:pt>
                <c:pt idx="73">
                  <c:v>0.54055</c:v>
                </c:pt>
                <c:pt idx="74">
                  <c:v>0.57785</c:v>
                </c:pt>
                <c:pt idx="75">
                  <c:v>0.60115</c:v>
                </c:pt>
                <c:pt idx="76">
                  <c:v>0.6351</c:v>
                </c:pt>
                <c:pt idx="77">
                  <c:v>0.669</c:v>
                </c:pt>
                <c:pt idx="78">
                  <c:v>0.7236499999999999</c:v>
                </c:pt>
                <c:pt idx="79">
                  <c:v>0.7768999999999999</c:v>
                </c:pt>
                <c:pt idx="80">
                  <c:v>0.8274</c:v>
                </c:pt>
                <c:pt idx="81">
                  <c:v>0.8997999999999999</c:v>
                </c:pt>
                <c:pt idx="82">
                  <c:v>0.9929</c:v>
                </c:pt>
                <c:pt idx="83">
                  <c:v>1.0593</c:v>
                </c:pt>
                <c:pt idx="84">
                  <c:v>1.1569500000000001</c:v>
                </c:pt>
                <c:pt idx="85">
                  <c:v>1.11525</c:v>
                </c:pt>
                <c:pt idx="86">
                  <c:v>0.3913</c:v>
                </c:pt>
                <c:pt idx="87">
                  <c:v>0.1032</c:v>
                </c:pt>
                <c:pt idx="88">
                  <c:v>0.17099999999999999</c:v>
                </c:pt>
                <c:pt idx="89">
                  <c:v>0.11209999999999999</c:v>
                </c:pt>
                <c:pt idx="90">
                  <c:v>0.022949999999999998</c:v>
                </c:pt>
                <c:pt idx="91">
                  <c:v>0.00845</c:v>
                </c:pt>
                <c:pt idx="92">
                  <c:v>0.00014999999999999996</c:v>
                </c:pt>
                <c:pt idx="93">
                  <c:v>0.0079</c:v>
                </c:pt>
                <c:pt idx="94">
                  <c:v>0.0144</c:v>
                </c:pt>
                <c:pt idx="95">
                  <c:v>0.009999999999999998</c:v>
                </c:pt>
                <c:pt idx="96">
                  <c:v>0.006999999999999999</c:v>
                </c:pt>
                <c:pt idx="97">
                  <c:v>0.01095</c:v>
                </c:pt>
                <c:pt idx="98">
                  <c:v>0.009850000000000001</c:v>
                </c:pt>
                <c:pt idx="99">
                  <c:v>0.0067</c:v>
                </c:pt>
                <c:pt idx="100">
                  <c:v>0.0049</c:v>
                </c:pt>
                <c:pt idx="101">
                  <c:v>0.00665</c:v>
                </c:pt>
                <c:pt idx="102">
                  <c:v>0.01695</c:v>
                </c:pt>
                <c:pt idx="103">
                  <c:v>0.00945</c:v>
                </c:pt>
                <c:pt idx="104">
                  <c:v>0.0117</c:v>
                </c:pt>
                <c:pt idx="105">
                  <c:v>0.01175</c:v>
                </c:pt>
                <c:pt idx="106">
                  <c:v>0.01425</c:v>
                </c:pt>
                <c:pt idx="107">
                  <c:v>0.0138</c:v>
                </c:pt>
                <c:pt idx="108">
                  <c:v>0.01245</c:v>
                </c:pt>
                <c:pt idx="109">
                  <c:v>0.008150000000000001</c:v>
                </c:pt>
                <c:pt idx="110">
                  <c:v>0.0143</c:v>
                </c:pt>
                <c:pt idx="111">
                  <c:v>0.017099999999999997</c:v>
                </c:pt>
                <c:pt idx="112">
                  <c:v>0.0158</c:v>
                </c:pt>
                <c:pt idx="113">
                  <c:v>0.0155</c:v>
                </c:pt>
                <c:pt idx="114">
                  <c:v>0.0092</c:v>
                </c:pt>
                <c:pt idx="115">
                  <c:v>0.00265</c:v>
                </c:pt>
                <c:pt idx="116">
                  <c:v>0.012799999999999999</c:v>
                </c:pt>
                <c:pt idx="117">
                  <c:v>0.00695</c:v>
                </c:pt>
                <c:pt idx="118">
                  <c:v>0.0063</c:v>
                </c:pt>
                <c:pt idx="119">
                  <c:v>0.00225</c:v>
                </c:pt>
                <c:pt idx="120">
                  <c:v>0.01115</c:v>
                </c:pt>
                <c:pt idx="121">
                  <c:v>0.00385</c:v>
                </c:pt>
                <c:pt idx="122">
                  <c:v>0.00525</c:v>
                </c:pt>
                <c:pt idx="123">
                  <c:v>0.0099</c:v>
                </c:pt>
                <c:pt idx="124">
                  <c:v>0.0059</c:v>
                </c:pt>
                <c:pt idx="125">
                  <c:v>0.0024000000000000002</c:v>
                </c:pt>
                <c:pt idx="126">
                  <c:v>0.00465</c:v>
                </c:pt>
                <c:pt idx="127">
                  <c:v>0.01075</c:v>
                </c:pt>
                <c:pt idx="128">
                  <c:v>0.01085</c:v>
                </c:pt>
                <c:pt idx="129">
                  <c:v>0.0007999999999999999</c:v>
                </c:pt>
                <c:pt idx="130">
                  <c:v>0.0052499999999999995</c:v>
                </c:pt>
                <c:pt idx="131">
                  <c:v>-0.00035000000000000005</c:v>
                </c:pt>
                <c:pt idx="132">
                  <c:v>0.01755</c:v>
                </c:pt>
                <c:pt idx="133">
                  <c:v>-0.0024999999999999996</c:v>
                </c:pt>
                <c:pt idx="134">
                  <c:v>0.0060999999999999995</c:v>
                </c:pt>
                <c:pt idx="135">
                  <c:v>-0.00015</c:v>
                </c:pt>
                <c:pt idx="136">
                  <c:v>0.0135</c:v>
                </c:pt>
                <c:pt idx="137">
                  <c:v>-0.0044</c:v>
                </c:pt>
                <c:pt idx="138">
                  <c:v>0.0057</c:v>
                </c:pt>
                <c:pt idx="139">
                  <c:v>0.0067</c:v>
                </c:pt>
                <c:pt idx="140">
                  <c:v>-0.00145</c:v>
                </c:pt>
                <c:pt idx="141">
                  <c:v>0.01</c:v>
                </c:pt>
                <c:pt idx="142">
                  <c:v>-0.00115</c:v>
                </c:pt>
                <c:pt idx="143">
                  <c:v>-0.0019</c:v>
                </c:pt>
                <c:pt idx="144">
                  <c:v>0.00475</c:v>
                </c:pt>
                <c:pt idx="145">
                  <c:v>0.00485</c:v>
                </c:pt>
                <c:pt idx="146">
                  <c:v>-0.00385</c:v>
                </c:pt>
                <c:pt idx="147">
                  <c:v>0.00039999999999999996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5"/>
        <c:auto val="1"/>
        <c:lblAlgn val="ctr"/>
        <c:noMultiLvlLbl val="1"/>
        <c:majorUnit val="100"/>
      </c:valAx>
      <c:valAx>
        <c:axId val="2094734552"/>
        <c:scaling>
          <c:orientation val="minMax"/>
          <c:max val="3"/>
          <c:min val="-0.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"/>
          <c:y val="0.03"/>
          <c:w val="0.94"/>
          <c:h val="0.8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가연성 N₂ #1</c:v>
                </c:pt>
              </c:strCache>
            </c:strRef>
          </c:tx>
          <c:spPr>
            <a:solidFill>
              <a:srgbClr val="EDA100"/>
            </a:solidFill>
            <a:ln w="1587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-0.015</c:v>
                </c:pt>
                <c:pt idx="1">
                  <c:v>-0.004</c:v>
                </c:pt>
                <c:pt idx="2">
                  <c:v>-0.03</c:v>
                </c:pt>
                <c:pt idx="3">
                  <c:v>-0.04</c:v>
                </c:pt>
                <c:pt idx="4">
                  <c:v>-0.03</c:v>
                </c:pt>
                <c:pt idx="5">
                  <c:v>-0.006</c:v>
                </c:pt>
                <c:pt idx="6">
                  <c:v>-0.019</c:v>
                </c:pt>
                <c:pt idx="7">
                  <c:v>-0.013</c:v>
                </c:pt>
                <c:pt idx="8">
                  <c:v>-0.002</c:v>
                </c:pt>
                <c:pt idx="9">
                  <c:v>0.018</c:v>
                </c:pt>
                <c:pt idx="10">
                  <c:v>0.038</c:v>
                </c:pt>
                <c:pt idx="11">
                  <c:v>0.009</c:v>
                </c:pt>
                <c:pt idx="12">
                  <c:v>0.007</c:v>
                </c:pt>
                <c:pt idx="13">
                  <c:v>-0.035</c:v>
                </c:pt>
                <c:pt idx="14">
                  <c:v>-0.034</c:v>
                </c:pt>
                <c:pt idx="15">
                  <c:v>-0.05</c:v>
                </c:pt>
                <c:pt idx="16">
                  <c:v>-0.046</c:v>
                </c:pt>
                <c:pt idx="17">
                  <c:v>0</c:v>
                </c:pt>
                <c:pt idx="18">
                  <c:v>0.053</c:v>
                </c:pt>
                <c:pt idx="19">
                  <c:v>0.034</c:v>
                </c:pt>
                <c:pt idx="20">
                  <c:v>0.06</c:v>
                </c:pt>
                <c:pt idx="21">
                  <c:v>0.028</c:v>
                </c:pt>
                <c:pt idx="22">
                  <c:v>0.012</c:v>
                </c:pt>
                <c:pt idx="23">
                  <c:v>-0.007</c:v>
                </c:pt>
                <c:pt idx="24">
                  <c:v>-0.006</c:v>
                </c:pt>
                <c:pt idx="25">
                  <c:v>-0.015</c:v>
                </c:pt>
                <c:pt idx="26">
                  <c:v>-0.044</c:v>
                </c:pt>
                <c:pt idx="27">
                  <c:v>-0.043</c:v>
                </c:pt>
                <c:pt idx="28">
                  <c:v>-0.05</c:v>
                </c:pt>
                <c:pt idx="29">
                  <c:v>-0.002</c:v>
                </c:pt>
                <c:pt idx="30">
                  <c:v>0.023</c:v>
                </c:pt>
                <c:pt idx="31">
                  <c:v>0.052</c:v>
                </c:pt>
                <c:pt idx="32">
                  <c:v>0.084</c:v>
                </c:pt>
                <c:pt idx="33">
                  <c:v>0.139</c:v>
                </c:pt>
                <c:pt idx="34">
                  <c:v>0.148</c:v>
                </c:pt>
                <c:pt idx="35">
                  <c:v>-0.018</c:v>
                </c:pt>
                <c:pt idx="36">
                  <c:v>-0.075</c:v>
                </c:pt>
                <c:pt idx="37">
                  <c:v>-0.084</c:v>
                </c:pt>
                <c:pt idx="38">
                  <c:v>-0.075</c:v>
                </c:pt>
                <c:pt idx="39">
                  <c:v>-0.104</c:v>
                </c:pt>
                <c:pt idx="40">
                  <c:v>-0.146</c:v>
                </c:pt>
                <c:pt idx="41">
                  <c:v>-0.205</c:v>
                </c:pt>
                <c:pt idx="42">
                  <c:v>-0.074</c:v>
                </c:pt>
                <c:pt idx="43">
                  <c:v>-0.129</c:v>
                </c:pt>
                <c:pt idx="44">
                  <c:v>-0.258</c:v>
                </c:pt>
                <c:pt idx="45">
                  <c:v>-0.234</c:v>
                </c:pt>
                <c:pt idx="46">
                  <c:v>-0.105</c:v>
                </c:pt>
                <c:pt idx="47">
                  <c:v>0.215</c:v>
                </c:pt>
                <c:pt idx="48">
                  <c:v>0.444</c:v>
                </c:pt>
                <c:pt idx="49">
                  <c:v>0.677</c:v>
                </c:pt>
                <c:pt idx="50">
                  <c:v>0.775</c:v>
                </c:pt>
                <c:pt idx="51">
                  <c:v>0.568</c:v>
                </c:pt>
                <c:pt idx="52">
                  <c:v>-0.015</c:v>
                </c:pt>
                <c:pt idx="53">
                  <c:v>-0.479</c:v>
                </c:pt>
                <c:pt idx="54">
                  <c:v>-0.58</c:v>
                </c:pt>
                <c:pt idx="55">
                  <c:v>-0.228</c:v>
                </c:pt>
                <c:pt idx="56">
                  <c:v>-0.253</c:v>
                </c:pt>
                <c:pt idx="57">
                  <c:v>-0.191</c:v>
                </c:pt>
                <c:pt idx="58">
                  <c:v>-0.077</c:v>
                </c:pt>
                <c:pt idx="59">
                  <c:v>0.001</c:v>
                </c:pt>
                <c:pt idx="60">
                  <c:v>0.102</c:v>
                </c:pt>
                <c:pt idx="61">
                  <c:v>0.09</c:v>
                </c:pt>
                <c:pt idx="62">
                  <c:v>0.052</c:v>
                </c:pt>
                <c:pt idx="63">
                  <c:v>0.032</c:v>
                </c:pt>
                <c:pt idx="64">
                  <c:v>0.036</c:v>
                </c:pt>
                <c:pt idx="65">
                  <c:v>0.032</c:v>
                </c:pt>
                <c:pt idx="66">
                  <c:v>0.018</c:v>
                </c:pt>
                <c:pt idx="67">
                  <c:v>0.029</c:v>
                </c:pt>
                <c:pt idx="68">
                  <c:v>0.022</c:v>
                </c:pt>
                <c:pt idx="69">
                  <c:v>0.028</c:v>
                </c:pt>
                <c:pt idx="70">
                  <c:v>0.018</c:v>
                </c:pt>
                <c:pt idx="71">
                  <c:v>0.015</c:v>
                </c:pt>
                <c:pt idx="72">
                  <c:v>0.003</c:v>
                </c:pt>
                <c:pt idx="73">
                  <c:v>-0.025</c:v>
                </c:pt>
                <c:pt idx="74">
                  <c:v>-0.058</c:v>
                </c:pt>
                <c:pt idx="75">
                  <c:v>-0.049</c:v>
                </c:pt>
                <c:pt idx="76">
                  <c:v>-0.032</c:v>
                </c:pt>
                <c:pt idx="77">
                  <c:v>-0.053</c:v>
                </c:pt>
                <c:pt idx="78">
                  <c:v>-0.015</c:v>
                </c:pt>
                <c:pt idx="79">
                  <c:v>0.019</c:v>
                </c:pt>
                <c:pt idx="80">
                  <c:v>0.014</c:v>
                </c:pt>
                <c:pt idx="81">
                  <c:v>0.007</c:v>
                </c:pt>
                <c:pt idx="82">
                  <c:v>0.014</c:v>
                </c:pt>
                <c:pt idx="83">
                  <c:v>0.037</c:v>
                </c:pt>
                <c:pt idx="84">
                  <c:v>0.011</c:v>
                </c:pt>
                <c:pt idx="85">
                  <c:v>-0.002</c:v>
                </c:pt>
                <c:pt idx="86">
                  <c:v>0.018</c:v>
                </c:pt>
                <c:pt idx="87">
                  <c:v>0.02</c:v>
                </c:pt>
                <c:pt idx="88">
                  <c:v>0.02</c:v>
                </c:pt>
                <c:pt idx="89">
                  <c:v>0.009</c:v>
                </c:pt>
                <c:pt idx="90">
                  <c:v>0.019</c:v>
                </c:pt>
                <c:pt idx="91">
                  <c:v>-0.006</c:v>
                </c:pt>
                <c:pt idx="92">
                  <c:v>-0.028</c:v>
                </c:pt>
                <c:pt idx="93">
                  <c:v>-0.023</c:v>
                </c:pt>
                <c:pt idx="94">
                  <c:v>-0.068</c:v>
                </c:pt>
                <c:pt idx="95">
                  <c:v>-0.065</c:v>
                </c:pt>
                <c:pt idx="96">
                  <c:v>-0.046</c:v>
                </c:pt>
                <c:pt idx="97">
                  <c:v>0.002</c:v>
                </c:pt>
                <c:pt idx="98">
                  <c:v>0.029</c:v>
                </c:pt>
                <c:pt idx="99">
                  <c:v>0.044</c:v>
                </c:pt>
                <c:pt idx="100">
                  <c:v>0.029</c:v>
                </c:pt>
                <c:pt idx="101">
                  <c:v>0.042</c:v>
                </c:pt>
                <c:pt idx="102">
                  <c:v>0.045</c:v>
                </c:pt>
                <c:pt idx="103">
                  <c:v>0.077</c:v>
                </c:pt>
                <c:pt idx="104">
                  <c:v>0.024</c:v>
                </c:pt>
                <c:pt idx="105">
                  <c:v>0.014</c:v>
                </c:pt>
                <c:pt idx="106">
                  <c:v>-0.009</c:v>
                </c:pt>
                <c:pt idx="107">
                  <c:v>-0.043</c:v>
                </c:pt>
                <c:pt idx="108">
                  <c:v>-0.084</c:v>
                </c:pt>
                <c:pt idx="109">
                  <c:v>-0.082</c:v>
                </c:pt>
                <c:pt idx="110">
                  <c:v>-0.028</c:v>
                </c:pt>
                <c:pt idx="111">
                  <c:v>0.041</c:v>
                </c:pt>
                <c:pt idx="112">
                  <c:v>0.078</c:v>
                </c:pt>
                <c:pt idx="113">
                  <c:v>0.068</c:v>
                </c:pt>
                <c:pt idx="114">
                  <c:v>0.114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EPS 가연성 N₂ #2</c:v>
                </c:pt>
              </c:strCache>
            </c:strRef>
          </c:tx>
          <c:spPr>
            <a:solidFill>
              <a:srgbClr val="EDA100"/>
            </a:solidFill>
            <a:ln w="15875" cap="flat">
              <a:solidFill>
                <a:srgbClr val="EDA100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-0.035</c:v>
                </c:pt>
                <c:pt idx="1">
                  <c:v>-0.017</c:v>
                </c:pt>
                <c:pt idx="2">
                  <c:v>-0.025</c:v>
                </c:pt>
                <c:pt idx="3">
                  <c:v>-0.02</c:v>
                </c:pt>
                <c:pt idx="4">
                  <c:v>-0.004</c:v>
                </c:pt>
                <c:pt idx="5">
                  <c:v>-0.013</c:v>
                </c:pt>
                <c:pt idx="6">
                  <c:v>0.014</c:v>
                </c:pt>
                <c:pt idx="7">
                  <c:v>-0.003</c:v>
                </c:pt>
                <c:pt idx="8">
                  <c:v>0.003</c:v>
                </c:pt>
                <c:pt idx="9">
                  <c:v>0</c:v>
                </c:pt>
                <c:pt idx="10">
                  <c:v>0.003</c:v>
                </c:pt>
                <c:pt idx="11">
                  <c:v>0.01</c:v>
                </c:pt>
                <c:pt idx="12">
                  <c:v>0.014</c:v>
                </c:pt>
                <c:pt idx="13">
                  <c:v>-0.008</c:v>
                </c:pt>
                <c:pt idx="14">
                  <c:v>-0.029</c:v>
                </c:pt>
                <c:pt idx="15">
                  <c:v>-0.047</c:v>
                </c:pt>
                <c:pt idx="16">
                  <c:v>-0.041</c:v>
                </c:pt>
                <c:pt idx="17">
                  <c:v>-0.012</c:v>
                </c:pt>
                <c:pt idx="18">
                  <c:v>0.015</c:v>
                </c:pt>
                <c:pt idx="19">
                  <c:v>0.025</c:v>
                </c:pt>
                <c:pt idx="20">
                  <c:v>0.015</c:v>
                </c:pt>
                <c:pt idx="21">
                  <c:v>0.024</c:v>
                </c:pt>
                <c:pt idx="22">
                  <c:v>0.027</c:v>
                </c:pt>
                <c:pt idx="23">
                  <c:v>0.04</c:v>
                </c:pt>
                <c:pt idx="24">
                  <c:v>0.046</c:v>
                </c:pt>
                <c:pt idx="25">
                  <c:v>0.035</c:v>
                </c:pt>
                <c:pt idx="26">
                  <c:v>-0.006</c:v>
                </c:pt>
                <c:pt idx="27">
                  <c:v>-0.046</c:v>
                </c:pt>
                <c:pt idx="28">
                  <c:v>-0.069</c:v>
                </c:pt>
                <c:pt idx="29">
                  <c:v>-0.056</c:v>
                </c:pt>
                <c:pt idx="30">
                  <c:v>-0.022</c:v>
                </c:pt>
                <c:pt idx="31">
                  <c:v>0.037</c:v>
                </c:pt>
                <c:pt idx="32">
                  <c:v>0.082</c:v>
                </c:pt>
                <c:pt idx="33">
                  <c:v>0.124</c:v>
                </c:pt>
                <c:pt idx="34">
                  <c:v>0.148</c:v>
                </c:pt>
                <c:pt idx="35">
                  <c:v>-0.036</c:v>
                </c:pt>
                <c:pt idx="36">
                  <c:v>-0.07</c:v>
                </c:pt>
                <c:pt idx="37">
                  <c:v>-0.053</c:v>
                </c:pt>
                <c:pt idx="38">
                  <c:v>-0.021</c:v>
                </c:pt>
                <c:pt idx="39">
                  <c:v>-0.024</c:v>
                </c:pt>
                <c:pt idx="40">
                  <c:v>-0.011</c:v>
                </c:pt>
                <c:pt idx="41">
                  <c:v>-0.14</c:v>
                </c:pt>
                <c:pt idx="42">
                  <c:v>-0.284</c:v>
                </c:pt>
                <c:pt idx="43">
                  <c:v>-0.418</c:v>
                </c:pt>
                <c:pt idx="44">
                  <c:v>-0.395</c:v>
                </c:pt>
                <c:pt idx="45">
                  <c:v>-0.311</c:v>
                </c:pt>
                <c:pt idx="46">
                  <c:v>-0.155</c:v>
                </c:pt>
                <c:pt idx="47">
                  <c:v>0.195</c:v>
                </c:pt>
                <c:pt idx="48">
                  <c:v>0.642</c:v>
                </c:pt>
                <c:pt idx="49">
                  <c:v>1.058</c:v>
                </c:pt>
                <c:pt idx="50">
                  <c:v>0.917</c:v>
                </c:pt>
                <c:pt idx="51">
                  <c:v>0.449</c:v>
                </c:pt>
                <c:pt idx="52">
                  <c:v>-0.088</c:v>
                </c:pt>
                <c:pt idx="53">
                  <c:v>-0.473</c:v>
                </c:pt>
                <c:pt idx="54">
                  <c:v>-0.579</c:v>
                </c:pt>
                <c:pt idx="55">
                  <c:v>-0.432</c:v>
                </c:pt>
                <c:pt idx="56">
                  <c:v>-0.27</c:v>
                </c:pt>
                <c:pt idx="57">
                  <c:v>-0.241</c:v>
                </c:pt>
                <c:pt idx="58">
                  <c:v>-0.12</c:v>
                </c:pt>
                <c:pt idx="59">
                  <c:v>0.029</c:v>
                </c:pt>
                <c:pt idx="60">
                  <c:v>0.048</c:v>
                </c:pt>
                <c:pt idx="61">
                  <c:v>0.049</c:v>
                </c:pt>
                <c:pt idx="62">
                  <c:v>0.031</c:v>
                </c:pt>
                <c:pt idx="63">
                  <c:v>0.04</c:v>
                </c:pt>
                <c:pt idx="64">
                  <c:v>0.059</c:v>
                </c:pt>
                <c:pt idx="65">
                  <c:v>0.07</c:v>
                </c:pt>
                <c:pt idx="66">
                  <c:v>0.066</c:v>
                </c:pt>
                <c:pt idx="67">
                  <c:v>0.051</c:v>
                </c:pt>
                <c:pt idx="68">
                  <c:v>0.04</c:v>
                </c:pt>
                <c:pt idx="69">
                  <c:v>0.041</c:v>
                </c:pt>
                <c:pt idx="70">
                  <c:v>0.015</c:v>
                </c:pt>
                <c:pt idx="71">
                  <c:v>-0.003</c:v>
                </c:pt>
                <c:pt idx="72">
                  <c:v>-0.066</c:v>
                </c:pt>
                <c:pt idx="73">
                  <c:v>-0.054</c:v>
                </c:pt>
                <c:pt idx="74">
                  <c:v>-0.064</c:v>
                </c:pt>
                <c:pt idx="75">
                  <c:v>-0.044</c:v>
                </c:pt>
                <c:pt idx="76">
                  <c:v>0</c:v>
                </c:pt>
                <c:pt idx="77">
                  <c:v>0.029</c:v>
                </c:pt>
                <c:pt idx="78">
                  <c:v>0.024</c:v>
                </c:pt>
                <c:pt idx="79">
                  <c:v>0.025</c:v>
                </c:pt>
                <c:pt idx="80">
                  <c:v>0.019</c:v>
                </c:pt>
                <c:pt idx="81">
                  <c:v>-0.01</c:v>
                </c:pt>
                <c:pt idx="82">
                  <c:v>-0.019</c:v>
                </c:pt>
                <c:pt idx="83">
                  <c:v>-0.021</c:v>
                </c:pt>
                <c:pt idx="84">
                  <c:v>-0.022</c:v>
                </c:pt>
                <c:pt idx="85">
                  <c:v>0.008</c:v>
                </c:pt>
                <c:pt idx="86">
                  <c:v>0.038</c:v>
                </c:pt>
                <c:pt idx="87">
                  <c:v>0.073</c:v>
                </c:pt>
                <c:pt idx="88">
                  <c:v>0.041</c:v>
                </c:pt>
                <c:pt idx="89">
                  <c:v>0.013</c:v>
                </c:pt>
                <c:pt idx="90">
                  <c:v>-0.008</c:v>
                </c:pt>
                <c:pt idx="91">
                  <c:v>-0.046</c:v>
                </c:pt>
                <c:pt idx="92">
                  <c:v>-0.078</c:v>
                </c:pt>
                <c:pt idx="93">
                  <c:v>-0.064</c:v>
                </c:pt>
                <c:pt idx="94">
                  <c:v>-0.062</c:v>
                </c:pt>
                <c:pt idx="95">
                  <c:v>-0.037</c:v>
                </c:pt>
                <c:pt idx="96">
                  <c:v>-0.005</c:v>
                </c:pt>
                <c:pt idx="97">
                  <c:v>0.02</c:v>
                </c:pt>
                <c:pt idx="98">
                  <c:v>0.025</c:v>
                </c:pt>
                <c:pt idx="99">
                  <c:v>0.061</c:v>
                </c:pt>
                <c:pt idx="100">
                  <c:v>0.031</c:v>
                </c:pt>
                <c:pt idx="101">
                  <c:v>0.037</c:v>
                </c:pt>
                <c:pt idx="102">
                  <c:v>0.042</c:v>
                </c:pt>
                <c:pt idx="103">
                  <c:v>0.056</c:v>
                </c:pt>
                <c:pt idx="104">
                  <c:v>0.017</c:v>
                </c:pt>
                <c:pt idx="105">
                  <c:v>-0.021</c:v>
                </c:pt>
                <c:pt idx="106">
                  <c:v>-0.027</c:v>
                </c:pt>
                <c:pt idx="107">
                  <c:v>-0.077</c:v>
                </c:pt>
                <c:pt idx="108">
                  <c:v>-0.098</c:v>
                </c:pt>
                <c:pt idx="109">
                  <c:v>-0.061</c:v>
                </c:pt>
                <c:pt idx="110">
                  <c:v>-0.006</c:v>
                </c:pt>
                <c:pt idx="111">
                  <c:v>0.067</c:v>
                </c:pt>
                <c:pt idx="112">
                  <c:v>0.057</c:v>
                </c:pt>
                <c:pt idx="113">
                  <c:v>0.072</c:v>
                </c:pt>
                <c:pt idx="114">
                  <c:v>0.041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EPS 준불연 N₂ #1</c:v>
                </c:pt>
              </c:strCache>
            </c:strRef>
          </c:tx>
          <c:spPr>
            <a:solidFill>
              <a:srgbClr val="E87BA4"/>
            </a:solidFill>
            <a:ln w="1587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-4.382</c:v>
                </c:pt>
                <c:pt idx="1">
                  <c:v>-4.384</c:v>
                </c:pt>
                <c:pt idx="2">
                  <c:v>-4.444</c:v>
                </c:pt>
                <c:pt idx="3">
                  <c:v>-4.454</c:v>
                </c:pt>
                <c:pt idx="4">
                  <c:v>-4.491</c:v>
                </c:pt>
                <c:pt idx="5">
                  <c:v>-4.519</c:v>
                </c:pt>
                <c:pt idx="6">
                  <c:v>-4.555</c:v>
                </c:pt>
                <c:pt idx="7">
                  <c:v>-4.567</c:v>
                </c:pt>
                <c:pt idx="8">
                  <c:v>-4.623</c:v>
                </c:pt>
                <c:pt idx="9">
                  <c:v>-4.651</c:v>
                </c:pt>
                <c:pt idx="10">
                  <c:v>-4.704</c:v>
                </c:pt>
                <c:pt idx="11">
                  <c:v>-4.725</c:v>
                </c:pt>
                <c:pt idx="12">
                  <c:v>-4.692</c:v>
                </c:pt>
                <c:pt idx="13">
                  <c:v>-4.532</c:v>
                </c:pt>
                <c:pt idx="14">
                  <c:v>-4.278</c:v>
                </c:pt>
                <c:pt idx="15">
                  <c:v>-4.073</c:v>
                </c:pt>
                <c:pt idx="16">
                  <c:v>-4.088</c:v>
                </c:pt>
                <c:pt idx="17">
                  <c:v>-3.983</c:v>
                </c:pt>
                <c:pt idx="18">
                  <c:v>-3.895</c:v>
                </c:pt>
                <c:pt idx="19">
                  <c:v>-4.171</c:v>
                </c:pt>
                <c:pt idx="20">
                  <c:v>-4.535</c:v>
                </c:pt>
                <c:pt idx="21">
                  <c:v>-4.643</c:v>
                </c:pt>
                <c:pt idx="22">
                  <c:v>-5.059</c:v>
                </c:pt>
                <c:pt idx="23">
                  <c:v>-4.998</c:v>
                </c:pt>
                <c:pt idx="24">
                  <c:v>-4.874</c:v>
                </c:pt>
                <c:pt idx="25">
                  <c:v>-4.701</c:v>
                </c:pt>
                <c:pt idx="26">
                  <c:v>-4.603</c:v>
                </c:pt>
                <c:pt idx="27">
                  <c:v>-4.504</c:v>
                </c:pt>
                <c:pt idx="28">
                  <c:v>-4.406</c:v>
                </c:pt>
                <c:pt idx="29">
                  <c:v>-4.404</c:v>
                </c:pt>
                <c:pt idx="30">
                  <c:v>-4.403</c:v>
                </c:pt>
                <c:pt idx="31">
                  <c:v>-4.417</c:v>
                </c:pt>
                <c:pt idx="32">
                  <c:v>-4.42</c:v>
                </c:pt>
                <c:pt idx="33">
                  <c:v>-4.434</c:v>
                </c:pt>
                <c:pt idx="34">
                  <c:v>-4.441</c:v>
                </c:pt>
                <c:pt idx="35">
                  <c:v>-4.474</c:v>
                </c:pt>
                <c:pt idx="36">
                  <c:v>-4.49</c:v>
                </c:pt>
                <c:pt idx="37">
                  <c:v>-4.533</c:v>
                </c:pt>
                <c:pt idx="38">
                  <c:v>-4.583</c:v>
                </c:pt>
                <c:pt idx="39">
                  <c:v>-4.593</c:v>
                </c:pt>
                <c:pt idx="40">
                  <c:v>-4.609</c:v>
                </c:pt>
                <c:pt idx="41">
                  <c:v>-4.614</c:v>
                </c:pt>
                <c:pt idx="42">
                  <c:v>-4.592</c:v>
                </c:pt>
                <c:pt idx="43">
                  <c:v>-4.538</c:v>
                </c:pt>
                <c:pt idx="44">
                  <c:v>-4.478</c:v>
                </c:pt>
                <c:pt idx="45">
                  <c:v>-4.436</c:v>
                </c:pt>
                <c:pt idx="46">
                  <c:v>-4.3629999999999995</c:v>
                </c:pt>
                <c:pt idx="47">
                  <c:v>-4.336</c:v>
                </c:pt>
                <c:pt idx="48">
                  <c:v>-4.335</c:v>
                </c:pt>
                <c:pt idx="49">
                  <c:v>-4.219</c:v>
                </c:pt>
                <c:pt idx="50">
                  <c:v>-4.85</c:v>
                </c:pt>
                <c:pt idx="51">
                  <c:v>-4.689</c:v>
                </c:pt>
                <c:pt idx="52">
                  <c:v>-4.63</c:v>
                </c:pt>
                <c:pt idx="53">
                  <c:v>-4.543</c:v>
                </c:pt>
                <c:pt idx="54">
                  <c:v>-4.503</c:v>
                </c:pt>
                <c:pt idx="55">
                  <c:v>-4.409</c:v>
                </c:pt>
                <c:pt idx="56">
                  <c:v>-4.402</c:v>
                </c:pt>
                <c:pt idx="57">
                  <c:v>-4.499</c:v>
                </c:pt>
                <c:pt idx="58">
                  <c:v>-4.683</c:v>
                </c:pt>
                <c:pt idx="59">
                  <c:v>-4.645</c:v>
                </c:pt>
                <c:pt idx="60">
                  <c:v>-4.499</c:v>
                </c:pt>
                <c:pt idx="61">
                  <c:v>-4.169</c:v>
                </c:pt>
                <c:pt idx="62">
                  <c:v>-4.457</c:v>
                </c:pt>
                <c:pt idx="63">
                  <c:v>-4.567</c:v>
                </c:pt>
                <c:pt idx="64">
                  <c:v>-4.592</c:v>
                </c:pt>
                <c:pt idx="65">
                  <c:v>-4.562</c:v>
                </c:pt>
                <c:pt idx="66">
                  <c:v>-4.542</c:v>
                </c:pt>
                <c:pt idx="67">
                  <c:v>-4.536</c:v>
                </c:pt>
                <c:pt idx="68">
                  <c:v>-4.486</c:v>
                </c:pt>
                <c:pt idx="69">
                  <c:v>-4.462</c:v>
                </c:pt>
                <c:pt idx="70">
                  <c:v>-4.473</c:v>
                </c:pt>
                <c:pt idx="71">
                  <c:v>-4.457</c:v>
                </c:pt>
                <c:pt idx="72">
                  <c:v>-4.524</c:v>
                </c:pt>
                <c:pt idx="73">
                  <c:v>-4.519</c:v>
                </c:pt>
                <c:pt idx="74">
                  <c:v>-4.541</c:v>
                </c:pt>
                <c:pt idx="75">
                  <c:v>-4.541</c:v>
                </c:pt>
                <c:pt idx="76">
                  <c:v>-4.542</c:v>
                </c:pt>
                <c:pt idx="77">
                  <c:v>-4.486</c:v>
                </c:pt>
                <c:pt idx="78">
                  <c:v>-4.469</c:v>
                </c:pt>
                <c:pt idx="79">
                  <c:v>-4.487</c:v>
                </c:pt>
                <c:pt idx="80">
                  <c:v>-4.502</c:v>
                </c:pt>
                <c:pt idx="81">
                  <c:v>-4.498</c:v>
                </c:pt>
                <c:pt idx="82">
                  <c:v>-4.484</c:v>
                </c:pt>
                <c:pt idx="83">
                  <c:v>-4.482</c:v>
                </c:pt>
                <c:pt idx="84">
                  <c:v>-4.499</c:v>
                </c:pt>
                <c:pt idx="85">
                  <c:v>-4.529</c:v>
                </c:pt>
                <c:pt idx="86">
                  <c:v>-4.529</c:v>
                </c:pt>
                <c:pt idx="87">
                  <c:v>-4.506</c:v>
                </c:pt>
                <c:pt idx="88">
                  <c:v>-4.503</c:v>
                </c:pt>
                <c:pt idx="89">
                  <c:v>-4.477</c:v>
                </c:pt>
                <c:pt idx="90">
                  <c:v>-4.394</c:v>
                </c:pt>
                <c:pt idx="91">
                  <c:v>-4.402</c:v>
                </c:pt>
                <c:pt idx="92">
                  <c:v>-4.365</c:v>
                </c:pt>
                <c:pt idx="93">
                  <c:v>-4.335</c:v>
                </c:pt>
                <c:pt idx="94">
                  <c:v>-5.503</c:v>
                </c:pt>
                <c:pt idx="95">
                  <c:v>-4.782</c:v>
                </c:pt>
                <c:pt idx="96">
                  <c:v>-4.411</c:v>
                </c:pt>
                <c:pt idx="97">
                  <c:v>-4.382</c:v>
                </c:pt>
                <c:pt idx="98">
                  <c:v>-4.414</c:v>
                </c:pt>
                <c:pt idx="99">
                  <c:v>-4.39</c:v>
                </c:pt>
                <c:pt idx="100">
                  <c:v>-4.435</c:v>
                </c:pt>
                <c:pt idx="101">
                  <c:v>-4.452</c:v>
                </c:pt>
                <c:pt idx="102">
                  <c:v>-4.462</c:v>
                </c:pt>
                <c:pt idx="103">
                  <c:v>-4.461</c:v>
                </c:pt>
                <c:pt idx="104">
                  <c:v>-4.484</c:v>
                </c:pt>
                <c:pt idx="105">
                  <c:v>-4.51</c:v>
                </c:pt>
                <c:pt idx="106">
                  <c:v>-4.494</c:v>
                </c:pt>
                <c:pt idx="107">
                  <c:v>-4.472</c:v>
                </c:pt>
                <c:pt idx="108">
                  <c:v>-4.507</c:v>
                </c:pt>
                <c:pt idx="109">
                  <c:v>-4.551</c:v>
                </c:pt>
                <c:pt idx="110">
                  <c:v>-4.555</c:v>
                </c:pt>
                <c:pt idx="111">
                  <c:v>-4.505</c:v>
                </c:pt>
                <c:pt idx="112">
                  <c:v>-4.426</c:v>
                </c:pt>
                <c:pt idx="113">
                  <c:v>-4.453</c:v>
                </c:pt>
                <c:pt idx="114">
                  <c:v>-4.489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EPS 준불연 N₂ #2</c:v>
                </c:pt>
              </c:strCache>
            </c:strRef>
          </c:tx>
          <c:spPr>
            <a:solidFill>
              <a:srgbClr val="E87BA4"/>
            </a:solidFill>
            <a:ln w="15875" cap="flat">
              <a:solidFill>
                <a:srgbClr val="E87BA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-4.518</c:v>
                </c:pt>
                <c:pt idx="1">
                  <c:v>-4.533</c:v>
                </c:pt>
                <c:pt idx="2">
                  <c:v>-4.528</c:v>
                </c:pt>
                <c:pt idx="3">
                  <c:v>-4.527</c:v>
                </c:pt>
                <c:pt idx="4">
                  <c:v>-4.519</c:v>
                </c:pt>
                <c:pt idx="5">
                  <c:v>-4.52</c:v>
                </c:pt>
                <c:pt idx="6">
                  <c:v>-4.522</c:v>
                </c:pt>
                <c:pt idx="7">
                  <c:v>-4.481</c:v>
                </c:pt>
                <c:pt idx="8">
                  <c:v>-4.491</c:v>
                </c:pt>
                <c:pt idx="9">
                  <c:v>-4.478</c:v>
                </c:pt>
                <c:pt idx="10">
                  <c:v>-4.497</c:v>
                </c:pt>
                <c:pt idx="11">
                  <c:v>-4.506</c:v>
                </c:pt>
                <c:pt idx="12">
                  <c:v>-4.524</c:v>
                </c:pt>
                <c:pt idx="13">
                  <c:v>-4.576</c:v>
                </c:pt>
                <c:pt idx="14">
                  <c:v>-4.608</c:v>
                </c:pt>
                <c:pt idx="15">
                  <c:v>-4.645</c:v>
                </c:pt>
                <c:pt idx="16">
                  <c:v>-4.486</c:v>
                </c:pt>
                <c:pt idx="17">
                  <c:v>-4.321</c:v>
                </c:pt>
                <c:pt idx="18">
                  <c:v>-4.349</c:v>
                </c:pt>
                <c:pt idx="19">
                  <c:v>-4.401</c:v>
                </c:pt>
                <c:pt idx="20">
                  <c:v>-4.429</c:v>
                </c:pt>
                <c:pt idx="21">
                  <c:v>-4.451</c:v>
                </c:pt>
                <c:pt idx="22">
                  <c:v>-4.54</c:v>
                </c:pt>
                <c:pt idx="23">
                  <c:v>-4.615</c:v>
                </c:pt>
                <c:pt idx="24">
                  <c:v>-4.521</c:v>
                </c:pt>
                <c:pt idx="25">
                  <c:v>-4.527</c:v>
                </c:pt>
                <c:pt idx="26">
                  <c:v>-4.496</c:v>
                </c:pt>
                <c:pt idx="27">
                  <c:v>-4.517</c:v>
                </c:pt>
                <c:pt idx="28">
                  <c:v>-4.524</c:v>
                </c:pt>
                <c:pt idx="29">
                  <c:v>-4.523</c:v>
                </c:pt>
                <c:pt idx="30">
                  <c:v>-4.51</c:v>
                </c:pt>
                <c:pt idx="31">
                  <c:v>-4.481</c:v>
                </c:pt>
                <c:pt idx="32">
                  <c:v>-4.503</c:v>
                </c:pt>
                <c:pt idx="33">
                  <c:v>-4.479</c:v>
                </c:pt>
                <c:pt idx="34">
                  <c:v>-4.498</c:v>
                </c:pt>
                <c:pt idx="35">
                  <c:v>-4.493</c:v>
                </c:pt>
                <c:pt idx="36">
                  <c:v>-4.51</c:v>
                </c:pt>
                <c:pt idx="37">
                  <c:v>-4.542</c:v>
                </c:pt>
                <c:pt idx="38">
                  <c:v>-4.527</c:v>
                </c:pt>
                <c:pt idx="39">
                  <c:v>-4.504</c:v>
                </c:pt>
                <c:pt idx="40">
                  <c:v>-4.514</c:v>
                </c:pt>
                <c:pt idx="41">
                  <c:v>-4.478</c:v>
                </c:pt>
                <c:pt idx="42">
                  <c:v>-4.466</c:v>
                </c:pt>
                <c:pt idx="43">
                  <c:v>-4.448</c:v>
                </c:pt>
                <c:pt idx="44">
                  <c:v>-4.456</c:v>
                </c:pt>
                <c:pt idx="45">
                  <c:v>-4.466</c:v>
                </c:pt>
                <c:pt idx="46">
                  <c:v>-4.739</c:v>
                </c:pt>
                <c:pt idx="47">
                  <c:v>-4.622</c:v>
                </c:pt>
                <c:pt idx="48">
                  <c:v>-4.516</c:v>
                </c:pt>
                <c:pt idx="49">
                  <c:v>-4.498</c:v>
                </c:pt>
                <c:pt idx="50">
                  <c:v>-4.531</c:v>
                </c:pt>
                <c:pt idx="51">
                  <c:v>-4.527</c:v>
                </c:pt>
                <c:pt idx="52">
                  <c:v>-4.527</c:v>
                </c:pt>
                <c:pt idx="53">
                  <c:v>-4.48</c:v>
                </c:pt>
                <c:pt idx="54">
                  <c:v>-4.439</c:v>
                </c:pt>
                <c:pt idx="55">
                  <c:v>-4.342</c:v>
                </c:pt>
                <c:pt idx="56">
                  <c:v>-4.231</c:v>
                </c:pt>
                <c:pt idx="57">
                  <c:v>-4.165</c:v>
                </c:pt>
                <c:pt idx="58">
                  <c:v>-4.228</c:v>
                </c:pt>
                <c:pt idx="59">
                  <c:v>-4.481</c:v>
                </c:pt>
                <c:pt idx="60">
                  <c:v>-4.766</c:v>
                </c:pt>
                <c:pt idx="61">
                  <c:v>-4.795</c:v>
                </c:pt>
                <c:pt idx="62">
                  <c:v>-4.72</c:v>
                </c:pt>
                <c:pt idx="63">
                  <c:v>-4.625</c:v>
                </c:pt>
                <c:pt idx="64">
                  <c:v>-4.7620000000000005</c:v>
                </c:pt>
                <c:pt idx="65">
                  <c:v>-4.507</c:v>
                </c:pt>
                <c:pt idx="66">
                  <c:v>-4.39</c:v>
                </c:pt>
                <c:pt idx="67">
                  <c:v>-4.366</c:v>
                </c:pt>
                <c:pt idx="68">
                  <c:v>-4.374</c:v>
                </c:pt>
                <c:pt idx="69">
                  <c:v>-4.4</c:v>
                </c:pt>
                <c:pt idx="70">
                  <c:v>-4.414</c:v>
                </c:pt>
                <c:pt idx="71">
                  <c:v>-4.478</c:v>
                </c:pt>
                <c:pt idx="72">
                  <c:v>-4.513</c:v>
                </c:pt>
                <c:pt idx="73">
                  <c:v>-4.54</c:v>
                </c:pt>
                <c:pt idx="74">
                  <c:v>-4.557</c:v>
                </c:pt>
                <c:pt idx="75">
                  <c:v>-4.538</c:v>
                </c:pt>
                <c:pt idx="76">
                  <c:v>-4.535</c:v>
                </c:pt>
                <c:pt idx="77">
                  <c:v>-4.514</c:v>
                </c:pt>
                <c:pt idx="78">
                  <c:v>-4.512</c:v>
                </c:pt>
                <c:pt idx="79">
                  <c:v>-4.502</c:v>
                </c:pt>
                <c:pt idx="80">
                  <c:v>-4.498</c:v>
                </c:pt>
                <c:pt idx="81">
                  <c:v>-4.489</c:v>
                </c:pt>
                <c:pt idx="82">
                  <c:v>-4.469</c:v>
                </c:pt>
                <c:pt idx="83">
                  <c:v>-4.476</c:v>
                </c:pt>
                <c:pt idx="84">
                  <c:v>-4.494</c:v>
                </c:pt>
                <c:pt idx="85">
                  <c:v>-4.486</c:v>
                </c:pt>
                <c:pt idx="86">
                  <c:v>-4.485</c:v>
                </c:pt>
                <c:pt idx="87">
                  <c:v>-4.482</c:v>
                </c:pt>
                <c:pt idx="88">
                  <c:v>-4.484</c:v>
                </c:pt>
                <c:pt idx="89">
                  <c:v>-4.53</c:v>
                </c:pt>
                <c:pt idx="90">
                  <c:v>-4.511</c:v>
                </c:pt>
                <c:pt idx="91">
                  <c:v>-4.517</c:v>
                </c:pt>
                <c:pt idx="92">
                  <c:v>-4.513</c:v>
                </c:pt>
                <c:pt idx="93">
                  <c:v>-4.531</c:v>
                </c:pt>
                <c:pt idx="94">
                  <c:v>-4.502</c:v>
                </c:pt>
                <c:pt idx="95">
                  <c:v>-4.479</c:v>
                </c:pt>
                <c:pt idx="96">
                  <c:v>-4.502</c:v>
                </c:pt>
                <c:pt idx="97">
                  <c:v>-4.473</c:v>
                </c:pt>
                <c:pt idx="98">
                  <c:v>-4.472</c:v>
                </c:pt>
                <c:pt idx="99">
                  <c:v>-4.49</c:v>
                </c:pt>
                <c:pt idx="100">
                  <c:v>-4.502</c:v>
                </c:pt>
                <c:pt idx="101">
                  <c:v>-4.449</c:v>
                </c:pt>
                <c:pt idx="102">
                  <c:v>-4.44</c:v>
                </c:pt>
                <c:pt idx="103">
                  <c:v>-4.457</c:v>
                </c:pt>
                <c:pt idx="104">
                  <c:v>-4.483</c:v>
                </c:pt>
                <c:pt idx="105">
                  <c:v>-4.473</c:v>
                </c:pt>
                <c:pt idx="106">
                  <c:v>-4.5</c:v>
                </c:pt>
                <c:pt idx="107">
                  <c:v>-4.535</c:v>
                </c:pt>
                <c:pt idx="108">
                  <c:v>-4.592</c:v>
                </c:pt>
                <c:pt idx="109">
                  <c:v>-4.632</c:v>
                </c:pt>
                <c:pt idx="110">
                  <c:v>-4.593</c:v>
                </c:pt>
                <c:pt idx="111">
                  <c:v>-4.511</c:v>
                </c:pt>
                <c:pt idx="112">
                  <c:v>-4.477</c:v>
                </c:pt>
                <c:pt idx="113">
                  <c:v>-4.436</c:v>
                </c:pt>
                <c:pt idx="114">
                  <c:v>-4.438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PIR(PUR) 가연성 N₂ #1</c:v>
                </c:pt>
              </c:strCache>
            </c:strRef>
          </c:tx>
          <c:spPr>
            <a:solidFill>
              <a:srgbClr val="6250D6"/>
            </a:solidFill>
            <a:ln w="1587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Sheet1!$F$2:$F$116</c:f>
              <c:numCache>
                <c:formatCode>General</c:formatCode>
                <c:ptCount val="115"/>
                <c:pt idx="0">
                  <c:v>-9.039</c:v>
                </c:pt>
                <c:pt idx="1">
                  <c:v>-9.02</c:v>
                </c:pt>
                <c:pt idx="2">
                  <c:v>-9.012</c:v>
                </c:pt>
                <c:pt idx="3">
                  <c:v>-9.006</c:v>
                </c:pt>
                <c:pt idx="4">
                  <c:v>-9.001</c:v>
                </c:pt>
                <c:pt idx="5">
                  <c:v>-8.989</c:v>
                </c:pt>
                <c:pt idx="6">
                  <c:v>-8.973</c:v>
                </c:pt>
                <c:pt idx="7">
                  <c:v>-9.01</c:v>
                </c:pt>
                <c:pt idx="8">
                  <c:v>-8.988</c:v>
                </c:pt>
                <c:pt idx="9">
                  <c:v>-8.987</c:v>
                </c:pt>
                <c:pt idx="10">
                  <c:v>-8.99</c:v>
                </c:pt>
                <c:pt idx="11">
                  <c:v>-9</c:v>
                </c:pt>
                <c:pt idx="12">
                  <c:v>-9.01</c:v>
                </c:pt>
                <c:pt idx="13">
                  <c:v>-9.016</c:v>
                </c:pt>
                <c:pt idx="14">
                  <c:v>-9.021</c:v>
                </c:pt>
                <c:pt idx="15">
                  <c:v>-9.039</c:v>
                </c:pt>
                <c:pt idx="16">
                  <c:v>-9.044</c:v>
                </c:pt>
                <c:pt idx="17">
                  <c:v>-9.005</c:v>
                </c:pt>
                <c:pt idx="18">
                  <c:v>-8.95</c:v>
                </c:pt>
                <c:pt idx="19">
                  <c:v>-8.941</c:v>
                </c:pt>
                <c:pt idx="20">
                  <c:v>-8.941</c:v>
                </c:pt>
                <c:pt idx="21">
                  <c:v>-8.956</c:v>
                </c:pt>
                <c:pt idx="22">
                  <c:v>-8.955</c:v>
                </c:pt>
                <c:pt idx="23">
                  <c:v>-8.992</c:v>
                </c:pt>
                <c:pt idx="24">
                  <c:v>-9.036</c:v>
                </c:pt>
                <c:pt idx="25">
                  <c:v>-9.049</c:v>
                </c:pt>
                <c:pt idx="26">
                  <c:v>-9.04</c:v>
                </c:pt>
                <c:pt idx="27">
                  <c:v>-9.049</c:v>
                </c:pt>
                <c:pt idx="28">
                  <c:v>-9.051</c:v>
                </c:pt>
                <c:pt idx="29">
                  <c:v>-9.035</c:v>
                </c:pt>
                <c:pt idx="30">
                  <c:v>-9.049</c:v>
                </c:pt>
                <c:pt idx="31">
                  <c:v>-9.032</c:v>
                </c:pt>
                <c:pt idx="32">
                  <c:v>-9.015</c:v>
                </c:pt>
                <c:pt idx="33">
                  <c:v>-9.026</c:v>
                </c:pt>
                <c:pt idx="34">
                  <c:v>-8.997</c:v>
                </c:pt>
                <c:pt idx="35">
                  <c:v>-8.959</c:v>
                </c:pt>
                <c:pt idx="36">
                  <c:v>-8.934</c:v>
                </c:pt>
                <c:pt idx="37">
                  <c:v>-8.914</c:v>
                </c:pt>
                <c:pt idx="38">
                  <c:v>-8.901</c:v>
                </c:pt>
                <c:pt idx="39">
                  <c:v>-8.924</c:v>
                </c:pt>
                <c:pt idx="40">
                  <c:v>-8.977</c:v>
                </c:pt>
                <c:pt idx="41">
                  <c:v>-9.039</c:v>
                </c:pt>
                <c:pt idx="42">
                  <c:v>-9.047</c:v>
                </c:pt>
                <c:pt idx="43">
                  <c:v>-9.07</c:v>
                </c:pt>
                <c:pt idx="44">
                  <c:v>-9.062</c:v>
                </c:pt>
                <c:pt idx="45">
                  <c:v>-9.037</c:v>
                </c:pt>
                <c:pt idx="46">
                  <c:v>-9.037</c:v>
                </c:pt>
                <c:pt idx="47">
                  <c:v>-8.995</c:v>
                </c:pt>
                <c:pt idx="48">
                  <c:v>-8.992</c:v>
                </c:pt>
                <c:pt idx="49">
                  <c:v>-8.956</c:v>
                </c:pt>
                <c:pt idx="50">
                  <c:v>-8.933</c:v>
                </c:pt>
                <c:pt idx="51">
                  <c:v>-8.908</c:v>
                </c:pt>
                <c:pt idx="52">
                  <c:v>-9.01</c:v>
                </c:pt>
                <c:pt idx="53">
                  <c:v>-9.03</c:v>
                </c:pt>
                <c:pt idx="54">
                  <c:v>-9.02</c:v>
                </c:pt>
                <c:pt idx="55">
                  <c:v>-9.006</c:v>
                </c:pt>
                <c:pt idx="56">
                  <c:v>-9.023</c:v>
                </c:pt>
                <c:pt idx="57">
                  <c:v>-9.055</c:v>
                </c:pt>
                <c:pt idx="58">
                  <c:v>-9.049</c:v>
                </c:pt>
                <c:pt idx="59">
                  <c:v>-9.032</c:v>
                </c:pt>
                <c:pt idx="60">
                  <c:v>-8.988</c:v>
                </c:pt>
                <c:pt idx="61">
                  <c:v>-8.95</c:v>
                </c:pt>
                <c:pt idx="62">
                  <c:v>-8.966</c:v>
                </c:pt>
                <c:pt idx="63">
                  <c:v>-8.957</c:v>
                </c:pt>
                <c:pt idx="64">
                  <c:v>-8.99</c:v>
                </c:pt>
                <c:pt idx="65">
                  <c:v>-8.979</c:v>
                </c:pt>
                <c:pt idx="66">
                  <c:v>-8.945</c:v>
                </c:pt>
                <c:pt idx="67">
                  <c:v>-8.945</c:v>
                </c:pt>
                <c:pt idx="68">
                  <c:v>-8.963</c:v>
                </c:pt>
                <c:pt idx="69">
                  <c:v>-8.971</c:v>
                </c:pt>
                <c:pt idx="70">
                  <c:v>-8.985</c:v>
                </c:pt>
                <c:pt idx="71">
                  <c:v>-9.007</c:v>
                </c:pt>
                <c:pt idx="72">
                  <c:v>-9.011</c:v>
                </c:pt>
                <c:pt idx="73">
                  <c:v>-9.006</c:v>
                </c:pt>
                <c:pt idx="74">
                  <c:v>-8.988</c:v>
                </c:pt>
                <c:pt idx="75">
                  <c:v>-9.02</c:v>
                </c:pt>
                <c:pt idx="76">
                  <c:v>-9.017</c:v>
                </c:pt>
                <c:pt idx="77">
                  <c:v>-9.041</c:v>
                </c:pt>
                <c:pt idx="78">
                  <c:v>-9.07</c:v>
                </c:pt>
                <c:pt idx="79">
                  <c:v>-9.111</c:v>
                </c:pt>
                <c:pt idx="80">
                  <c:v>-9.087</c:v>
                </c:pt>
                <c:pt idx="81">
                  <c:v>-9.088</c:v>
                </c:pt>
                <c:pt idx="82">
                  <c:v>-8.962</c:v>
                </c:pt>
                <c:pt idx="83">
                  <c:v>-8.92</c:v>
                </c:pt>
                <c:pt idx="84">
                  <c:v>-8.931</c:v>
                </c:pt>
                <c:pt idx="85">
                  <c:v>-8.959</c:v>
                </c:pt>
                <c:pt idx="86">
                  <c:v>-9.039</c:v>
                </c:pt>
                <c:pt idx="87">
                  <c:v>-9.113</c:v>
                </c:pt>
                <c:pt idx="88">
                  <c:v>-9.128</c:v>
                </c:pt>
                <c:pt idx="89">
                  <c:v>-9.096</c:v>
                </c:pt>
                <c:pt idx="90">
                  <c:v>-9.072</c:v>
                </c:pt>
                <c:pt idx="91">
                  <c:v>-9.021</c:v>
                </c:pt>
                <c:pt idx="92">
                  <c:v>-8.976</c:v>
                </c:pt>
                <c:pt idx="93">
                  <c:v>-8.952</c:v>
                </c:pt>
                <c:pt idx="94">
                  <c:v>-8.97</c:v>
                </c:pt>
                <c:pt idx="95">
                  <c:v>-8.982</c:v>
                </c:pt>
                <c:pt idx="96">
                  <c:v>-8.927</c:v>
                </c:pt>
                <c:pt idx="97">
                  <c:v>-8.836</c:v>
                </c:pt>
                <c:pt idx="98">
                  <c:v>-8.812</c:v>
                </c:pt>
                <c:pt idx="99">
                  <c:v>-8.76</c:v>
                </c:pt>
                <c:pt idx="100">
                  <c:v>-8.818</c:v>
                </c:pt>
                <c:pt idx="101">
                  <c:v>-8.776</c:v>
                </c:pt>
                <c:pt idx="102">
                  <c:v>-8.991</c:v>
                </c:pt>
                <c:pt idx="103">
                  <c:v>-8.997</c:v>
                </c:pt>
                <c:pt idx="104">
                  <c:v>-9.229</c:v>
                </c:pt>
                <c:pt idx="105">
                  <c:v>-9.411</c:v>
                </c:pt>
                <c:pt idx="106">
                  <c:v>-9.443</c:v>
                </c:pt>
                <c:pt idx="107">
                  <c:v>-9.054</c:v>
                </c:pt>
                <c:pt idx="108">
                  <c:v>-8.88</c:v>
                </c:pt>
                <c:pt idx="109">
                  <c:v>-8.906</c:v>
                </c:pt>
                <c:pt idx="110">
                  <c:v>-8.754</c:v>
                </c:pt>
                <c:pt idx="111">
                  <c:v>-8.707</c:v>
                </c:pt>
                <c:pt idx="112">
                  <c:v>-8.719</c:v>
                </c:pt>
                <c:pt idx="113">
                  <c:v>-8.809</c:v>
                </c:pt>
                <c:pt idx="114">
                  <c:v>-8.863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PIR(PUR) 가연성 N₂ #2</c:v>
                </c:pt>
              </c:strCache>
            </c:strRef>
          </c:tx>
          <c:spPr>
            <a:solidFill>
              <a:srgbClr val="6250D6"/>
            </a:solidFill>
            <a:ln w="15875" cap="flat">
              <a:solidFill>
                <a:srgbClr val="6250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Sheet1!$G$2:$G$116</c:f>
              <c:numCache>
                <c:formatCode>General</c:formatCode>
                <c:ptCount val="115"/>
                <c:pt idx="0">
                  <c:v>-9.04</c:v>
                </c:pt>
                <c:pt idx="1">
                  <c:v>-9.054</c:v>
                </c:pt>
                <c:pt idx="2">
                  <c:v>-9.038</c:v>
                </c:pt>
                <c:pt idx="3">
                  <c:v>-9.028</c:v>
                </c:pt>
                <c:pt idx="4">
                  <c:v>-9.016</c:v>
                </c:pt>
                <c:pt idx="5">
                  <c:v>-9</c:v>
                </c:pt>
                <c:pt idx="6">
                  <c:v>-9.022</c:v>
                </c:pt>
                <c:pt idx="7">
                  <c:v>-9.002</c:v>
                </c:pt>
                <c:pt idx="8">
                  <c:v>-9.002</c:v>
                </c:pt>
                <c:pt idx="9">
                  <c:v>-8.978</c:v>
                </c:pt>
                <c:pt idx="10">
                  <c:v>-8.989</c:v>
                </c:pt>
                <c:pt idx="11">
                  <c:v>-8.99</c:v>
                </c:pt>
                <c:pt idx="12">
                  <c:v>-9.005</c:v>
                </c:pt>
                <c:pt idx="13">
                  <c:v>-9.019</c:v>
                </c:pt>
                <c:pt idx="14">
                  <c:v>-9.015</c:v>
                </c:pt>
                <c:pt idx="15">
                  <c:v>-9.045</c:v>
                </c:pt>
                <c:pt idx="16">
                  <c:v>-9.034</c:v>
                </c:pt>
                <c:pt idx="17">
                  <c:v>-8.991</c:v>
                </c:pt>
                <c:pt idx="18">
                  <c:v>-8.925</c:v>
                </c:pt>
                <c:pt idx="19">
                  <c:v>-8.885</c:v>
                </c:pt>
                <c:pt idx="20">
                  <c:v>-8.866</c:v>
                </c:pt>
                <c:pt idx="21">
                  <c:v>-8.875</c:v>
                </c:pt>
                <c:pt idx="22">
                  <c:v>-8.901</c:v>
                </c:pt>
                <c:pt idx="23">
                  <c:v>-8.975</c:v>
                </c:pt>
                <c:pt idx="24">
                  <c:v>-9.082</c:v>
                </c:pt>
                <c:pt idx="25">
                  <c:v>-9.135</c:v>
                </c:pt>
                <c:pt idx="26">
                  <c:v>-9.189</c:v>
                </c:pt>
                <c:pt idx="27">
                  <c:v>-9.204</c:v>
                </c:pt>
                <c:pt idx="28">
                  <c:v>-9.242</c:v>
                </c:pt>
                <c:pt idx="29">
                  <c:v>-9.16</c:v>
                </c:pt>
                <c:pt idx="30">
                  <c:v>-9.153</c:v>
                </c:pt>
                <c:pt idx="31">
                  <c:v>-9.107</c:v>
                </c:pt>
                <c:pt idx="32">
                  <c:v>-9.06</c:v>
                </c:pt>
                <c:pt idx="33">
                  <c:v>-9.02</c:v>
                </c:pt>
                <c:pt idx="34">
                  <c:v>-8.857</c:v>
                </c:pt>
                <c:pt idx="35">
                  <c:v>-8.743</c:v>
                </c:pt>
                <c:pt idx="36">
                  <c:v>-8.771</c:v>
                </c:pt>
                <c:pt idx="37">
                  <c:v>-8.833</c:v>
                </c:pt>
                <c:pt idx="38">
                  <c:v>-8.909</c:v>
                </c:pt>
                <c:pt idx="39">
                  <c:v>-8.961</c:v>
                </c:pt>
                <c:pt idx="40">
                  <c:v>-8.955</c:v>
                </c:pt>
                <c:pt idx="41">
                  <c:v>-8.943</c:v>
                </c:pt>
                <c:pt idx="42">
                  <c:v>-9.066</c:v>
                </c:pt>
                <c:pt idx="43">
                  <c:v>-9.016</c:v>
                </c:pt>
                <c:pt idx="44">
                  <c:v>-9.016</c:v>
                </c:pt>
                <c:pt idx="45">
                  <c:v>-9.063</c:v>
                </c:pt>
                <c:pt idx="46">
                  <c:v>-9.016</c:v>
                </c:pt>
                <c:pt idx="47">
                  <c:v>-9.082</c:v>
                </c:pt>
                <c:pt idx="48">
                  <c:v>-9.038</c:v>
                </c:pt>
                <c:pt idx="49">
                  <c:v>-8.978</c:v>
                </c:pt>
                <c:pt idx="50">
                  <c:v>-8.954</c:v>
                </c:pt>
                <c:pt idx="51">
                  <c:v>-8.912</c:v>
                </c:pt>
                <c:pt idx="52">
                  <c:v>-8.971</c:v>
                </c:pt>
                <c:pt idx="53">
                  <c:v>-9.029</c:v>
                </c:pt>
                <c:pt idx="54">
                  <c:v>-8.971</c:v>
                </c:pt>
                <c:pt idx="55">
                  <c:v>-9.001</c:v>
                </c:pt>
                <c:pt idx="56">
                  <c:v>-9.004</c:v>
                </c:pt>
                <c:pt idx="57">
                  <c:v>-9.023</c:v>
                </c:pt>
                <c:pt idx="58">
                  <c:v>-9.028</c:v>
                </c:pt>
                <c:pt idx="59">
                  <c:v>-9.05</c:v>
                </c:pt>
                <c:pt idx="60">
                  <c:v>-9.03</c:v>
                </c:pt>
                <c:pt idx="61">
                  <c:v>-8.997</c:v>
                </c:pt>
                <c:pt idx="62">
                  <c:v>-8.997</c:v>
                </c:pt>
                <c:pt idx="63">
                  <c:v>-8.968</c:v>
                </c:pt>
                <c:pt idx="64">
                  <c:v>-8.989</c:v>
                </c:pt>
                <c:pt idx="65">
                  <c:v>-8.98</c:v>
                </c:pt>
                <c:pt idx="66">
                  <c:v>-8.967</c:v>
                </c:pt>
                <c:pt idx="67">
                  <c:v>-8.963</c:v>
                </c:pt>
                <c:pt idx="68">
                  <c:v>-8.974</c:v>
                </c:pt>
                <c:pt idx="69">
                  <c:v>-8.956</c:v>
                </c:pt>
                <c:pt idx="70">
                  <c:v>-8.949</c:v>
                </c:pt>
                <c:pt idx="71">
                  <c:v>-8.976</c:v>
                </c:pt>
                <c:pt idx="72">
                  <c:v>-9</c:v>
                </c:pt>
                <c:pt idx="73">
                  <c:v>-9.013</c:v>
                </c:pt>
                <c:pt idx="74">
                  <c:v>-9.036</c:v>
                </c:pt>
                <c:pt idx="75">
                  <c:v>-9.049</c:v>
                </c:pt>
                <c:pt idx="76">
                  <c:v>-9.029</c:v>
                </c:pt>
                <c:pt idx="77">
                  <c:v>-9.007</c:v>
                </c:pt>
                <c:pt idx="78">
                  <c:v>-8.992</c:v>
                </c:pt>
                <c:pt idx="79">
                  <c:v>-9.016</c:v>
                </c:pt>
                <c:pt idx="80">
                  <c:v>-8.991</c:v>
                </c:pt>
                <c:pt idx="81">
                  <c:v>-9</c:v>
                </c:pt>
                <c:pt idx="82">
                  <c:v>-9.029</c:v>
                </c:pt>
                <c:pt idx="83">
                  <c:v>-8.87</c:v>
                </c:pt>
                <c:pt idx="84">
                  <c:v>-8.755</c:v>
                </c:pt>
                <c:pt idx="85">
                  <c:v>-8.704</c:v>
                </c:pt>
                <c:pt idx="86">
                  <c:v>-8.81</c:v>
                </c:pt>
                <c:pt idx="87">
                  <c:v>-8.87</c:v>
                </c:pt>
                <c:pt idx="88">
                  <c:v>-9.099</c:v>
                </c:pt>
                <c:pt idx="89">
                  <c:v>-9.389</c:v>
                </c:pt>
                <c:pt idx="90">
                  <c:v>-9.8</c:v>
                </c:pt>
                <c:pt idx="91">
                  <c:v>-10.364</c:v>
                </c:pt>
                <c:pt idx="92">
                  <c:v>-11.046</c:v>
                </c:pt>
                <c:pt idx="93">
                  <c:v>-7.628</c:v>
                </c:pt>
                <c:pt idx="94">
                  <c:v>-7.731</c:v>
                </c:pt>
                <c:pt idx="95">
                  <c:v>-7.979</c:v>
                </c:pt>
                <c:pt idx="96">
                  <c:v>-8.275</c:v>
                </c:pt>
                <c:pt idx="97">
                  <c:v>-8.636</c:v>
                </c:pt>
                <c:pt idx="98">
                  <c:v>-8.966</c:v>
                </c:pt>
                <c:pt idx="99">
                  <c:v>-9.161</c:v>
                </c:pt>
                <c:pt idx="100">
                  <c:v>-9.295</c:v>
                </c:pt>
                <c:pt idx="101">
                  <c:v>-9.48</c:v>
                </c:pt>
                <c:pt idx="102">
                  <c:v>-9.487</c:v>
                </c:pt>
                <c:pt idx="103">
                  <c:v>-9.484</c:v>
                </c:pt>
                <c:pt idx="104">
                  <c:v>-8.468</c:v>
                </c:pt>
                <c:pt idx="105">
                  <c:v>-8.81</c:v>
                </c:pt>
                <c:pt idx="106">
                  <c:v>-9.13</c:v>
                </c:pt>
                <c:pt idx="107">
                  <c:v>-9.115</c:v>
                </c:pt>
                <c:pt idx="108">
                  <c:v>-8.071</c:v>
                </c:pt>
                <c:pt idx="109">
                  <c:v>-8.342</c:v>
                </c:pt>
                <c:pt idx="110">
                  <c:v>-8.652</c:v>
                </c:pt>
                <c:pt idx="111">
                  <c:v>-8.927</c:v>
                </c:pt>
                <c:pt idx="112">
                  <c:v>-9.162</c:v>
                </c:pt>
                <c:pt idx="113">
                  <c:v>-9.261</c:v>
                </c:pt>
                <c:pt idx="114">
                  <c:v>-9.31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PIR(PUR) 준불연 N₂ #1</c:v>
                </c:pt>
              </c:strCache>
            </c:strRef>
          </c:tx>
          <c:spPr>
            <a:solidFill>
              <a:srgbClr val="008300"/>
            </a:solidFill>
            <a:ln w="1587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Sheet1!$H$2:$H$116</c:f>
              <c:numCache>
                <c:formatCode>General</c:formatCode>
                <c:ptCount val="115"/>
                <c:pt idx="0">
                  <c:v>-13.509</c:v>
                </c:pt>
                <c:pt idx="1">
                  <c:v>-13.523</c:v>
                </c:pt>
                <c:pt idx="2">
                  <c:v>-13.514</c:v>
                </c:pt>
                <c:pt idx="3">
                  <c:v>-13.536</c:v>
                </c:pt>
                <c:pt idx="4">
                  <c:v>-13.523</c:v>
                </c:pt>
                <c:pt idx="5">
                  <c:v>-13.507</c:v>
                </c:pt>
                <c:pt idx="6">
                  <c:v>-13.503</c:v>
                </c:pt>
                <c:pt idx="7">
                  <c:v>-13.502</c:v>
                </c:pt>
                <c:pt idx="8">
                  <c:v>-13.491</c:v>
                </c:pt>
                <c:pt idx="9">
                  <c:v>-13.499</c:v>
                </c:pt>
                <c:pt idx="10">
                  <c:v>-13.478</c:v>
                </c:pt>
                <c:pt idx="11">
                  <c:v>-13.477</c:v>
                </c:pt>
                <c:pt idx="12">
                  <c:v>-13.517</c:v>
                </c:pt>
                <c:pt idx="13">
                  <c:v>-13.519</c:v>
                </c:pt>
                <c:pt idx="14">
                  <c:v>-13.537</c:v>
                </c:pt>
                <c:pt idx="15">
                  <c:v>-13.536</c:v>
                </c:pt>
                <c:pt idx="16">
                  <c:v>-13.535</c:v>
                </c:pt>
                <c:pt idx="17">
                  <c:v>-13.478</c:v>
                </c:pt>
                <c:pt idx="18">
                  <c:v>-13.476</c:v>
                </c:pt>
                <c:pt idx="19">
                  <c:v>-13.446</c:v>
                </c:pt>
                <c:pt idx="20">
                  <c:v>-13.463</c:v>
                </c:pt>
                <c:pt idx="21">
                  <c:v>-13.502</c:v>
                </c:pt>
                <c:pt idx="22">
                  <c:v>-13.494</c:v>
                </c:pt>
                <c:pt idx="23">
                  <c:v>-13.469</c:v>
                </c:pt>
                <c:pt idx="24">
                  <c:v>-13.502</c:v>
                </c:pt>
                <c:pt idx="25">
                  <c:v>-13.522</c:v>
                </c:pt>
                <c:pt idx="26">
                  <c:v>-13.514</c:v>
                </c:pt>
                <c:pt idx="27">
                  <c:v>-13.497</c:v>
                </c:pt>
                <c:pt idx="28">
                  <c:v>-13.519</c:v>
                </c:pt>
                <c:pt idx="29">
                  <c:v>-13.497</c:v>
                </c:pt>
                <c:pt idx="30">
                  <c:v>-13.503</c:v>
                </c:pt>
                <c:pt idx="31">
                  <c:v>-13.516</c:v>
                </c:pt>
                <c:pt idx="32">
                  <c:v>-13.512</c:v>
                </c:pt>
                <c:pt idx="33">
                  <c:v>-13.505</c:v>
                </c:pt>
                <c:pt idx="34">
                  <c:v>-13.505</c:v>
                </c:pt>
                <c:pt idx="35">
                  <c:v>-13.508</c:v>
                </c:pt>
                <c:pt idx="36">
                  <c:v>-13.495</c:v>
                </c:pt>
                <c:pt idx="37">
                  <c:v>-13.484</c:v>
                </c:pt>
                <c:pt idx="38">
                  <c:v>-13.49</c:v>
                </c:pt>
                <c:pt idx="39">
                  <c:v>-13.458</c:v>
                </c:pt>
                <c:pt idx="40">
                  <c:v>-13.465</c:v>
                </c:pt>
                <c:pt idx="41">
                  <c:v>-13.488</c:v>
                </c:pt>
                <c:pt idx="42">
                  <c:v>-13.516</c:v>
                </c:pt>
                <c:pt idx="43">
                  <c:v>-13.556</c:v>
                </c:pt>
                <c:pt idx="44">
                  <c:v>-13.548</c:v>
                </c:pt>
                <c:pt idx="45">
                  <c:v>-13.532</c:v>
                </c:pt>
                <c:pt idx="46">
                  <c:v>-13.494</c:v>
                </c:pt>
                <c:pt idx="47">
                  <c:v>-13.465</c:v>
                </c:pt>
                <c:pt idx="48">
                  <c:v>-13.56</c:v>
                </c:pt>
                <c:pt idx="49">
                  <c:v>-13.465</c:v>
                </c:pt>
                <c:pt idx="50">
                  <c:v>-13.402</c:v>
                </c:pt>
                <c:pt idx="51">
                  <c:v>-13.383</c:v>
                </c:pt>
                <c:pt idx="52">
                  <c:v>-13.457</c:v>
                </c:pt>
                <c:pt idx="53">
                  <c:v>-13.501</c:v>
                </c:pt>
                <c:pt idx="54">
                  <c:v>-13.474</c:v>
                </c:pt>
                <c:pt idx="55">
                  <c:v>-13.476</c:v>
                </c:pt>
                <c:pt idx="56">
                  <c:v>-13.492</c:v>
                </c:pt>
                <c:pt idx="57">
                  <c:v>-13.513</c:v>
                </c:pt>
                <c:pt idx="58">
                  <c:v>-13.528</c:v>
                </c:pt>
                <c:pt idx="59">
                  <c:v>-13.549</c:v>
                </c:pt>
                <c:pt idx="60">
                  <c:v>-13.53</c:v>
                </c:pt>
                <c:pt idx="61">
                  <c:v>-13.518</c:v>
                </c:pt>
                <c:pt idx="62">
                  <c:v>-13.47</c:v>
                </c:pt>
                <c:pt idx="63">
                  <c:v>-13.412</c:v>
                </c:pt>
                <c:pt idx="64">
                  <c:v>-13.377</c:v>
                </c:pt>
                <c:pt idx="65">
                  <c:v>-13.397</c:v>
                </c:pt>
                <c:pt idx="66">
                  <c:v>-13.436</c:v>
                </c:pt>
                <c:pt idx="67">
                  <c:v>-13.529</c:v>
                </c:pt>
                <c:pt idx="68">
                  <c:v>-13.584</c:v>
                </c:pt>
                <c:pt idx="69">
                  <c:v>-13.699</c:v>
                </c:pt>
                <c:pt idx="70">
                  <c:v>-13.807</c:v>
                </c:pt>
                <c:pt idx="71">
                  <c:v>-13.785</c:v>
                </c:pt>
                <c:pt idx="72">
                  <c:v>-13.664</c:v>
                </c:pt>
                <c:pt idx="73">
                  <c:v>-13.29</c:v>
                </c:pt>
                <c:pt idx="74">
                  <c:v>-13.267</c:v>
                </c:pt>
                <c:pt idx="75">
                  <c:v>-13.358</c:v>
                </c:pt>
                <c:pt idx="76">
                  <c:v>-13.176</c:v>
                </c:pt>
                <c:pt idx="77">
                  <c:v>-13.365</c:v>
                </c:pt>
                <c:pt idx="78">
                  <c:v>-13.458</c:v>
                </c:pt>
                <c:pt idx="79">
                  <c:v>-13.586</c:v>
                </c:pt>
                <c:pt idx="80">
                  <c:v>-13.612</c:v>
                </c:pt>
                <c:pt idx="81">
                  <c:v>-13.633</c:v>
                </c:pt>
                <c:pt idx="82">
                  <c:v>-13.597</c:v>
                </c:pt>
                <c:pt idx="83">
                  <c:v>-13.543</c:v>
                </c:pt>
                <c:pt idx="84">
                  <c:v>-13.529</c:v>
                </c:pt>
                <c:pt idx="85">
                  <c:v>-13.546</c:v>
                </c:pt>
                <c:pt idx="86">
                  <c:v>-13.737</c:v>
                </c:pt>
                <c:pt idx="87">
                  <c:v>-13.942</c:v>
                </c:pt>
                <c:pt idx="88">
                  <c:v>-14.13</c:v>
                </c:pt>
                <c:pt idx="89">
                  <c:v>-14.208</c:v>
                </c:pt>
                <c:pt idx="90">
                  <c:v>-14.019</c:v>
                </c:pt>
                <c:pt idx="91">
                  <c:v>-13.562</c:v>
                </c:pt>
                <c:pt idx="92">
                  <c:v>-12.903</c:v>
                </c:pt>
                <c:pt idx="93">
                  <c:v>-12.033</c:v>
                </c:pt>
                <c:pt idx="94">
                  <c:v>-11.233</c:v>
                </c:pt>
                <c:pt idx="95">
                  <c:v>-11.365</c:v>
                </c:pt>
                <c:pt idx="96">
                  <c:v>-12.238</c:v>
                </c:pt>
                <c:pt idx="97">
                  <c:v>-13.699</c:v>
                </c:pt>
                <c:pt idx="98">
                  <c:v>-14.91</c:v>
                </c:pt>
                <c:pt idx="99">
                  <c:v>-15.294</c:v>
                </c:pt>
                <c:pt idx="100">
                  <c:v>-15.197</c:v>
                </c:pt>
                <c:pt idx="101">
                  <c:v>-14.972</c:v>
                </c:pt>
                <c:pt idx="102">
                  <c:v>-14.834</c:v>
                </c:pt>
                <c:pt idx="103">
                  <c:v>-12.267</c:v>
                </c:pt>
                <c:pt idx="104">
                  <c:v>-12.411</c:v>
                </c:pt>
                <c:pt idx="105">
                  <c:v>-12.598</c:v>
                </c:pt>
                <c:pt idx="106">
                  <c:v>-12.899000000000001</c:v>
                </c:pt>
                <c:pt idx="107">
                  <c:v>-13.224</c:v>
                </c:pt>
                <c:pt idx="108">
                  <c:v>-13.454</c:v>
                </c:pt>
                <c:pt idx="109">
                  <c:v>-13.579</c:v>
                </c:pt>
                <c:pt idx="110">
                  <c:v>-13.627</c:v>
                </c:pt>
                <c:pt idx="111">
                  <c:v>-13.579</c:v>
                </c:pt>
                <c:pt idx="112">
                  <c:v>-13.545</c:v>
                </c:pt>
                <c:pt idx="113">
                  <c:v>-13.453</c:v>
                </c:pt>
                <c:pt idx="114">
                  <c:v>-13.472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PIR(PUR) 준불연 N₂ #2</c:v>
                </c:pt>
              </c:strCache>
            </c:strRef>
          </c:tx>
          <c:spPr>
            <a:solidFill>
              <a:srgbClr val="008300"/>
            </a:solidFill>
            <a:ln w="15875" cap="flat">
              <a:solidFill>
                <a:srgbClr val="008300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Sheet1!$I$2:$I$116</c:f>
              <c:numCache>
                <c:formatCode>General</c:formatCode>
                <c:ptCount val="115"/>
                <c:pt idx="0">
                  <c:v>-13.53</c:v>
                </c:pt>
                <c:pt idx="1">
                  <c:v>-13.519</c:v>
                </c:pt>
                <c:pt idx="2">
                  <c:v>-13.509</c:v>
                </c:pt>
                <c:pt idx="3">
                  <c:v>-13.52</c:v>
                </c:pt>
                <c:pt idx="4">
                  <c:v>-13.51</c:v>
                </c:pt>
                <c:pt idx="5">
                  <c:v>-13.508</c:v>
                </c:pt>
                <c:pt idx="6">
                  <c:v>-13.493</c:v>
                </c:pt>
                <c:pt idx="7">
                  <c:v>-13.493</c:v>
                </c:pt>
                <c:pt idx="8">
                  <c:v>-13.504</c:v>
                </c:pt>
                <c:pt idx="9">
                  <c:v>-13.501</c:v>
                </c:pt>
                <c:pt idx="10">
                  <c:v>-13.493</c:v>
                </c:pt>
                <c:pt idx="11">
                  <c:v>-13.506</c:v>
                </c:pt>
                <c:pt idx="12">
                  <c:v>-13.504</c:v>
                </c:pt>
                <c:pt idx="13">
                  <c:v>-13.525</c:v>
                </c:pt>
                <c:pt idx="14">
                  <c:v>-13.506</c:v>
                </c:pt>
                <c:pt idx="15">
                  <c:v>-13.512</c:v>
                </c:pt>
                <c:pt idx="16">
                  <c:v>-13.539</c:v>
                </c:pt>
                <c:pt idx="17">
                  <c:v>-13.511</c:v>
                </c:pt>
                <c:pt idx="18">
                  <c:v>-13.474</c:v>
                </c:pt>
                <c:pt idx="19">
                  <c:v>-13.478</c:v>
                </c:pt>
                <c:pt idx="20">
                  <c:v>-13.443</c:v>
                </c:pt>
                <c:pt idx="21">
                  <c:v>-13.48</c:v>
                </c:pt>
                <c:pt idx="22">
                  <c:v>-13.482</c:v>
                </c:pt>
                <c:pt idx="23">
                  <c:v>-13.522</c:v>
                </c:pt>
                <c:pt idx="24">
                  <c:v>-13.525</c:v>
                </c:pt>
                <c:pt idx="25">
                  <c:v>-13.528</c:v>
                </c:pt>
                <c:pt idx="26">
                  <c:v>-13.52</c:v>
                </c:pt>
                <c:pt idx="27">
                  <c:v>-13.529</c:v>
                </c:pt>
                <c:pt idx="28">
                  <c:v>-13.498</c:v>
                </c:pt>
                <c:pt idx="29">
                  <c:v>-13.476</c:v>
                </c:pt>
                <c:pt idx="30">
                  <c:v>-13.487</c:v>
                </c:pt>
                <c:pt idx="31">
                  <c:v>-13.492</c:v>
                </c:pt>
                <c:pt idx="32">
                  <c:v>-13.526</c:v>
                </c:pt>
                <c:pt idx="33">
                  <c:v>-13.562</c:v>
                </c:pt>
                <c:pt idx="34">
                  <c:v>-13.548</c:v>
                </c:pt>
                <c:pt idx="35">
                  <c:v>-13.543</c:v>
                </c:pt>
                <c:pt idx="36">
                  <c:v>-13.538</c:v>
                </c:pt>
                <c:pt idx="37">
                  <c:v>-13.504</c:v>
                </c:pt>
                <c:pt idx="38">
                  <c:v>-13.451</c:v>
                </c:pt>
                <c:pt idx="39">
                  <c:v>-13.416</c:v>
                </c:pt>
                <c:pt idx="40">
                  <c:v>-13.424</c:v>
                </c:pt>
                <c:pt idx="41">
                  <c:v>-13.448</c:v>
                </c:pt>
                <c:pt idx="42">
                  <c:v>-13.506</c:v>
                </c:pt>
                <c:pt idx="43">
                  <c:v>-13.542</c:v>
                </c:pt>
                <c:pt idx="44">
                  <c:v>-13.557</c:v>
                </c:pt>
                <c:pt idx="45">
                  <c:v>-13.546</c:v>
                </c:pt>
                <c:pt idx="46">
                  <c:v>-13.521</c:v>
                </c:pt>
                <c:pt idx="47">
                  <c:v>-13.541</c:v>
                </c:pt>
                <c:pt idx="48">
                  <c:v>-13.522</c:v>
                </c:pt>
                <c:pt idx="49">
                  <c:v>-13.482</c:v>
                </c:pt>
                <c:pt idx="50">
                  <c:v>-13.441</c:v>
                </c:pt>
                <c:pt idx="51">
                  <c:v>-13.409</c:v>
                </c:pt>
                <c:pt idx="52">
                  <c:v>-13.479</c:v>
                </c:pt>
                <c:pt idx="53">
                  <c:v>-13.495</c:v>
                </c:pt>
                <c:pt idx="54">
                  <c:v>-13.467</c:v>
                </c:pt>
                <c:pt idx="55">
                  <c:v>-13.483</c:v>
                </c:pt>
                <c:pt idx="56">
                  <c:v>-13.523</c:v>
                </c:pt>
                <c:pt idx="57">
                  <c:v>-13.573</c:v>
                </c:pt>
                <c:pt idx="58">
                  <c:v>-13.56</c:v>
                </c:pt>
                <c:pt idx="59">
                  <c:v>-13.541</c:v>
                </c:pt>
                <c:pt idx="60">
                  <c:v>-13.557</c:v>
                </c:pt>
                <c:pt idx="61">
                  <c:v>-13.523</c:v>
                </c:pt>
                <c:pt idx="62">
                  <c:v>-13.477</c:v>
                </c:pt>
                <c:pt idx="63">
                  <c:v>-13.429</c:v>
                </c:pt>
                <c:pt idx="64">
                  <c:v>-13.429</c:v>
                </c:pt>
                <c:pt idx="65">
                  <c:v>-13.387</c:v>
                </c:pt>
                <c:pt idx="66">
                  <c:v>-13.387</c:v>
                </c:pt>
                <c:pt idx="67">
                  <c:v>-13.422</c:v>
                </c:pt>
                <c:pt idx="68">
                  <c:v>-13.456</c:v>
                </c:pt>
                <c:pt idx="69">
                  <c:v>-13.498</c:v>
                </c:pt>
                <c:pt idx="70">
                  <c:v>-13.552</c:v>
                </c:pt>
                <c:pt idx="71">
                  <c:v>-13.623</c:v>
                </c:pt>
                <c:pt idx="72">
                  <c:v>-13.708</c:v>
                </c:pt>
                <c:pt idx="73">
                  <c:v>-13.742</c:v>
                </c:pt>
                <c:pt idx="74">
                  <c:v>-13.535</c:v>
                </c:pt>
                <c:pt idx="75">
                  <c:v>-13.384</c:v>
                </c:pt>
                <c:pt idx="76">
                  <c:v>-13.347</c:v>
                </c:pt>
                <c:pt idx="77">
                  <c:v>-13.416</c:v>
                </c:pt>
                <c:pt idx="78">
                  <c:v>-13.465</c:v>
                </c:pt>
                <c:pt idx="79">
                  <c:v>-13.474</c:v>
                </c:pt>
                <c:pt idx="80">
                  <c:v>-13.508</c:v>
                </c:pt>
                <c:pt idx="81">
                  <c:v>-13.554</c:v>
                </c:pt>
                <c:pt idx="82">
                  <c:v>-13.532</c:v>
                </c:pt>
                <c:pt idx="83">
                  <c:v>-13.487</c:v>
                </c:pt>
                <c:pt idx="84">
                  <c:v>-13.492</c:v>
                </c:pt>
                <c:pt idx="85">
                  <c:v>-13.455</c:v>
                </c:pt>
                <c:pt idx="86">
                  <c:v>-13.472</c:v>
                </c:pt>
                <c:pt idx="87">
                  <c:v>-13.461</c:v>
                </c:pt>
                <c:pt idx="88">
                  <c:v>-13.497</c:v>
                </c:pt>
                <c:pt idx="89">
                  <c:v>-13.552</c:v>
                </c:pt>
                <c:pt idx="90">
                  <c:v>-13.58</c:v>
                </c:pt>
                <c:pt idx="91">
                  <c:v>-13.546</c:v>
                </c:pt>
                <c:pt idx="92">
                  <c:v>-13.55</c:v>
                </c:pt>
                <c:pt idx="93">
                  <c:v>-13.511</c:v>
                </c:pt>
                <c:pt idx="94">
                  <c:v>-13.532</c:v>
                </c:pt>
                <c:pt idx="95">
                  <c:v>-13.552</c:v>
                </c:pt>
                <c:pt idx="96">
                  <c:v>-13.565</c:v>
                </c:pt>
                <c:pt idx="97">
                  <c:v>-13.596</c:v>
                </c:pt>
                <c:pt idx="98">
                  <c:v>-13.607</c:v>
                </c:pt>
                <c:pt idx="99">
                  <c:v>-13.563</c:v>
                </c:pt>
                <c:pt idx="100">
                  <c:v>-13.487</c:v>
                </c:pt>
                <c:pt idx="101">
                  <c:v>-13.493</c:v>
                </c:pt>
                <c:pt idx="102">
                  <c:v>-13.456</c:v>
                </c:pt>
                <c:pt idx="103">
                  <c:v>-13.429</c:v>
                </c:pt>
                <c:pt idx="104">
                  <c:v>-13.443</c:v>
                </c:pt>
                <c:pt idx="105">
                  <c:v>-13.528</c:v>
                </c:pt>
                <c:pt idx="106">
                  <c:v>-13.576</c:v>
                </c:pt>
                <c:pt idx="107">
                  <c:v>-13.678</c:v>
                </c:pt>
                <c:pt idx="108">
                  <c:v>-13.167</c:v>
                </c:pt>
                <c:pt idx="109">
                  <c:v>-13.274</c:v>
                </c:pt>
                <c:pt idx="110">
                  <c:v>-13.416</c:v>
                </c:pt>
                <c:pt idx="111">
                  <c:v>-13.398</c:v>
                </c:pt>
                <c:pt idx="112">
                  <c:v>-13.276</c:v>
                </c:pt>
                <c:pt idx="113">
                  <c:v>-13.161</c:v>
                </c:pt>
                <c:pt idx="114">
                  <c:v>-13.065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PF 준불연 외부용 N₂ #1</c:v>
                </c:pt>
              </c:strCache>
            </c:strRef>
          </c:tx>
          <c:spPr>
            <a:solidFill>
              <a:srgbClr val="2A78D6"/>
            </a:solidFill>
            <a:ln w="1587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Sheet1!$J$2:$J$116</c:f>
              <c:numCache>
                <c:formatCode>General</c:formatCode>
                <c:ptCount val="115"/>
                <c:pt idx="0">
                  <c:v>-18.014</c:v>
                </c:pt>
                <c:pt idx="1">
                  <c:v>-18.028</c:v>
                </c:pt>
                <c:pt idx="2">
                  <c:v>-18.013</c:v>
                </c:pt>
                <c:pt idx="3">
                  <c:v>-18.037</c:v>
                </c:pt>
                <c:pt idx="4">
                  <c:v>-18.017</c:v>
                </c:pt>
                <c:pt idx="5">
                  <c:v>-18.028</c:v>
                </c:pt>
                <c:pt idx="6">
                  <c:v>-17.997</c:v>
                </c:pt>
                <c:pt idx="7">
                  <c:v>-18.001</c:v>
                </c:pt>
                <c:pt idx="8">
                  <c:v>-17.98</c:v>
                </c:pt>
                <c:pt idx="9">
                  <c:v>-17.992</c:v>
                </c:pt>
                <c:pt idx="10">
                  <c:v>-17.978</c:v>
                </c:pt>
                <c:pt idx="11">
                  <c:v>-17.981</c:v>
                </c:pt>
                <c:pt idx="12">
                  <c:v>-17.985</c:v>
                </c:pt>
                <c:pt idx="13">
                  <c:v>-17.987</c:v>
                </c:pt>
                <c:pt idx="14">
                  <c:v>-18.007</c:v>
                </c:pt>
                <c:pt idx="15">
                  <c:v>-18.015</c:v>
                </c:pt>
                <c:pt idx="16">
                  <c:v>-18.009</c:v>
                </c:pt>
                <c:pt idx="17">
                  <c:v>-18</c:v>
                </c:pt>
                <c:pt idx="18">
                  <c:v>-17.997</c:v>
                </c:pt>
                <c:pt idx="19">
                  <c:v>-18.023</c:v>
                </c:pt>
                <c:pt idx="20">
                  <c:v>-18.045</c:v>
                </c:pt>
                <c:pt idx="21">
                  <c:v>-18.096</c:v>
                </c:pt>
                <c:pt idx="22">
                  <c:v>-18.039</c:v>
                </c:pt>
                <c:pt idx="23">
                  <c:v>-17.917</c:v>
                </c:pt>
                <c:pt idx="24">
                  <c:v>-17.912</c:v>
                </c:pt>
                <c:pt idx="25">
                  <c:v>-17.928</c:v>
                </c:pt>
                <c:pt idx="26">
                  <c:v>-17.95</c:v>
                </c:pt>
                <c:pt idx="27">
                  <c:v>-18.001</c:v>
                </c:pt>
                <c:pt idx="28">
                  <c:v>-18.004</c:v>
                </c:pt>
                <c:pt idx="29">
                  <c:v>-18.017</c:v>
                </c:pt>
                <c:pt idx="30">
                  <c:v>-18.019</c:v>
                </c:pt>
                <c:pt idx="31">
                  <c:v>-18.024</c:v>
                </c:pt>
                <c:pt idx="32">
                  <c:v>-18.032</c:v>
                </c:pt>
                <c:pt idx="33">
                  <c:v>-18.02</c:v>
                </c:pt>
                <c:pt idx="34">
                  <c:v>-18.008</c:v>
                </c:pt>
                <c:pt idx="35">
                  <c:v>-18.011</c:v>
                </c:pt>
                <c:pt idx="36">
                  <c:v>-17.974</c:v>
                </c:pt>
                <c:pt idx="37">
                  <c:v>-18.01</c:v>
                </c:pt>
                <c:pt idx="38">
                  <c:v>-17.983</c:v>
                </c:pt>
                <c:pt idx="39">
                  <c:v>-17.982</c:v>
                </c:pt>
                <c:pt idx="40">
                  <c:v>-17.982</c:v>
                </c:pt>
                <c:pt idx="41">
                  <c:v>-18.008</c:v>
                </c:pt>
                <c:pt idx="42">
                  <c:v>-18.007</c:v>
                </c:pt>
                <c:pt idx="43">
                  <c:v>-18.065</c:v>
                </c:pt>
                <c:pt idx="44">
                  <c:v>-18.063</c:v>
                </c:pt>
                <c:pt idx="45">
                  <c:v>-18.029</c:v>
                </c:pt>
                <c:pt idx="46">
                  <c:v>-18.027</c:v>
                </c:pt>
                <c:pt idx="47">
                  <c:v>-18.035</c:v>
                </c:pt>
                <c:pt idx="48">
                  <c:v>-18.016</c:v>
                </c:pt>
                <c:pt idx="49">
                  <c:v>-17.965</c:v>
                </c:pt>
                <c:pt idx="50">
                  <c:v>-17.914</c:v>
                </c:pt>
                <c:pt idx="51">
                  <c:v>-17.885</c:v>
                </c:pt>
                <c:pt idx="52">
                  <c:v>-17.944</c:v>
                </c:pt>
                <c:pt idx="53">
                  <c:v>-17.931</c:v>
                </c:pt>
                <c:pt idx="54">
                  <c:v>-17.971</c:v>
                </c:pt>
                <c:pt idx="55">
                  <c:v>-18.008</c:v>
                </c:pt>
                <c:pt idx="56">
                  <c:v>-18.062</c:v>
                </c:pt>
                <c:pt idx="57">
                  <c:v>-18.102</c:v>
                </c:pt>
                <c:pt idx="58">
                  <c:v>-18.109</c:v>
                </c:pt>
                <c:pt idx="59">
                  <c:v>-18.084</c:v>
                </c:pt>
                <c:pt idx="60">
                  <c:v>-18.031</c:v>
                </c:pt>
                <c:pt idx="61">
                  <c:v>-18.018</c:v>
                </c:pt>
                <c:pt idx="62">
                  <c:v>-17.997</c:v>
                </c:pt>
                <c:pt idx="63">
                  <c:v>-17.997</c:v>
                </c:pt>
                <c:pt idx="64">
                  <c:v>-18.01</c:v>
                </c:pt>
                <c:pt idx="65">
                  <c:v>-17.999</c:v>
                </c:pt>
                <c:pt idx="66">
                  <c:v>-17.964</c:v>
                </c:pt>
                <c:pt idx="67">
                  <c:v>-17.934</c:v>
                </c:pt>
                <c:pt idx="68">
                  <c:v>-17.911</c:v>
                </c:pt>
                <c:pt idx="69">
                  <c:v>-17.891</c:v>
                </c:pt>
                <c:pt idx="70">
                  <c:v>-17.904</c:v>
                </c:pt>
                <c:pt idx="71">
                  <c:v>-17.952</c:v>
                </c:pt>
                <c:pt idx="72">
                  <c:v>-18.004</c:v>
                </c:pt>
                <c:pt idx="73">
                  <c:v>-18.038</c:v>
                </c:pt>
                <c:pt idx="74">
                  <c:v>-18.079</c:v>
                </c:pt>
                <c:pt idx="75">
                  <c:v>-18.067</c:v>
                </c:pt>
                <c:pt idx="76">
                  <c:v>-18.065</c:v>
                </c:pt>
                <c:pt idx="77">
                  <c:v>-18.059</c:v>
                </c:pt>
                <c:pt idx="78">
                  <c:v>-18.061</c:v>
                </c:pt>
                <c:pt idx="79">
                  <c:v>-18.043</c:v>
                </c:pt>
                <c:pt idx="80">
                  <c:v>-18.044</c:v>
                </c:pt>
                <c:pt idx="81">
                  <c:v>-18.01</c:v>
                </c:pt>
                <c:pt idx="82">
                  <c:v>-17.98</c:v>
                </c:pt>
                <c:pt idx="83">
                  <c:v>-17.959</c:v>
                </c:pt>
                <c:pt idx="84">
                  <c:v>-17.903</c:v>
                </c:pt>
                <c:pt idx="85">
                  <c:v>-17.938</c:v>
                </c:pt>
                <c:pt idx="86">
                  <c:v>-17.947</c:v>
                </c:pt>
                <c:pt idx="87">
                  <c:v>-17.985</c:v>
                </c:pt>
                <c:pt idx="88">
                  <c:v>-17.992</c:v>
                </c:pt>
                <c:pt idx="89">
                  <c:v>-17.957</c:v>
                </c:pt>
                <c:pt idx="90">
                  <c:v>-17.991</c:v>
                </c:pt>
                <c:pt idx="91">
                  <c:v>-18.011</c:v>
                </c:pt>
                <c:pt idx="92">
                  <c:v>-18.037</c:v>
                </c:pt>
                <c:pt idx="93">
                  <c:v>-18.047</c:v>
                </c:pt>
                <c:pt idx="94">
                  <c:v>-18.084</c:v>
                </c:pt>
                <c:pt idx="95">
                  <c:v>-18.079</c:v>
                </c:pt>
                <c:pt idx="96">
                  <c:v>-18.124</c:v>
                </c:pt>
                <c:pt idx="97">
                  <c:v>-18.046</c:v>
                </c:pt>
                <c:pt idx="98">
                  <c:v>-17.981</c:v>
                </c:pt>
                <c:pt idx="99">
                  <c:v>-17.982</c:v>
                </c:pt>
                <c:pt idx="100">
                  <c:v>-18.045</c:v>
                </c:pt>
                <c:pt idx="101">
                  <c:v>-18.042</c:v>
                </c:pt>
                <c:pt idx="102">
                  <c:v>-18.014</c:v>
                </c:pt>
                <c:pt idx="103">
                  <c:v>-17.997</c:v>
                </c:pt>
                <c:pt idx="104">
                  <c:v>-17.986</c:v>
                </c:pt>
                <c:pt idx="105">
                  <c:v>-17.977</c:v>
                </c:pt>
                <c:pt idx="106">
                  <c:v>-17.971</c:v>
                </c:pt>
                <c:pt idx="107">
                  <c:v>-17.846</c:v>
                </c:pt>
                <c:pt idx="108">
                  <c:v>-17.812</c:v>
                </c:pt>
                <c:pt idx="109">
                  <c:v>-17.822</c:v>
                </c:pt>
                <c:pt idx="110">
                  <c:v>-17.849</c:v>
                </c:pt>
                <c:pt idx="111">
                  <c:v>-17.933</c:v>
                </c:pt>
                <c:pt idx="112">
                  <c:v>-18.006</c:v>
                </c:pt>
                <c:pt idx="113">
                  <c:v>-18.141</c:v>
                </c:pt>
                <c:pt idx="114">
                  <c:v>-18.13</c:v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PF 준불연 외부용 N₂ #2</c:v>
                </c:pt>
              </c:strCache>
            </c:strRef>
          </c:tx>
          <c:spPr>
            <a:solidFill>
              <a:srgbClr val="2A78D6"/>
            </a:solidFill>
            <a:ln w="15875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Sheet1!$K$2:$K$116</c:f>
              <c:numCache>
                <c:formatCode>General</c:formatCode>
                <c:ptCount val="115"/>
                <c:pt idx="0">
                  <c:v>-18.016</c:v>
                </c:pt>
                <c:pt idx="1">
                  <c:v>-18.026</c:v>
                </c:pt>
                <c:pt idx="2">
                  <c:v>-18.023</c:v>
                </c:pt>
                <c:pt idx="3">
                  <c:v>-18.024</c:v>
                </c:pt>
                <c:pt idx="4">
                  <c:v>-18.034</c:v>
                </c:pt>
                <c:pt idx="5">
                  <c:v>-18.005</c:v>
                </c:pt>
                <c:pt idx="6">
                  <c:v>-18.018</c:v>
                </c:pt>
                <c:pt idx="7">
                  <c:v>-17.992</c:v>
                </c:pt>
                <c:pt idx="8">
                  <c:v>-17.992</c:v>
                </c:pt>
                <c:pt idx="9">
                  <c:v>-18</c:v>
                </c:pt>
                <c:pt idx="10">
                  <c:v>-17.987</c:v>
                </c:pt>
                <c:pt idx="11">
                  <c:v>-18.002</c:v>
                </c:pt>
                <c:pt idx="12">
                  <c:v>-17.984</c:v>
                </c:pt>
                <c:pt idx="13">
                  <c:v>-18.013</c:v>
                </c:pt>
                <c:pt idx="14">
                  <c:v>-18.025</c:v>
                </c:pt>
                <c:pt idx="15">
                  <c:v>-18.038</c:v>
                </c:pt>
                <c:pt idx="16">
                  <c:v>-18.045</c:v>
                </c:pt>
                <c:pt idx="17">
                  <c:v>-17.987</c:v>
                </c:pt>
                <c:pt idx="18">
                  <c:v>-17.972</c:v>
                </c:pt>
                <c:pt idx="19">
                  <c:v>-17.968</c:v>
                </c:pt>
                <c:pt idx="20">
                  <c:v>-17.973</c:v>
                </c:pt>
                <c:pt idx="21">
                  <c:v>-17.984</c:v>
                </c:pt>
                <c:pt idx="22">
                  <c:v>-17.987</c:v>
                </c:pt>
                <c:pt idx="23">
                  <c:v>-18.003</c:v>
                </c:pt>
                <c:pt idx="24">
                  <c:v>-18.013</c:v>
                </c:pt>
                <c:pt idx="25">
                  <c:v>-18.032</c:v>
                </c:pt>
                <c:pt idx="26">
                  <c:v>-18.024</c:v>
                </c:pt>
                <c:pt idx="27">
                  <c:v>-18.027</c:v>
                </c:pt>
                <c:pt idx="28">
                  <c:v>-18.025</c:v>
                </c:pt>
                <c:pt idx="29">
                  <c:v>-18.029</c:v>
                </c:pt>
                <c:pt idx="30">
                  <c:v>-17.994</c:v>
                </c:pt>
                <c:pt idx="31">
                  <c:v>-17.988</c:v>
                </c:pt>
                <c:pt idx="32">
                  <c:v>-17.973</c:v>
                </c:pt>
                <c:pt idx="33">
                  <c:v>-17.985</c:v>
                </c:pt>
                <c:pt idx="34">
                  <c:v>-17.98</c:v>
                </c:pt>
                <c:pt idx="35">
                  <c:v>-17.986</c:v>
                </c:pt>
                <c:pt idx="36">
                  <c:v>-17.99</c:v>
                </c:pt>
                <c:pt idx="37">
                  <c:v>-18.001</c:v>
                </c:pt>
                <c:pt idx="38">
                  <c:v>-17.977</c:v>
                </c:pt>
                <c:pt idx="39">
                  <c:v>-17.962</c:v>
                </c:pt>
                <c:pt idx="40">
                  <c:v>-17.966</c:v>
                </c:pt>
                <c:pt idx="41">
                  <c:v>-18.001</c:v>
                </c:pt>
                <c:pt idx="42">
                  <c:v>-18.056</c:v>
                </c:pt>
                <c:pt idx="43">
                  <c:v>-18.061</c:v>
                </c:pt>
                <c:pt idx="44">
                  <c:v>-18.069</c:v>
                </c:pt>
                <c:pt idx="45">
                  <c:v>-18.068</c:v>
                </c:pt>
                <c:pt idx="46">
                  <c:v>-18.057</c:v>
                </c:pt>
                <c:pt idx="47">
                  <c:v>-17.995</c:v>
                </c:pt>
                <c:pt idx="48">
                  <c:v>-17.963</c:v>
                </c:pt>
                <c:pt idx="49">
                  <c:v>-17.933</c:v>
                </c:pt>
                <c:pt idx="50">
                  <c:v>-17.888</c:v>
                </c:pt>
                <c:pt idx="51">
                  <c:v>-17.89</c:v>
                </c:pt>
                <c:pt idx="52">
                  <c:v>-17.933</c:v>
                </c:pt>
                <c:pt idx="53">
                  <c:v>-17.949</c:v>
                </c:pt>
                <c:pt idx="54">
                  <c:v>-17.968</c:v>
                </c:pt>
                <c:pt idx="55">
                  <c:v>-17.99</c:v>
                </c:pt>
                <c:pt idx="56">
                  <c:v>-18.068</c:v>
                </c:pt>
                <c:pt idx="57">
                  <c:v>-18.09</c:v>
                </c:pt>
                <c:pt idx="58">
                  <c:v>-18.112</c:v>
                </c:pt>
                <c:pt idx="59">
                  <c:v>-18.103</c:v>
                </c:pt>
                <c:pt idx="60">
                  <c:v>-18.02</c:v>
                </c:pt>
                <c:pt idx="61">
                  <c:v>-17.955</c:v>
                </c:pt>
                <c:pt idx="62">
                  <c:v>-17.992</c:v>
                </c:pt>
                <c:pt idx="63">
                  <c:v>-18.032</c:v>
                </c:pt>
                <c:pt idx="64">
                  <c:v>-18.052</c:v>
                </c:pt>
                <c:pt idx="65">
                  <c:v>-18.064</c:v>
                </c:pt>
                <c:pt idx="66">
                  <c:v>-18.011</c:v>
                </c:pt>
                <c:pt idx="67">
                  <c:v>-17.955</c:v>
                </c:pt>
                <c:pt idx="68">
                  <c:v>-17.907</c:v>
                </c:pt>
                <c:pt idx="69">
                  <c:v>-17.876</c:v>
                </c:pt>
                <c:pt idx="70">
                  <c:v>-17.906</c:v>
                </c:pt>
                <c:pt idx="71">
                  <c:v>-17.938</c:v>
                </c:pt>
                <c:pt idx="72">
                  <c:v>-17.972</c:v>
                </c:pt>
                <c:pt idx="73">
                  <c:v>-18.022</c:v>
                </c:pt>
                <c:pt idx="74">
                  <c:v>-18.025</c:v>
                </c:pt>
                <c:pt idx="75">
                  <c:v>-18.043</c:v>
                </c:pt>
                <c:pt idx="76">
                  <c:v>-18.002</c:v>
                </c:pt>
                <c:pt idx="77">
                  <c:v>-17.989</c:v>
                </c:pt>
                <c:pt idx="78">
                  <c:v>-18.012</c:v>
                </c:pt>
                <c:pt idx="79">
                  <c:v>-18.03</c:v>
                </c:pt>
                <c:pt idx="80">
                  <c:v>-18.055</c:v>
                </c:pt>
                <c:pt idx="81">
                  <c:v>-18.023</c:v>
                </c:pt>
                <c:pt idx="82">
                  <c:v>-17.929</c:v>
                </c:pt>
                <c:pt idx="83">
                  <c:v>-17.992</c:v>
                </c:pt>
                <c:pt idx="84">
                  <c:v>-18.142</c:v>
                </c:pt>
                <c:pt idx="85">
                  <c:v>-18.206</c:v>
                </c:pt>
                <c:pt idx="86">
                  <c:v>-17.929</c:v>
                </c:pt>
                <c:pt idx="87">
                  <c:v>-17.869</c:v>
                </c:pt>
                <c:pt idx="88">
                  <c:v>-17.892</c:v>
                </c:pt>
                <c:pt idx="89">
                  <c:v>-17.947</c:v>
                </c:pt>
                <c:pt idx="90">
                  <c:v>-17.964</c:v>
                </c:pt>
                <c:pt idx="91">
                  <c:v>-18.017</c:v>
                </c:pt>
                <c:pt idx="92">
                  <c:v>-18.054</c:v>
                </c:pt>
                <c:pt idx="93">
                  <c:v>-17.991</c:v>
                </c:pt>
                <c:pt idx="94">
                  <c:v>-17.96</c:v>
                </c:pt>
                <c:pt idx="95">
                  <c:v>-17.938</c:v>
                </c:pt>
                <c:pt idx="96">
                  <c:v>-18.043</c:v>
                </c:pt>
                <c:pt idx="97">
                  <c:v>-18.078</c:v>
                </c:pt>
                <c:pt idx="98">
                  <c:v>-18.11</c:v>
                </c:pt>
                <c:pt idx="99">
                  <c:v>-18.14</c:v>
                </c:pt>
                <c:pt idx="100">
                  <c:v>-18.164</c:v>
                </c:pt>
                <c:pt idx="101">
                  <c:v>-18.075</c:v>
                </c:pt>
                <c:pt idx="102">
                  <c:v>-18.043</c:v>
                </c:pt>
                <c:pt idx="103">
                  <c:v>-18.042</c:v>
                </c:pt>
                <c:pt idx="104">
                  <c:v>-17.962</c:v>
                </c:pt>
                <c:pt idx="105">
                  <c:v>-17.869</c:v>
                </c:pt>
                <c:pt idx="106">
                  <c:v>-17.841</c:v>
                </c:pt>
                <c:pt idx="107">
                  <c:v>-17.802</c:v>
                </c:pt>
                <c:pt idx="108">
                  <c:v>-17.84</c:v>
                </c:pt>
                <c:pt idx="109">
                  <c:v>-17.881</c:v>
                </c:pt>
                <c:pt idx="110">
                  <c:v>-17.91</c:v>
                </c:pt>
                <c:pt idx="111">
                  <c:v>-17.912</c:v>
                </c:pt>
                <c:pt idx="112">
                  <c:v>-18.028</c:v>
                </c:pt>
                <c:pt idx="113">
                  <c:v>-18.061</c:v>
                </c:pt>
                <c:pt idx="114">
                  <c:v>-18.011</c:v>
                </c:pt>
              </c:numCache>
            </c:numRef>
          </c:y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PF 준불연 내부용 N₂ #1</c:v>
                </c:pt>
              </c:strCache>
            </c:strRef>
          </c:tx>
          <c:spPr>
            <a:solidFill>
              <a:srgbClr val="E34948"/>
            </a:solidFill>
            <a:ln w="1587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Sheet1!$L$2:$L$116</c:f>
              <c:numCache>
                <c:formatCode>General</c:formatCode>
                <c:ptCount val="115"/>
                <c:pt idx="0">
                  <c:v>-22.505</c:v>
                </c:pt>
                <c:pt idx="1">
                  <c:v>-22.527</c:v>
                </c:pt>
                <c:pt idx="2">
                  <c:v>-22.529</c:v>
                </c:pt>
                <c:pt idx="3">
                  <c:v>-22.553</c:v>
                </c:pt>
                <c:pt idx="4">
                  <c:v>-22.525</c:v>
                </c:pt>
                <c:pt idx="5">
                  <c:v>-22.528</c:v>
                </c:pt>
                <c:pt idx="6">
                  <c:v>-22.504</c:v>
                </c:pt>
                <c:pt idx="7">
                  <c:v>-22.49</c:v>
                </c:pt>
                <c:pt idx="8">
                  <c:v>-22.465</c:v>
                </c:pt>
                <c:pt idx="9">
                  <c:v>-22.472</c:v>
                </c:pt>
                <c:pt idx="10">
                  <c:v>-22.489</c:v>
                </c:pt>
                <c:pt idx="11">
                  <c:v>-22.565</c:v>
                </c:pt>
                <c:pt idx="12">
                  <c:v>-22.613</c:v>
                </c:pt>
                <c:pt idx="13">
                  <c:v>-22.603</c:v>
                </c:pt>
                <c:pt idx="14">
                  <c:v>-22.575</c:v>
                </c:pt>
                <c:pt idx="15">
                  <c:v>-22.544</c:v>
                </c:pt>
                <c:pt idx="16">
                  <c:v>-22.487</c:v>
                </c:pt>
                <c:pt idx="17">
                  <c:v>-22.32</c:v>
                </c:pt>
                <c:pt idx="18">
                  <c:v>-22.135</c:v>
                </c:pt>
                <c:pt idx="19">
                  <c:v>-22.01</c:v>
                </c:pt>
                <c:pt idx="20">
                  <c:v>-22.2</c:v>
                </c:pt>
                <c:pt idx="21">
                  <c:v>-23.004</c:v>
                </c:pt>
                <c:pt idx="22">
                  <c:v>-22.614</c:v>
                </c:pt>
                <c:pt idx="23">
                  <c:v>-22.692</c:v>
                </c:pt>
                <c:pt idx="24">
                  <c:v>-22.669</c:v>
                </c:pt>
                <c:pt idx="25">
                  <c:v>-22.729</c:v>
                </c:pt>
                <c:pt idx="26">
                  <c:v>-22.643</c:v>
                </c:pt>
                <c:pt idx="27">
                  <c:v>-22.451</c:v>
                </c:pt>
                <c:pt idx="28">
                  <c:v>-22.374</c:v>
                </c:pt>
                <c:pt idx="29">
                  <c:v>-22.314</c:v>
                </c:pt>
                <c:pt idx="30">
                  <c:v>-22.399</c:v>
                </c:pt>
                <c:pt idx="31">
                  <c:v>-22.425</c:v>
                </c:pt>
                <c:pt idx="32">
                  <c:v>-22.45</c:v>
                </c:pt>
                <c:pt idx="33">
                  <c:v>-22.503</c:v>
                </c:pt>
                <c:pt idx="34">
                  <c:v>-22.505</c:v>
                </c:pt>
                <c:pt idx="35">
                  <c:v>-22.52</c:v>
                </c:pt>
                <c:pt idx="36">
                  <c:v>-22.528</c:v>
                </c:pt>
                <c:pt idx="37">
                  <c:v>-22.528</c:v>
                </c:pt>
                <c:pt idx="38">
                  <c:v>-22.509</c:v>
                </c:pt>
                <c:pt idx="39">
                  <c:v>-22.493</c:v>
                </c:pt>
                <c:pt idx="40">
                  <c:v>-22.498</c:v>
                </c:pt>
                <c:pt idx="41">
                  <c:v>-22.493</c:v>
                </c:pt>
                <c:pt idx="42">
                  <c:v>-22.506</c:v>
                </c:pt>
                <c:pt idx="43">
                  <c:v>-22.518</c:v>
                </c:pt>
                <c:pt idx="44">
                  <c:v>-22.497</c:v>
                </c:pt>
                <c:pt idx="45">
                  <c:v>-22.48</c:v>
                </c:pt>
                <c:pt idx="46">
                  <c:v>-22.488</c:v>
                </c:pt>
                <c:pt idx="47">
                  <c:v>-22.501</c:v>
                </c:pt>
                <c:pt idx="48">
                  <c:v>-22.508</c:v>
                </c:pt>
                <c:pt idx="49">
                  <c:v>-22.488</c:v>
                </c:pt>
                <c:pt idx="50">
                  <c:v>-22.472</c:v>
                </c:pt>
                <c:pt idx="51">
                  <c:v>-22.488</c:v>
                </c:pt>
                <c:pt idx="52">
                  <c:v>-22.475</c:v>
                </c:pt>
                <c:pt idx="53">
                  <c:v>-22.515</c:v>
                </c:pt>
                <c:pt idx="54">
                  <c:v>-22.54</c:v>
                </c:pt>
                <c:pt idx="55">
                  <c:v>-22.536</c:v>
                </c:pt>
                <c:pt idx="56">
                  <c:v>-22.548</c:v>
                </c:pt>
                <c:pt idx="57">
                  <c:v>-22.543</c:v>
                </c:pt>
                <c:pt idx="58">
                  <c:v>-22.513</c:v>
                </c:pt>
                <c:pt idx="59">
                  <c:v>-22.485</c:v>
                </c:pt>
                <c:pt idx="60">
                  <c:v>-22.447</c:v>
                </c:pt>
                <c:pt idx="61">
                  <c:v>-22.384</c:v>
                </c:pt>
                <c:pt idx="62">
                  <c:v>-22.36</c:v>
                </c:pt>
                <c:pt idx="63">
                  <c:v>-22.376</c:v>
                </c:pt>
                <c:pt idx="64">
                  <c:v>-22.377</c:v>
                </c:pt>
                <c:pt idx="65">
                  <c:v>-22.432</c:v>
                </c:pt>
                <c:pt idx="66">
                  <c:v>-22.493</c:v>
                </c:pt>
                <c:pt idx="67">
                  <c:v>-22.608</c:v>
                </c:pt>
                <c:pt idx="68">
                  <c:v>-22.746</c:v>
                </c:pt>
                <c:pt idx="69">
                  <c:v>-22.98</c:v>
                </c:pt>
                <c:pt idx="70">
                  <c:v>-22.745</c:v>
                </c:pt>
                <c:pt idx="71">
                  <c:v>-22.195</c:v>
                </c:pt>
                <c:pt idx="72">
                  <c:v>-22.254</c:v>
                </c:pt>
                <c:pt idx="73">
                  <c:v>-22.323</c:v>
                </c:pt>
                <c:pt idx="74">
                  <c:v>-22.361</c:v>
                </c:pt>
                <c:pt idx="75">
                  <c:v>-22.449</c:v>
                </c:pt>
                <c:pt idx="76">
                  <c:v>-22.58</c:v>
                </c:pt>
                <c:pt idx="77">
                  <c:v>-22.645</c:v>
                </c:pt>
                <c:pt idx="78">
                  <c:v>-22.696</c:v>
                </c:pt>
                <c:pt idx="79">
                  <c:v>-22.693</c:v>
                </c:pt>
                <c:pt idx="80">
                  <c:v>-22.603</c:v>
                </c:pt>
                <c:pt idx="81">
                  <c:v>-22.584</c:v>
                </c:pt>
                <c:pt idx="82">
                  <c:v>-22.48</c:v>
                </c:pt>
                <c:pt idx="83">
                  <c:v>-22.374</c:v>
                </c:pt>
                <c:pt idx="84">
                  <c:v>-22.342</c:v>
                </c:pt>
                <c:pt idx="85">
                  <c:v>-22.369</c:v>
                </c:pt>
                <c:pt idx="86">
                  <c:v>-22.393</c:v>
                </c:pt>
                <c:pt idx="87">
                  <c:v>-22.436</c:v>
                </c:pt>
                <c:pt idx="88">
                  <c:v>-22.424</c:v>
                </c:pt>
                <c:pt idx="89">
                  <c:v>-22.418</c:v>
                </c:pt>
                <c:pt idx="90">
                  <c:v>-22.42</c:v>
                </c:pt>
                <c:pt idx="91">
                  <c:v>-22.476</c:v>
                </c:pt>
                <c:pt idx="92">
                  <c:v>-22.507</c:v>
                </c:pt>
                <c:pt idx="93">
                  <c:v>-22.615</c:v>
                </c:pt>
                <c:pt idx="94">
                  <c:v>-22.788</c:v>
                </c:pt>
                <c:pt idx="95">
                  <c:v>-23.019</c:v>
                </c:pt>
                <c:pt idx="96">
                  <c:v>-23.095</c:v>
                </c:pt>
                <c:pt idx="97">
                  <c:v>-22.693</c:v>
                </c:pt>
                <c:pt idx="98">
                  <c:v>-22.45</c:v>
                </c:pt>
                <c:pt idx="99">
                  <c:v>-22.042</c:v>
                </c:pt>
                <c:pt idx="100">
                  <c:v>-21.987</c:v>
                </c:pt>
                <c:pt idx="101">
                  <c:v>-21.904</c:v>
                </c:pt>
                <c:pt idx="102">
                  <c:v>-22.154</c:v>
                </c:pt>
                <c:pt idx="103">
                  <c:v>-22.518</c:v>
                </c:pt>
                <c:pt idx="104">
                  <c:v>-22.841</c:v>
                </c:pt>
                <c:pt idx="105">
                  <c:v>-23.015</c:v>
                </c:pt>
                <c:pt idx="106">
                  <c:v>-22.946</c:v>
                </c:pt>
                <c:pt idx="107">
                  <c:v>-22.674</c:v>
                </c:pt>
                <c:pt idx="108">
                  <c:v>-22.522</c:v>
                </c:pt>
                <c:pt idx="109">
                  <c:v>-22.333</c:v>
                </c:pt>
                <c:pt idx="110">
                  <c:v>-22.152</c:v>
                </c:pt>
                <c:pt idx="111">
                  <c:v>-22.086</c:v>
                </c:pt>
                <c:pt idx="112">
                  <c:v>-22.237</c:v>
                </c:pt>
                <c:pt idx="113">
                  <c:v>-22.46</c:v>
                </c:pt>
                <c:pt idx="114">
                  <c:v>-22.604</c:v>
                </c:pt>
              </c:numCache>
            </c:numRef>
          </c:y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PF 준불연 내부용 N₂ #2</c:v>
                </c:pt>
              </c:strCache>
            </c:strRef>
          </c:tx>
          <c:spPr>
            <a:solidFill>
              <a:srgbClr val="E34948"/>
            </a:solidFill>
            <a:ln w="15875" cap="flat">
              <a:solidFill>
                <a:srgbClr val="E34948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Sheet1!$M$2:$M$116</c:f>
              <c:numCache>
                <c:formatCode>General</c:formatCode>
                <c:ptCount val="115"/>
                <c:pt idx="0">
                  <c:v>-22.535</c:v>
                </c:pt>
                <c:pt idx="1">
                  <c:v>-22.511</c:v>
                </c:pt>
                <c:pt idx="2">
                  <c:v>-22.418</c:v>
                </c:pt>
                <c:pt idx="3">
                  <c:v>-22.438</c:v>
                </c:pt>
                <c:pt idx="4">
                  <c:v>-22.471</c:v>
                </c:pt>
                <c:pt idx="5">
                  <c:v>-22.502</c:v>
                </c:pt>
                <c:pt idx="6">
                  <c:v>-22.507</c:v>
                </c:pt>
                <c:pt idx="7">
                  <c:v>-22.494</c:v>
                </c:pt>
                <c:pt idx="8">
                  <c:v>-22.512</c:v>
                </c:pt>
                <c:pt idx="9">
                  <c:v>-22.509</c:v>
                </c:pt>
                <c:pt idx="10">
                  <c:v>-22.494</c:v>
                </c:pt>
                <c:pt idx="11">
                  <c:v>-22.462</c:v>
                </c:pt>
                <c:pt idx="12">
                  <c:v>-22.459</c:v>
                </c:pt>
                <c:pt idx="13">
                  <c:v>-22.485</c:v>
                </c:pt>
                <c:pt idx="14">
                  <c:v>-22.51</c:v>
                </c:pt>
                <c:pt idx="15">
                  <c:v>-22.55</c:v>
                </c:pt>
                <c:pt idx="16">
                  <c:v>-22.569</c:v>
                </c:pt>
                <c:pt idx="17">
                  <c:v>-22.581</c:v>
                </c:pt>
                <c:pt idx="18">
                  <c:v>-22.571</c:v>
                </c:pt>
                <c:pt idx="19">
                  <c:v>-22.576</c:v>
                </c:pt>
                <c:pt idx="20">
                  <c:v>-22.408</c:v>
                </c:pt>
                <c:pt idx="21">
                  <c:v>-22.399</c:v>
                </c:pt>
                <c:pt idx="22">
                  <c:v>-22.426</c:v>
                </c:pt>
                <c:pt idx="23">
                  <c:v>-22.473</c:v>
                </c:pt>
                <c:pt idx="24">
                  <c:v>-22.524</c:v>
                </c:pt>
                <c:pt idx="25">
                  <c:v>-22.516</c:v>
                </c:pt>
                <c:pt idx="26">
                  <c:v>-22.503</c:v>
                </c:pt>
                <c:pt idx="27">
                  <c:v>-22.52</c:v>
                </c:pt>
                <c:pt idx="28">
                  <c:v>-22.53</c:v>
                </c:pt>
                <c:pt idx="29">
                  <c:v>-22.521</c:v>
                </c:pt>
                <c:pt idx="30">
                  <c:v>-22.49</c:v>
                </c:pt>
                <c:pt idx="31">
                  <c:v>-22.485</c:v>
                </c:pt>
                <c:pt idx="32">
                  <c:v>-22.488</c:v>
                </c:pt>
                <c:pt idx="33">
                  <c:v>-22.503</c:v>
                </c:pt>
                <c:pt idx="34">
                  <c:v>-22.501</c:v>
                </c:pt>
                <c:pt idx="35">
                  <c:v>-22.465</c:v>
                </c:pt>
                <c:pt idx="36">
                  <c:v>-22.485</c:v>
                </c:pt>
                <c:pt idx="37">
                  <c:v>-22.495</c:v>
                </c:pt>
                <c:pt idx="38">
                  <c:v>-22.508</c:v>
                </c:pt>
                <c:pt idx="39">
                  <c:v>-22.462</c:v>
                </c:pt>
                <c:pt idx="40">
                  <c:v>-22.507</c:v>
                </c:pt>
                <c:pt idx="41">
                  <c:v>-22.528</c:v>
                </c:pt>
                <c:pt idx="42">
                  <c:v>-22.53</c:v>
                </c:pt>
                <c:pt idx="43">
                  <c:v>-22.523</c:v>
                </c:pt>
                <c:pt idx="44">
                  <c:v>-22.488</c:v>
                </c:pt>
                <c:pt idx="45">
                  <c:v>-22.498</c:v>
                </c:pt>
                <c:pt idx="46">
                  <c:v>-22.505</c:v>
                </c:pt>
                <c:pt idx="47">
                  <c:v>-22.504</c:v>
                </c:pt>
                <c:pt idx="48">
                  <c:v>-22.503</c:v>
                </c:pt>
                <c:pt idx="49">
                  <c:v>-22.467</c:v>
                </c:pt>
                <c:pt idx="50">
                  <c:v>-22.455</c:v>
                </c:pt>
                <c:pt idx="51">
                  <c:v>-22.471</c:v>
                </c:pt>
                <c:pt idx="52">
                  <c:v>-22.473</c:v>
                </c:pt>
                <c:pt idx="53">
                  <c:v>-22.505</c:v>
                </c:pt>
                <c:pt idx="54">
                  <c:v>-22.499</c:v>
                </c:pt>
                <c:pt idx="55">
                  <c:v>-22.519</c:v>
                </c:pt>
                <c:pt idx="56">
                  <c:v>-22.53</c:v>
                </c:pt>
                <c:pt idx="57">
                  <c:v>-22.544</c:v>
                </c:pt>
                <c:pt idx="58">
                  <c:v>-22.507</c:v>
                </c:pt>
                <c:pt idx="59">
                  <c:v>-22.512</c:v>
                </c:pt>
                <c:pt idx="60">
                  <c:v>-22.485</c:v>
                </c:pt>
                <c:pt idx="61">
                  <c:v>-22.469</c:v>
                </c:pt>
                <c:pt idx="62">
                  <c:v>-22.459</c:v>
                </c:pt>
                <c:pt idx="63">
                  <c:v>-22.473</c:v>
                </c:pt>
                <c:pt idx="64">
                  <c:v>-22.437</c:v>
                </c:pt>
                <c:pt idx="65">
                  <c:v>-22.462</c:v>
                </c:pt>
                <c:pt idx="66">
                  <c:v>-22.481</c:v>
                </c:pt>
                <c:pt idx="67">
                  <c:v>-22.435</c:v>
                </c:pt>
                <c:pt idx="68">
                  <c:v>-22.443</c:v>
                </c:pt>
                <c:pt idx="69">
                  <c:v>-22.446</c:v>
                </c:pt>
                <c:pt idx="70">
                  <c:v>-22.511</c:v>
                </c:pt>
                <c:pt idx="71">
                  <c:v>-22.531</c:v>
                </c:pt>
                <c:pt idx="72">
                  <c:v>-22.568</c:v>
                </c:pt>
                <c:pt idx="73">
                  <c:v>-22.579</c:v>
                </c:pt>
                <c:pt idx="74">
                  <c:v>-22.575</c:v>
                </c:pt>
                <c:pt idx="75">
                  <c:v>-22.583</c:v>
                </c:pt>
                <c:pt idx="76">
                  <c:v>-22.561</c:v>
                </c:pt>
                <c:pt idx="77">
                  <c:v>-22.558</c:v>
                </c:pt>
                <c:pt idx="78">
                  <c:v>-22.566</c:v>
                </c:pt>
                <c:pt idx="79">
                  <c:v>-22.588</c:v>
                </c:pt>
                <c:pt idx="80">
                  <c:v>-22.57</c:v>
                </c:pt>
                <c:pt idx="81">
                  <c:v>-22.531</c:v>
                </c:pt>
                <c:pt idx="82">
                  <c:v>-22.486</c:v>
                </c:pt>
                <c:pt idx="83">
                  <c:v>-22.459</c:v>
                </c:pt>
                <c:pt idx="84">
                  <c:v>-22.41</c:v>
                </c:pt>
                <c:pt idx="85">
                  <c:v>-22.394</c:v>
                </c:pt>
                <c:pt idx="86">
                  <c:v>-22.427</c:v>
                </c:pt>
                <c:pt idx="87">
                  <c:v>-22.494</c:v>
                </c:pt>
                <c:pt idx="88">
                  <c:v>-22.475</c:v>
                </c:pt>
                <c:pt idx="89">
                  <c:v>-22.472</c:v>
                </c:pt>
                <c:pt idx="90">
                  <c:v>-22.502</c:v>
                </c:pt>
                <c:pt idx="91">
                  <c:v>-22.486</c:v>
                </c:pt>
                <c:pt idx="92">
                  <c:v>-22.454</c:v>
                </c:pt>
                <c:pt idx="93">
                  <c:v>-22.437</c:v>
                </c:pt>
                <c:pt idx="94">
                  <c:v>-22.431</c:v>
                </c:pt>
                <c:pt idx="95">
                  <c:v>-22.48</c:v>
                </c:pt>
                <c:pt idx="96">
                  <c:v>-22.53</c:v>
                </c:pt>
                <c:pt idx="97">
                  <c:v>-22.568</c:v>
                </c:pt>
                <c:pt idx="98">
                  <c:v>-22.532</c:v>
                </c:pt>
                <c:pt idx="99">
                  <c:v>-22.554</c:v>
                </c:pt>
                <c:pt idx="100">
                  <c:v>-22.515</c:v>
                </c:pt>
                <c:pt idx="101">
                  <c:v>-22.511</c:v>
                </c:pt>
                <c:pt idx="102">
                  <c:v>-22.505</c:v>
                </c:pt>
                <c:pt idx="103">
                  <c:v>-22.507</c:v>
                </c:pt>
                <c:pt idx="104">
                  <c:v>-22.503</c:v>
                </c:pt>
                <c:pt idx="105">
                  <c:v>-22.515</c:v>
                </c:pt>
                <c:pt idx="106">
                  <c:v>-22.534</c:v>
                </c:pt>
                <c:pt idx="107">
                  <c:v>-22.487</c:v>
                </c:pt>
                <c:pt idx="108">
                  <c:v>-22.453</c:v>
                </c:pt>
                <c:pt idx="109">
                  <c:v>-22.408</c:v>
                </c:pt>
                <c:pt idx="110">
                  <c:v>-22.435</c:v>
                </c:pt>
                <c:pt idx="111">
                  <c:v>-22.479</c:v>
                </c:pt>
                <c:pt idx="112">
                  <c:v>-22.623</c:v>
                </c:pt>
                <c:pt idx="113">
                  <c:v>-22.63</c:v>
                </c:pt>
                <c:pt idx="114">
                  <c:v>-22.62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20"/>
          <c:min val="1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26.4"/>
        <c:auto val="1"/>
        <c:lblAlgn val="ctr"/>
        <c:noMultiLvlLbl val="1"/>
        <c:majorUnit val="100"/>
      </c:valAx>
      <c:valAx>
        <c:axId val="2094734552"/>
        <c:scaling>
          <c:orientation val="minMax"/>
          <c:max val="2.4"/>
          <c:min val="-26.4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"/>
          <c:y val="0.03"/>
          <c:w val="0.94"/>
          <c:h val="0.8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가연성 공기(O) #1</c:v>
                </c:pt>
              </c:strCache>
            </c:strRef>
          </c:tx>
          <c:spPr>
            <a:solidFill>
              <a:srgbClr val="EDA100"/>
            </a:solidFill>
            <a:ln w="1587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-0.037</c:v>
                </c:pt>
                <c:pt idx="1">
                  <c:v>-0.047</c:v>
                </c:pt>
                <c:pt idx="2">
                  <c:v>-0.064</c:v>
                </c:pt>
                <c:pt idx="3">
                  <c:v>-0.042</c:v>
                </c:pt>
                <c:pt idx="4">
                  <c:v>-0.01</c:v>
                </c:pt>
                <c:pt idx="5">
                  <c:v>0.002</c:v>
                </c:pt>
                <c:pt idx="6">
                  <c:v>0.024</c:v>
                </c:pt>
                <c:pt idx="7">
                  <c:v>0.027</c:v>
                </c:pt>
                <c:pt idx="8">
                  <c:v>0.028</c:v>
                </c:pt>
                <c:pt idx="9">
                  <c:v>0.032</c:v>
                </c:pt>
                <c:pt idx="10">
                  <c:v>0.015</c:v>
                </c:pt>
                <c:pt idx="11">
                  <c:v>-0.001</c:v>
                </c:pt>
                <c:pt idx="12">
                  <c:v>-0.024</c:v>
                </c:pt>
                <c:pt idx="13">
                  <c:v>-0.038</c:v>
                </c:pt>
                <c:pt idx="14">
                  <c:v>-0.031</c:v>
                </c:pt>
                <c:pt idx="15">
                  <c:v>-0.054</c:v>
                </c:pt>
                <c:pt idx="16">
                  <c:v>-0.056</c:v>
                </c:pt>
                <c:pt idx="17">
                  <c:v>-0.031</c:v>
                </c:pt>
                <c:pt idx="18">
                  <c:v>-0.001</c:v>
                </c:pt>
                <c:pt idx="19">
                  <c:v>0.058</c:v>
                </c:pt>
                <c:pt idx="20">
                  <c:v>0.068</c:v>
                </c:pt>
                <c:pt idx="21">
                  <c:v>0.063</c:v>
                </c:pt>
                <c:pt idx="22">
                  <c:v>0.103</c:v>
                </c:pt>
                <c:pt idx="23">
                  <c:v>0.092</c:v>
                </c:pt>
                <c:pt idx="24">
                  <c:v>0.04</c:v>
                </c:pt>
                <c:pt idx="25">
                  <c:v>-0.036</c:v>
                </c:pt>
                <c:pt idx="26">
                  <c:v>-0.113</c:v>
                </c:pt>
                <c:pt idx="27">
                  <c:v>-0.136</c:v>
                </c:pt>
                <c:pt idx="28">
                  <c:v>-0.134</c:v>
                </c:pt>
                <c:pt idx="29">
                  <c:v>-0.069</c:v>
                </c:pt>
                <c:pt idx="30">
                  <c:v>-0.025</c:v>
                </c:pt>
                <c:pt idx="31">
                  <c:v>0.064</c:v>
                </c:pt>
                <c:pt idx="32">
                  <c:v>0.102</c:v>
                </c:pt>
                <c:pt idx="33">
                  <c:v>0.117</c:v>
                </c:pt>
                <c:pt idx="34">
                  <c:v>0.122</c:v>
                </c:pt>
                <c:pt idx="35">
                  <c:v>0.06</c:v>
                </c:pt>
                <c:pt idx="36">
                  <c:v>0.007</c:v>
                </c:pt>
                <c:pt idx="37">
                  <c:v>-0.041</c:v>
                </c:pt>
                <c:pt idx="38">
                  <c:v>-0.07</c:v>
                </c:pt>
                <c:pt idx="39">
                  <c:v>-0.096</c:v>
                </c:pt>
                <c:pt idx="40">
                  <c:v>-0.052</c:v>
                </c:pt>
                <c:pt idx="41">
                  <c:v>-0.015</c:v>
                </c:pt>
                <c:pt idx="42">
                  <c:v>0.013</c:v>
                </c:pt>
                <c:pt idx="43">
                  <c:v>0.003</c:v>
                </c:pt>
                <c:pt idx="44">
                  <c:v>0.019</c:v>
                </c:pt>
                <c:pt idx="45">
                  <c:v>0.046</c:v>
                </c:pt>
                <c:pt idx="46">
                  <c:v>0.031</c:v>
                </c:pt>
                <c:pt idx="47">
                  <c:v>0.035</c:v>
                </c:pt>
                <c:pt idx="48">
                  <c:v>0</c:v>
                </c:pt>
                <c:pt idx="49">
                  <c:v>-0.009</c:v>
                </c:pt>
                <c:pt idx="50">
                  <c:v>-0.017</c:v>
                </c:pt>
                <c:pt idx="51">
                  <c:v>-0.019</c:v>
                </c:pt>
                <c:pt idx="52">
                  <c:v>-0.031</c:v>
                </c:pt>
                <c:pt idx="53">
                  <c:v>-0.042</c:v>
                </c:pt>
                <c:pt idx="54">
                  <c:v>-0.037</c:v>
                </c:pt>
                <c:pt idx="55">
                  <c:v>-0.024</c:v>
                </c:pt>
                <c:pt idx="56">
                  <c:v>0.008</c:v>
                </c:pt>
                <c:pt idx="57">
                  <c:v>0.031</c:v>
                </c:pt>
                <c:pt idx="58">
                  <c:v>0.049</c:v>
                </c:pt>
                <c:pt idx="59">
                  <c:v>0.052</c:v>
                </c:pt>
                <c:pt idx="60">
                  <c:v>0.009</c:v>
                </c:pt>
                <c:pt idx="61">
                  <c:v>-0.014</c:v>
                </c:pt>
                <c:pt idx="62">
                  <c:v>-0.02</c:v>
                </c:pt>
                <c:pt idx="63">
                  <c:v>-0.013</c:v>
                </c:pt>
                <c:pt idx="64">
                  <c:v>0.014</c:v>
                </c:pt>
                <c:pt idx="65">
                  <c:v>0.015</c:v>
                </c:pt>
                <c:pt idx="66">
                  <c:v>0.059</c:v>
                </c:pt>
                <c:pt idx="67">
                  <c:v>0.063</c:v>
                </c:pt>
                <c:pt idx="68">
                  <c:v>0.081</c:v>
                </c:pt>
                <c:pt idx="69">
                  <c:v>0.086</c:v>
                </c:pt>
                <c:pt idx="70">
                  <c:v>0.031</c:v>
                </c:pt>
                <c:pt idx="71">
                  <c:v>-0.043</c:v>
                </c:pt>
                <c:pt idx="72">
                  <c:v>-0.107</c:v>
                </c:pt>
                <c:pt idx="73">
                  <c:v>-0.111</c:v>
                </c:pt>
                <c:pt idx="74">
                  <c:v>-0.11</c:v>
                </c:pt>
                <c:pt idx="75">
                  <c:v>-0.032</c:v>
                </c:pt>
                <c:pt idx="76">
                  <c:v>-0.006</c:v>
                </c:pt>
                <c:pt idx="77">
                  <c:v>0.065</c:v>
                </c:pt>
                <c:pt idx="78">
                  <c:v>0.062</c:v>
                </c:pt>
                <c:pt idx="79">
                  <c:v>0.053</c:v>
                </c:pt>
                <c:pt idx="80">
                  <c:v>0.014</c:v>
                </c:pt>
                <c:pt idx="81">
                  <c:v>-0.019</c:v>
                </c:pt>
                <c:pt idx="82">
                  <c:v>-0.025</c:v>
                </c:pt>
                <c:pt idx="83">
                  <c:v>-0.012</c:v>
                </c:pt>
                <c:pt idx="84">
                  <c:v>0.007</c:v>
                </c:pt>
                <c:pt idx="85">
                  <c:v>0.039</c:v>
                </c:pt>
                <c:pt idx="86">
                  <c:v>0.024</c:v>
                </c:pt>
                <c:pt idx="87">
                  <c:v>0.058</c:v>
                </c:pt>
                <c:pt idx="88">
                  <c:v>0.043</c:v>
                </c:pt>
                <c:pt idx="89">
                  <c:v>-0.008</c:v>
                </c:pt>
                <c:pt idx="90">
                  <c:v>-0.033</c:v>
                </c:pt>
                <c:pt idx="91">
                  <c:v>-0.045</c:v>
                </c:pt>
                <c:pt idx="92">
                  <c:v>-0.023</c:v>
                </c:pt>
                <c:pt idx="93">
                  <c:v>-0.032</c:v>
                </c:pt>
                <c:pt idx="94">
                  <c:v>-0.029</c:v>
                </c:pt>
                <c:pt idx="95">
                  <c:v>-0.008</c:v>
                </c:pt>
                <c:pt idx="96">
                  <c:v>0.051</c:v>
                </c:pt>
                <c:pt idx="97">
                  <c:v>0.062</c:v>
                </c:pt>
                <c:pt idx="98">
                  <c:v>0.036</c:v>
                </c:pt>
                <c:pt idx="99">
                  <c:v>0.015</c:v>
                </c:pt>
                <c:pt idx="100">
                  <c:v>0.019</c:v>
                </c:pt>
                <c:pt idx="101">
                  <c:v>0.032</c:v>
                </c:pt>
                <c:pt idx="102">
                  <c:v>-0.024</c:v>
                </c:pt>
                <c:pt idx="103">
                  <c:v>-0.031</c:v>
                </c:pt>
                <c:pt idx="104">
                  <c:v>-0.007</c:v>
                </c:pt>
                <c:pt idx="105">
                  <c:v>0.019</c:v>
                </c:pt>
                <c:pt idx="106">
                  <c:v>0.014</c:v>
                </c:pt>
                <c:pt idx="107">
                  <c:v>0.041</c:v>
                </c:pt>
                <c:pt idx="108">
                  <c:v>0.009</c:v>
                </c:pt>
                <c:pt idx="109">
                  <c:v>0.016</c:v>
                </c:pt>
                <c:pt idx="110">
                  <c:v>0.007</c:v>
                </c:pt>
                <c:pt idx="111">
                  <c:v>-0.02</c:v>
                </c:pt>
                <c:pt idx="112">
                  <c:v>-0.054</c:v>
                </c:pt>
                <c:pt idx="113">
                  <c:v>0.113</c:v>
                </c:pt>
                <c:pt idx="114">
                  <c:v>0.244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EPS 가연성 공기(O) #2</c:v>
                </c:pt>
              </c:strCache>
            </c:strRef>
          </c:tx>
          <c:spPr>
            <a:solidFill>
              <a:srgbClr val="EDA100"/>
            </a:solidFill>
            <a:ln w="15875" cap="flat">
              <a:solidFill>
                <a:srgbClr val="EDA100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-0.003</c:v>
                </c:pt>
                <c:pt idx="1">
                  <c:v>-0.032</c:v>
                </c:pt>
                <c:pt idx="2">
                  <c:v>-0.048</c:v>
                </c:pt>
                <c:pt idx="3">
                  <c:v>-0.026</c:v>
                </c:pt>
                <c:pt idx="4">
                  <c:v>-0.009</c:v>
                </c:pt>
                <c:pt idx="5">
                  <c:v>-0.002</c:v>
                </c:pt>
                <c:pt idx="6">
                  <c:v>0.028</c:v>
                </c:pt>
                <c:pt idx="7">
                  <c:v>0.019</c:v>
                </c:pt>
                <c:pt idx="8">
                  <c:v>0.007</c:v>
                </c:pt>
                <c:pt idx="9">
                  <c:v>0.004</c:v>
                </c:pt>
                <c:pt idx="10">
                  <c:v>0.011</c:v>
                </c:pt>
                <c:pt idx="11">
                  <c:v>-0.006</c:v>
                </c:pt>
                <c:pt idx="12">
                  <c:v>-0.018</c:v>
                </c:pt>
                <c:pt idx="13">
                  <c:v>-0.018</c:v>
                </c:pt>
                <c:pt idx="14">
                  <c:v>-0.001</c:v>
                </c:pt>
                <c:pt idx="15">
                  <c:v>-0.029</c:v>
                </c:pt>
                <c:pt idx="16">
                  <c:v>-0.037</c:v>
                </c:pt>
                <c:pt idx="17">
                  <c:v>-0.01</c:v>
                </c:pt>
                <c:pt idx="18">
                  <c:v>0.017</c:v>
                </c:pt>
                <c:pt idx="19">
                  <c:v>0.022</c:v>
                </c:pt>
                <c:pt idx="20">
                  <c:v>0.011</c:v>
                </c:pt>
                <c:pt idx="21">
                  <c:v>0.022</c:v>
                </c:pt>
                <c:pt idx="22">
                  <c:v>0.045</c:v>
                </c:pt>
                <c:pt idx="23">
                  <c:v>0.044</c:v>
                </c:pt>
                <c:pt idx="24">
                  <c:v>0.039</c:v>
                </c:pt>
                <c:pt idx="25">
                  <c:v>0.006</c:v>
                </c:pt>
                <c:pt idx="26">
                  <c:v>-0.06</c:v>
                </c:pt>
                <c:pt idx="27">
                  <c:v>-0.084</c:v>
                </c:pt>
                <c:pt idx="28">
                  <c:v>-0.157</c:v>
                </c:pt>
                <c:pt idx="29">
                  <c:v>-0.071</c:v>
                </c:pt>
                <c:pt idx="30">
                  <c:v>-0.013</c:v>
                </c:pt>
                <c:pt idx="31">
                  <c:v>0.135</c:v>
                </c:pt>
                <c:pt idx="32">
                  <c:v>0.172</c:v>
                </c:pt>
                <c:pt idx="33">
                  <c:v>0.134</c:v>
                </c:pt>
                <c:pt idx="34">
                  <c:v>0.085</c:v>
                </c:pt>
                <c:pt idx="35">
                  <c:v>0.001</c:v>
                </c:pt>
                <c:pt idx="36">
                  <c:v>-0.061</c:v>
                </c:pt>
                <c:pt idx="37">
                  <c:v>-0.104</c:v>
                </c:pt>
                <c:pt idx="38">
                  <c:v>-0.09</c:v>
                </c:pt>
                <c:pt idx="39">
                  <c:v>-0.072</c:v>
                </c:pt>
                <c:pt idx="40">
                  <c:v>-0.039</c:v>
                </c:pt>
                <c:pt idx="41">
                  <c:v>0.014</c:v>
                </c:pt>
                <c:pt idx="42">
                  <c:v>0.012</c:v>
                </c:pt>
                <c:pt idx="43">
                  <c:v>0.026</c:v>
                </c:pt>
                <c:pt idx="44">
                  <c:v>0.047</c:v>
                </c:pt>
                <c:pt idx="45">
                  <c:v>0.044</c:v>
                </c:pt>
                <c:pt idx="46">
                  <c:v>0.04</c:v>
                </c:pt>
                <c:pt idx="47">
                  <c:v>0.017</c:v>
                </c:pt>
                <c:pt idx="48">
                  <c:v>-0.017</c:v>
                </c:pt>
                <c:pt idx="49">
                  <c:v>-0.019</c:v>
                </c:pt>
                <c:pt idx="50">
                  <c:v>-0.025</c:v>
                </c:pt>
                <c:pt idx="51">
                  <c:v>-0.006</c:v>
                </c:pt>
                <c:pt idx="52">
                  <c:v>-0.021</c:v>
                </c:pt>
                <c:pt idx="53">
                  <c:v>-0.034</c:v>
                </c:pt>
                <c:pt idx="54">
                  <c:v>-0.016</c:v>
                </c:pt>
                <c:pt idx="55">
                  <c:v>-0.007</c:v>
                </c:pt>
                <c:pt idx="56">
                  <c:v>0.012</c:v>
                </c:pt>
                <c:pt idx="57">
                  <c:v>0.039</c:v>
                </c:pt>
                <c:pt idx="58">
                  <c:v>0.029</c:v>
                </c:pt>
                <c:pt idx="59">
                  <c:v>0.014</c:v>
                </c:pt>
                <c:pt idx="60">
                  <c:v>0.005</c:v>
                </c:pt>
                <c:pt idx="61">
                  <c:v>-0.015</c:v>
                </c:pt>
                <c:pt idx="62">
                  <c:v>-0.013</c:v>
                </c:pt>
                <c:pt idx="63">
                  <c:v>0.001</c:v>
                </c:pt>
                <c:pt idx="64">
                  <c:v>0.026</c:v>
                </c:pt>
                <c:pt idx="65">
                  <c:v>0.054</c:v>
                </c:pt>
                <c:pt idx="66">
                  <c:v>0.033</c:v>
                </c:pt>
                <c:pt idx="67">
                  <c:v>0.045</c:v>
                </c:pt>
                <c:pt idx="68">
                  <c:v>0.043</c:v>
                </c:pt>
                <c:pt idx="69">
                  <c:v>-0.008</c:v>
                </c:pt>
                <c:pt idx="70">
                  <c:v>-0.028</c:v>
                </c:pt>
                <c:pt idx="71">
                  <c:v>-0.058</c:v>
                </c:pt>
                <c:pt idx="72">
                  <c:v>-0.068</c:v>
                </c:pt>
                <c:pt idx="73">
                  <c:v>-0.031</c:v>
                </c:pt>
                <c:pt idx="74">
                  <c:v>-0.023</c:v>
                </c:pt>
                <c:pt idx="75">
                  <c:v>0.005</c:v>
                </c:pt>
                <c:pt idx="76">
                  <c:v>-0.008</c:v>
                </c:pt>
                <c:pt idx="77">
                  <c:v>0.029</c:v>
                </c:pt>
                <c:pt idx="78">
                  <c:v>0.011</c:v>
                </c:pt>
                <c:pt idx="79">
                  <c:v>-0.018</c:v>
                </c:pt>
                <c:pt idx="80">
                  <c:v>-0.041</c:v>
                </c:pt>
                <c:pt idx="81">
                  <c:v>-0.025</c:v>
                </c:pt>
                <c:pt idx="82">
                  <c:v>-0.003</c:v>
                </c:pt>
                <c:pt idx="83">
                  <c:v>0.029</c:v>
                </c:pt>
                <c:pt idx="84">
                  <c:v>0.037</c:v>
                </c:pt>
                <c:pt idx="85">
                  <c:v>0.069</c:v>
                </c:pt>
                <c:pt idx="86">
                  <c:v>0.061</c:v>
                </c:pt>
                <c:pt idx="87">
                  <c:v>0.06</c:v>
                </c:pt>
                <c:pt idx="88">
                  <c:v>0.059</c:v>
                </c:pt>
                <c:pt idx="89">
                  <c:v>0.016</c:v>
                </c:pt>
                <c:pt idx="90">
                  <c:v>-0.01</c:v>
                </c:pt>
                <c:pt idx="91">
                  <c:v>-0.018</c:v>
                </c:pt>
                <c:pt idx="92">
                  <c:v>-0.059</c:v>
                </c:pt>
                <c:pt idx="93">
                  <c:v>-0.036</c:v>
                </c:pt>
                <c:pt idx="94">
                  <c:v>-0.052</c:v>
                </c:pt>
                <c:pt idx="95">
                  <c:v>-0.028</c:v>
                </c:pt>
                <c:pt idx="96">
                  <c:v>0</c:v>
                </c:pt>
                <c:pt idx="97">
                  <c:v>-0.038</c:v>
                </c:pt>
                <c:pt idx="98">
                  <c:v>-0.033</c:v>
                </c:pt>
                <c:pt idx="99">
                  <c:v>-0.047</c:v>
                </c:pt>
                <c:pt idx="100">
                  <c:v>-0.02</c:v>
                </c:pt>
                <c:pt idx="101">
                  <c:v>-0.02</c:v>
                </c:pt>
                <c:pt idx="102">
                  <c:v>0.01</c:v>
                </c:pt>
                <c:pt idx="103">
                  <c:v>0.038</c:v>
                </c:pt>
                <c:pt idx="104">
                  <c:v>0.012</c:v>
                </c:pt>
                <c:pt idx="105">
                  <c:v>0.015</c:v>
                </c:pt>
                <c:pt idx="106">
                  <c:v>-0.003</c:v>
                </c:pt>
                <c:pt idx="107">
                  <c:v>-0.004</c:v>
                </c:pt>
                <c:pt idx="108">
                  <c:v>0.021</c:v>
                </c:pt>
                <c:pt idx="109">
                  <c:v>0.099</c:v>
                </c:pt>
                <c:pt idx="110">
                  <c:v>0.254</c:v>
                </c:pt>
                <c:pt idx="111">
                  <c:v>0.292</c:v>
                </c:pt>
                <c:pt idx="112">
                  <c:v>0.29</c:v>
                </c:pt>
                <c:pt idx="113">
                  <c:v>0.157</c:v>
                </c:pt>
                <c:pt idx="114">
                  <c:v>-0.032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EPS 준불연 공기(O) #1</c:v>
                </c:pt>
              </c:strCache>
            </c:strRef>
          </c:tx>
          <c:spPr>
            <a:solidFill>
              <a:srgbClr val="E87BA4"/>
            </a:solidFill>
            <a:ln w="1587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-4.467</c:v>
                </c:pt>
                <c:pt idx="1">
                  <c:v>-4.523</c:v>
                </c:pt>
                <c:pt idx="2">
                  <c:v>-4.541</c:v>
                </c:pt>
                <c:pt idx="3">
                  <c:v>-4.552</c:v>
                </c:pt>
                <c:pt idx="4">
                  <c:v>-4.57</c:v>
                </c:pt>
                <c:pt idx="5">
                  <c:v>-4.568</c:v>
                </c:pt>
                <c:pt idx="6">
                  <c:v>-4.562</c:v>
                </c:pt>
                <c:pt idx="7">
                  <c:v>-4.558</c:v>
                </c:pt>
                <c:pt idx="8">
                  <c:v>-4.573</c:v>
                </c:pt>
                <c:pt idx="9">
                  <c:v>-4.553</c:v>
                </c:pt>
                <c:pt idx="10">
                  <c:v>-4.407</c:v>
                </c:pt>
                <c:pt idx="11">
                  <c:v>-4.489</c:v>
                </c:pt>
                <c:pt idx="12">
                  <c:v>-4.487</c:v>
                </c:pt>
                <c:pt idx="13">
                  <c:v>-4.44</c:v>
                </c:pt>
                <c:pt idx="14">
                  <c:v>-4.431</c:v>
                </c:pt>
                <c:pt idx="15">
                  <c:v>-4.444</c:v>
                </c:pt>
                <c:pt idx="16">
                  <c:v>-4.348</c:v>
                </c:pt>
                <c:pt idx="17">
                  <c:v>-4.194</c:v>
                </c:pt>
                <c:pt idx="18">
                  <c:v>-4.199</c:v>
                </c:pt>
                <c:pt idx="19">
                  <c:v>-4.5</c:v>
                </c:pt>
                <c:pt idx="20">
                  <c:v>-4.839</c:v>
                </c:pt>
                <c:pt idx="21">
                  <c:v>-4.832</c:v>
                </c:pt>
                <c:pt idx="22">
                  <c:v>-4.687</c:v>
                </c:pt>
                <c:pt idx="23">
                  <c:v>-4.524</c:v>
                </c:pt>
                <c:pt idx="24">
                  <c:v>-4.555</c:v>
                </c:pt>
                <c:pt idx="25">
                  <c:v>-4.328</c:v>
                </c:pt>
                <c:pt idx="26">
                  <c:v>-4.285</c:v>
                </c:pt>
                <c:pt idx="27">
                  <c:v>-4.445</c:v>
                </c:pt>
                <c:pt idx="28">
                  <c:v>-4.571</c:v>
                </c:pt>
                <c:pt idx="29">
                  <c:v>-4.646</c:v>
                </c:pt>
                <c:pt idx="30">
                  <c:v>-4.596</c:v>
                </c:pt>
                <c:pt idx="31">
                  <c:v>-4.527</c:v>
                </c:pt>
                <c:pt idx="32">
                  <c:v>-4.491</c:v>
                </c:pt>
                <c:pt idx="33">
                  <c:v>-4.447</c:v>
                </c:pt>
                <c:pt idx="34">
                  <c:v>-4.412</c:v>
                </c:pt>
                <c:pt idx="35">
                  <c:v>-4.431</c:v>
                </c:pt>
                <c:pt idx="36">
                  <c:v>-4.489</c:v>
                </c:pt>
                <c:pt idx="37">
                  <c:v>-4.514</c:v>
                </c:pt>
                <c:pt idx="38">
                  <c:v>-4.545</c:v>
                </c:pt>
                <c:pt idx="39">
                  <c:v>-4.587</c:v>
                </c:pt>
                <c:pt idx="40">
                  <c:v>-4.616</c:v>
                </c:pt>
                <c:pt idx="41">
                  <c:v>-4.616</c:v>
                </c:pt>
                <c:pt idx="42">
                  <c:v>-4.606</c:v>
                </c:pt>
                <c:pt idx="43">
                  <c:v>-4.524</c:v>
                </c:pt>
                <c:pt idx="44">
                  <c:v>-4.459</c:v>
                </c:pt>
                <c:pt idx="45">
                  <c:v>-4.4</c:v>
                </c:pt>
                <c:pt idx="46">
                  <c:v>-4.41</c:v>
                </c:pt>
                <c:pt idx="47">
                  <c:v>-4.462</c:v>
                </c:pt>
                <c:pt idx="48">
                  <c:v>-4.541</c:v>
                </c:pt>
                <c:pt idx="49">
                  <c:v>-4.489</c:v>
                </c:pt>
                <c:pt idx="50">
                  <c:v>-4.424</c:v>
                </c:pt>
                <c:pt idx="51">
                  <c:v>-4.442</c:v>
                </c:pt>
                <c:pt idx="52">
                  <c:v>-4.383</c:v>
                </c:pt>
                <c:pt idx="53">
                  <c:v>-4.381</c:v>
                </c:pt>
                <c:pt idx="54">
                  <c:v>-4.425</c:v>
                </c:pt>
                <c:pt idx="55">
                  <c:v>-4.492</c:v>
                </c:pt>
                <c:pt idx="56">
                  <c:v>-4.597</c:v>
                </c:pt>
                <c:pt idx="57">
                  <c:v>-4.657</c:v>
                </c:pt>
                <c:pt idx="58">
                  <c:v>-4.719</c:v>
                </c:pt>
                <c:pt idx="59">
                  <c:v>-4.772</c:v>
                </c:pt>
                <c:pt idx="60">
                  <c:v>-4.897</c:v>
                </c:pt>
                <c:pt idx="61">
                  <c:v>-4.147</c:v>
                </c:pt>
                <c:pt idx="62">
                  <c:v>-4.143</c:v>
                </c:pt>
                <c:pt idx="63">
                  <c:v>-4.119</c:v>
                </c:pt>
                <c:pt idx="64">
                  <c:v>-4.127</c:v>
                </c:pt>
                <c:pt idx="65">
                  <c:v>-4.229</c:v>
                </c:pt>
                <c:pt idx="66">
                  <c:v>-4.366</c:v>
                </c:pt>
                <c:pt idx="67">
                  <c:v>-4.557</c:v>
                </c:pt>
                <c:pt idx="68">
                  <c:v>-4.781</c:v>
                </c:pt>
                <c:pt idx="69">
                  <c:v>-5.029</c:v>
                </c:pt>
                <c:pt idx="70">
                  <c:v>-5.23</c:v>
                </c:pt>
                <c:pt idx="71">
                  <c:v>-5.423</c:v>
                </c:pt>
                <c:pt idx="72">
                  <c:v>-3.754</c:v>
                </c:pt>
                <c:pt idx="73">
                  <c:v>-3.848</c:v>
                </c:pt>
                <c:pt idx="74">
                  <c:v>-4.043</c:v>
                </c:pt>
                <c:pt idx="75">
                  <c:v>-4.199</c:v>
                </c:pt>
                <c:pt idx="76">
                  <c:v>-4.346</c:v>
                </c:pt>
                <c:pt idx="77">
                  <c:v>-4.465</c:v>
                </c:pt>
                <c:pt idx="78">
                  <c:v>-4.543</c:v>
                </c:pt>
                <c:pt idx="79">
                  <c:v>-4.625</c:v>
                </c:pt>
                <c:pt idx="80">
                  <c:v>-4.686</c:v>
                </c:pt>
                <c:pt idx="81">
                  <c:v>-4.675</c:v>
                </c:pt>
                <c:pt idx="82">
                  <c:v>-4.608</c:v>
                </c:pt>
                <c:pt idx="83">
                  <c:v>-4.608</c:v>
                </c:pt>
                <c:pt idx="84">
                  <c:v>-4.329</c:v>
                </c:pt>
                <c:pt idx="85">
                  <c:v>-4.354</c:v>
                </c:pt>
                <c:pt idx="86">
                  <c:v>-4.383</c:v>
                </c:pt>
                <c:pt idx="87">
                  <c:v>-4.427</c:v>
                </c:pt>
                <c:pt idx="88">
                  <c:v>-4.451</c:v>
                </c:pt>
                <c:pt idx="89">
                  <c:v>-4.533</c:v>
                </c:pt>
                <c:pt idx="90">
                  <c:v>-4.568</c:v>
                </c:pt>
                <c:pt idx="91">
                  <c:v>-4.594</c:v>
                </c:pt>
                <c:pt idx="92">
                  <c:v>-4.551</c:v>
                </c:pt>
                <c:pt idx="93">
                  <c:v>-4.537</c:v>
                </c:pt>
                <c:pt idx="94">
                  <c:v>-4.548</c:v>
                </c:pt>
                <c:pt idx="95">
                  <c:v>-4.572</c:v>
                </c:pt>
                <c:pt idx="96">
                  <c:v>-4.528</c:v>
                </c:pt>
                <c:pt idx="97">
                  <c:v>-4.511</c:v>
                </c:pt>
                <c:pt idx="98">
                  <c:v>-4.536</c:v>
                </c:pt>
                <c:pt idx="99">
                  <c:v>-4.525</c:v>
                </c:pt>
                <c:pt idx="100">
                  <c:v>-4.447</c:v>
                </c:pt>
                <c:pt idx="101">
                  <c:v>-4.404</c:v>
                </c:pt>
                <c:pt idx="102">
                  <c:v>-4.424</c:v>
                </c:pt>
                <c:pt idx="103">
                  <c:v>-4.431</c:v>
                </c:pt>
                <c:pt idx="104">
                  <c:v>-4.474</c:v>
                </c:pt>
                <c:pt idx="105">
                  <c:v>-4.547</c:v>
                </c:pt>
                <c:pt idx="106">
                  <c:v>-4.588</c:v>
                </c:pt>
                <c:pt idx="107">
                  <c:v>-4.587</c:v>
                </c:pt>
                <c:pt idx="108">
                  <c:v>-4.463</c:v>
                </c:pt>
                <c:pt idx="109">
                  <c:v>-4.302</c:v>
                </c:pt>
                <c:pt idx="110">
                  <c:v>-4.118</c:v>
                </c:pt>
                <c:pt idx="111">
                  <c:v>-3.969</c:v>
                </c:pt>
                <c:pt idx="112">
                  <c:v>-3.95</c:v>
                </c:pt>
                <c:pt idx="113">
                  <c:v>-4.196</c:v>
                </c:pt>
                <c:pt idx="114">
                  <c:v>-4.32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EPS 준불연 공기(O) #2</c:v>
                </c:pt>
              </c:strCache>
            </c:strRef>
          </c:tx>
          <c:spPr>
            <a:solidFill>
              <a:srgbClr val="E87BA4"/>
            </a:solidFill>
            <a:ln w="15875" cap="flat">
              <a:solidFill>
                <a:srgbClr val="E87BA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-4.518</c:v>
                </c:pt>
                <c:pt idx="1">
                  <c:v>-4.548</c:v>
                </c:pt>
                <c:pt idx="2">
                  <c:v>-4.565</c:v>
                </c:pt>
                <c:pt idx="3">
                  <c:v>-4.567</c:v>
                </c:pt>
                <c:pt idx="4">
                  <c:v>-4.555</c:v>
                </c:pt>
                <c:pt idx="5">
                  <c:v>-4.541</c:v>
                </c:pt>
                <c:pt idx="6">
                  <c:v>-4.512</c:v>
                </c:pt>
                <c:pt idx="7">
                  <c:v>-4.554</c:v>
                </c:pt>
                <c:pt idx="8">
                  <c:v>-4.58</c:v>
                </c:pt>
                <c:pt idx="9">
                  <c:v>-4.599</c:v>
                </c:pt>
                <c:pt idx="10">
                  <c:v>-4.603</c:v>
                </c:pt>
                <c:pt idx="11">
                  <c:v>-4.622</c:v>
                </c:pt>
                <c:pt idx="12">
                  <c:v>-4.592</c:v>
                </c:pt>
                <c:pt idx="13">
                  <c:v>-4.52</c:v>
                </c:pt>
                <c:pt idx="14">
                  <c:v>-4.437</c:v>
                </c:pt>
                <c:pt idx="15">
                  <c:v>-4.174</c:v>
                </c:pt>
                <c:pt idx="16">
                  <c:v>-4.007</c:v>
                </c:pt>
                <c:pt idx="17">
                  <c:v>-4.055</c:v>
                </c:pt>
                <c:pt idx="18">
                  <c:v>-3.916</c:v>
                </c:pt>
                <c:pt idx="19">
                  <c:v>-4.099</c:v>
                </c:pt>
                <c:pt idx="20">
                  <c:v>-4.688</c:v>
                </c:pt>
                <c:pt idx="21">
                  <c:v>-5.063</c:v>
                </c:pt>
                <c:pt idx="22">
                  <c:v>-5.257</c:v>
                </c:pt>
                <c:pt idx="23">
                  <c:v>-4.906</c:v>
                </c:pt>
                <c:pt idx="24">
                  <c:v>-4.617</c:v>
                </c:pt>
                <c:pt idx="25">
                  <c:v>-4.395</c:v>
                </c:pt>
                <c:pt idx="26">
                  <c:v>-4.582</c:v>
                </c:pt>
                <c:pt idx="27">
                  <c:v>-4.502</c:v>
                </c:pt>
                <c:pt idx="28">
                  <c:v>-4.38</c:v>
                </c:pt>
                <c:pt idx="29">
                  <c:v>-4.387</c:v>
                </c:pt>
                <c:pt idx="30">
                  <c:v>-4.429</c:v>
                </c:pt>
                <c:pt idx="31">
                  <c:v>-4.388</c:v>
                </c:pt>
                <c:pt idx="32">
                  <c:v>-4.427</c:v>
                </c:pt>
                <c:pt idx="33">
                  <c:v>-4.43</c:v>
                </c:pt>
                <c:pt idx="34">
                  <c:v>-4.439</c:v>
                </c:pt>
                <c:pt idx="35">
                  <c:v>-4.522</c:v>
                </c:pt>
                <c:pt idx="36">
                  <c:v>-4.565</c:v>
                </c:pt>
                <c:pt idx="37">
                  <c:v>-4.584</c:v>
                </c:pt>
                <c:pt idx="38">
                  <c:v>-4.601</c:v>
                </c:pt>
                <c:pt idx="39">
                  <c:v>-4.638</c:v>
                </c:pt>
                <c:pt idx="40">
                  <c:v>-4.655</c:v>
                </c:pt>
                <c:pt idx="41">
                  <c:v>-4.671</c:v>
                </c:pt>
                <c:pt idx="42">
                  <c:v>-4.649</c:v>
                </c:pt>
                <c:pt idx="43">
                  <c:v>-4.537</c:v>
                </c:pt>
                <c:pt idx="44">
                  <c:v>-4.42</c:v>
                </c:pt>
                <c:pt idx="45">
                  <c:v>-4.264</c:v>
                </c:pt>
                <c:pt idx="46">
                  <c:v>-4.2219999999999995</c:v>
                </c:pt>
                <c:pt idx="47">
                  <c:v>-4.325</c:v>
                </c:pt>
                <c:pt idx="48">
                  <c:v>-4.442</c:v>
                </c:pt>
                <c:pt idx="49">
                  <c:v>-4.515</c:v>
                </c:pt>
                <c:pt idx="50">
                  <c:v>-4.553</c:v>
                </c:pt>
                <c:pt idx="51">
                  <c:v>-4.561</c:v>
                </c:pt>
                <c:pt idx="52">
                  <c:v>-4.536</c:v>
                </c:pt>
                <c:pt idx="53">
                  <c:v>-4.507</c:v>
                </c:pt>
                <c:pt idx="54">
                  <c:v>-4.501</c:v>
                </c:pt>
                <c:pt idx="55">
                  <c:v>-4.414</c:v>
                </c:pt>
                <c:pt idx="56">
                  <c:v>-4.339</c:v>
                </c:pt>
                <c:pt idx="57">
                  <c:v>-4.332</c:v>
                </c:pt>
                <c:pt idx="58">
                  <c:v>-4.403</c:v>
                </c:pt>
                <c:pt idx="59">
                  <c:v>-4.474</c:v>
                </c:pt>
                <c:pt idx="60">
                  <c:v>-4.598</c:v>
                </c:pt>
                <c:pt idx="61">
                  <c:v>-4.858</c:v>
                </c:pt>
                <c:pt idx="62">
                  <c:v>-5.07</c:v>
                </c:pt>
                <c:pt idx="63">
                  <c:v>-5.314</c:v>
                </c:pt>
                <c:pt idx="64">
                  <c:v>-4.735</c:v>
                </c:pt>
                <c:pt idx="65">
                  <c:v>-3.71</c:v>
                </c:pt>
                <c:pt idx="66">
                  <c:v>-3.882</c:v>
                </c:pt>
                <c:pt idx="67">
                  <c:v>-4.081</c:v>
                </c:pt>
                <c:pt idx="68">
                  <c:v>-4.295</c:v>
                </c:pt>
                <c:pt idx="69">
                  <c:v>-4.46</c:v>
                </c:pt>
                <c:pt idx="70">
                  <c:v>-4.622</c:v>
                </c:pt>
                <c:pt idx="71">
                  <c:v>-4.726</c:v>
                </c:pt>
                <c:pt idx="72">
                  <c:v>-4.768</c:v>
                </c:pt>
                <c:pt idx="73">
                  <c:v>-4.742</c:v>
                </c:pt>
                <c:pt idx="74">
                  <c:v>-4.607</c:v>
                </c:pt>
                <c:pt idx="75">
                  <c:v>-4.558</c:v>
                </c:pt>
                <c:pt idx="76">
                  <c:v>-4.481</c:v>
                </c:pt>
                <c:pt idx="77">
                  <c:v>-4.402</c:v>
                </c:pt>
                <c:pt idx="78">
                  <c:v>-4.381</c:v>
                </c:pt>
                <c:pt idx="79">
                  <c:v>-4.409</c:v>
                </c:pt>
                <c:pt idx="80">
                  <c:v>-4.414</c:v>
                </c:pt>
                <c:pt idx="81">
                  <c:v>-4.453</c:v>
                </c:pt>
                <c:pt idx="82">
                  <c:v>-4.47</c:v>
                </c:pt>
                <c:pt idx="83">
                  <c:v>-4.473</c:v>
                </c:pt>
                <c:pt idx="84">
                  <c:v>-4.499</c:v>
                </c:pt>
                <c:pt idx="85">
                  <c:v>-4.545</c:v>
                </c:pt>
                <c:pt idx="86">
                  <c:v>-4.508</c:v>
                </c:pt>
                <c:pt idx="87">
                  <c:v>-4.49</c:v>
                </c:pt>
                <c:pt idx="88">
                  <c:v>-4.446</c:v>
                </c:pt>
                <c:pt idx="89">
                  <c:v>-4.462</c:v>
                </c:pt>
                <c:pt idx="90">
                  <c:v>-4.499</c:v>
                </c:pt>
                <c:pt idx="91">
                  <c:v>-4.522</c:v>
                </c:pt>
                <c:pt idx="92">
                  <c:v>-4.522</c:v>
                </c:pt>
                <c:pt idx="93">
                  <c:v>-4.545</c:v>
                </c:pt>
                <c:pt idx="94">
                  <c:v>-4.55</c:v>
                </c:pt>
                <c:pt idx="95">
                  <c:v>-4.555</c:v>
                </c:pt>
                <c:pt idx="96">
                  <c:v>-4.557</c:v>
                </c:pt>
                <c:pt idx="97">
                  <c:v>-4.519</c:v>
                </c:pt>
                <c:pt idx="98">
                  <c:v>-4.5</c:v>
                </c:pt>
                <c:pt idx="99">
                  <c:v>-4.478</c:v>
                </c:pt>
                <c:pt idx="100">
                  <c:v>-4.51</c:v>
                </c:pt>
                <c:pt idx="101">
                  <c:v>-4.49</c:v>
                </c:pt>
                <c:pt idx="102">
                  <c:v>-4.499</c:v>
                </c:pt>
                <c:pt idx="103">
                  <c:v>-4.523</c:v>
                </c:pt>
                <c:pt idx="104">
                  <c:v>-4.512</c:v>
                </c:pt>
                <c:pt idx="105">
                  <c:v>-4.434</c:v>
                </c:pt>
                <c:pt idx="106">
                  <c:v>-4.315</c:v>
                </c:pt>
                <c:pt idx="107">
                  <c:v>-4.239</c:v>
                </c:pt>
                <c:pt idx="108">
                  <c:v>-4.218</c:v>
                </c:pt>
                <c:pt idx="109">
                  <c:v>-4.355</c:v>
                </c:pt>
                <c:pt idx="110">
                  <c:v>-4.598</c:v>
                </c:pt>
                <c:pt idx="111">
                  <c:v>-4.818</c:v>
                </c:pt>
                <c:pt idx="112">
                  <c:v>-5.125</c:v>
                </c:pt>
                <c:pt idx="113">
                  <c:v>-5.437</c:v>
                </c:pt>
                <c:pt idx="114">
                  <c:v>-5.86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PIR(PUR) 가연성 공기(O) #1</c:v>
                </c:pt>
              </c:strCache>
            </c:strRef>
          </c:tx>
          <c:spPr>
            <a:solidFill>
              <a:srgbClr val="6250D6"/>
            </a:solidFill>
            <a:ln w="1587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Sheet1!$F$2:$F$116</c:f>
              <c:numCache>
                <c:formatCode>General</c:formatCode>
                <c:ptCount val="115"/>
                <c:pt idx="0">
                  <c:v>-8.988</c:v>
                </c:pt>
                <c:pt idx="1">
                  <c:v>-9.001</c:v>
                </c:pt>
                <c:pt idx="2">
                  <c:v>-9.019</c:v>
                </c:pt>
                <c:pt idx="3">
                  <c:v>-9.021</c:v>
                </c:pt>
                <c:pt idx="4">
                  <c:v>-9.034</c:v>
                </c:pt>
                <c:pt idx="5">
                  <c:v>-9.013</c:v>
                </c:pt>
                <c:pt idx="6">
                  <c:v>-9.01</c:v>
                </c:pt>
                <c:pt idx="7">
                  <c:v>-9.001</c:v>
                </c:pt>
                <c:pt idx="8">
                  <c:v>-9.007</c:v>
                </c:pt>
                <c:pt idx="9">
                  <c:v>-8.997</c:v>
                </c:pt>
                <c:pt idx="10">
                  <c:v>-8.983</c:v>
                </c:pt>
                <c:pt idx="11">
                  <c:v>-9.001</c:v>
                </c:pt>
                <c:pt idx="12">
                  <c:v>-8.981</c:v>
                </c:pt>
                <c:pt idx="13">
                  <c:v>-9.003</c:v>
                </c:pt>
                <c:pt idx="14">
                  <c:v>-9.019</c:v>
                </c:pt>
                <c:pt idx="15">
                  <c:v>-9.053</c:v>
                </c:pt>
                <c:pt idx="16">
                  <c:v>-9.056</c:v>
                </c:pt>
                <c:pt idx="17">
                  <c:v>-9.036</c:v>
                </c:pt>
                <c:pt idx="18">
                  <c:v>-8.996</c:v>
                </c:pt>
                <c:pt idx="19">
                  <c:v>-9.014</c:v>
                </c:pt>
                <c:pt idx="20">
                  <c:v>-8.975</c:v>
                </c:pt>
                <c:pt idx="21">
                  <c:v>-8.985</c:v>
                </c:pt>
                <c:pt idx="22">
                  <c:v>-8.99</c:v>
                </c:pt>
                <c:pt idx="23">
                  <c:v>-8.978</c:v>
                </c:pt>
                <c:pt idx="24">
                  <c:v>-8.981</c:v>
                </c:pt>
                <c:pt idx="25">
                  <c:v>-8.952</c:v>
                </c:pt>
                <c:pt idx="26">
                  <c:v>-8.9</c:v>
                </c:pt>
                <c:pt idx="27">
                  <c:v>-8.876</c:v>
                </c:pt>
                <c:pt idx="28">
                  <c:v>-8.874</c:v>
                </c:pt>
                <c:pt idx="29">
                  <c:v>-8.895</c:v>
                </c:pt>
                <c:pt idx="30">
                  <c:v>-8.929</c:v>
                </c:pt>
                <c:pt idx="31">
                  <c:v>-9.021</c:v>
                </c:pt>
                <c:pt idx="32">
                  <c:v>-9.085</c:v>
                </c:pt>
                <c:pt idx="33">
                  <c:v>-9.156</c:v>
                </c:pt>
                <c:pt idx="34">
                  <c:v>-9.184</c:v>
                </c:pt>
                <c:pt idx="35">
                  <c:v>-9.198</c:v>
                </c:pt>
                <c:pt idx="36">
                  <c:v>-9.166</c:v>
                </c:pt>
                <c:pt idx="37">
                  <c:v>-9.102</c:v>
                </c:pt>
                <c:pt idx="38">
                  <c:v>-9.03</c:v>
                </c:pt>
                <c:pt idx="39">
                  <c:v>-8.966</c:v>
                </c:pt>
                <c:pt idx="40">
                  <c:v>-8.914</c:v>
                </c:pt>
                <c:pt idx="41">
                  <c:v>-8.923</c:v>
                </c:pt>
                <c:pt idx="42">
                  <c:v>-8.935</c:v>
                </c:pt>
                <c:pt idx="43">
                  <c:v>-8.95</c:v>
                </c:pt>
                <c:pt idx="44">
                  <c:v>-8.967</c:v>
                </c:pt>
                <c:pt idx="45">
                  <c:v>-8.99</c:v>
                </c:pt>
                <c:pt idx="46">
                  <c:v>-8.965</c:v>
                </c:pt>
                <c:pt idx="47">
                  <c:v>-8.964</c:v>
                </c:pt>
                <c:pt idx="48">
                  <c:v>-8.98</c:v>
                </c:pt>
                <c:pt idx="49">
                  <c:v>-9.01</c:v>
                </c:pt>
                <c:pt idx="50">
                  <c:v>-8.999</c:v>
                </c:pt>
                <c:pt idx="51">
                  <c:v>-9.008</c:v>
                </c:pt>
                <c:pt idx="52">
                  <c:v>-9.027</c:v>
                </c:pt>
                <c:pt idx="53">
                  <c:v>-9.011</c:v>
                </c:pt>
                <c:pt idx="54">
                  <c:v>-9.024</c:v>
                </c:pt>
                <c:pt idx="55">
                  <c:v>-9.029</c:v>
                </c:pt>
                <c:pt idx="56">
                  <c:v>-9.014</c:v>
                </c:pt>
                <c:pt idx="57">
                  <c:v>-8.993</c:v>
                </c:pt>
                <c:pt idx="58">
                  <c:v>-8.97</c:v>
                </c:pt>
                <c:pt idx="59">
                  <c:v>-8.899</c:v>
                </c:pt>
                <c:pt idx="60">
                  <c:v>-8.873</c:v>
                </c:pt>
                <c:pt idx="61">
                  <c:v>-8.838</c:v>
                </c:pt>
                <c:pt idx="62">
                  <c:v>-8.739</c:v>
                </c:pt>
                <c:pt idx="63">
                  <c:v>-8.886</c:v>
                </c:pt>
                <c:pt idx="64">
                  <c:v>-8.77</c:v>
                </c:pt>
                <c:pt idx="65">
                  <c:v>-8.735</c:v>
                </c:pt>
                <c:pt idx="66">
                  <c:v>-8.806</c:v>
                </c:pt>
                <c:pt idx="67">
                  <c:v>-8.988</c:v>
                </c:pt>
                <c:pt idx="68">
                  <c:v>-9.335</c:v>
                </c:pt>
                <c:pt idx="69">
                  <c:v>-9.639</c:v>
                </c:pt>
                <c:pt idx="70">
                  <c:v>-9.873</c:v>
                </c:pt>
                <c:pt idx="71">
                  <c:v>-9.3</c:v>
                </c:pt>
                <c:pt idx="72">
                  <c:v>-9.01</c:v>
                </c:pt>
                <c:pt idx="73">
                  <c:v>-9.034</c:v>
                </c:pt>
                <c:pt idx="74">
                  <c:v>-9.387</c:v>
                </c:pt>
                <c:pt idx="75">
                  <c:v>-9.581</c:v>
                </c:pt>
                <c:pt idx="76">
                  <c:v>-9.437</c:v>
                </c:pt>
                <c:pt idx="77">
                  <c:v>-9.162</c:v>
                </c:pt>
                <c:pt idx="78">
                  <c:v>-8.661</c:v>
                </c:pt>
                <c:pt idx="79">
                  <c:v>-8.41</c:v>
                </c:pt>
                <c:pt idx="80">
                  <c:v>-8.256</c:v>
                </c:pt>
                <c:pt idx="81">
                  <c:v>-8.282</c:v>
                </c:pt>
                <c:pt idx="82">
                  <c:v>-8.388</c:v>
                </c:pt>
                <c:pt idx="83">
                  <c:v>-8.58</c:v>
                </c:pt>
                <c:pt idx="84">
                  <c:v>-8.789</c:v>
                </c:pt>
                <c:pt idx="85">
                  <c:v>-8.808</c:v>
                </c:pt>
                <c:pt idx="86">
                  <c:v>-8.929</c:v>
                </c:pt>
                <c:pt idx="87">
                  <c:v>-8.99</c:v>
                </c:pt>
                <c:pt idx="88">
                  <c:v>-9.06</c:v>
                </c:pt>
                <c:pt idx="89">
                  <c:v>-9.256</c:v>
                </c:pt>
                <c:pt idx="90">
                  <c:v>-9.484</c:v>
                </c:pt>
                <c:pt idx="91">
                  <c:v>-9.535</c:v>
                </c:pt>
                <c:pt idx="92">
                  <c:v>-9.415</c:v>
                </c:pt>
                <c:pt idx="93">
                  <c:v>-9.254</c:v>
                </c:pt>
                <c:pt idx="94">
                  <c:v>-9.076</c:v>
                </c:pt>
                <c:pt idx="95">
                  <c:v>-8.937</c:v>
                </c:pt>
                <c:pt idx="96">
                  <c:v>-8.908</c:v>
                </c:pt>
                <c:pt idx="97">
                  <c:v>-8.88</c:v>
                </c:pt>
                <c:pt idx="98">
                  <c:v>-8.91</c:v>
                </c:pt>
                <c:pt idx="99">
                  <c:v>-8.939</c:v>
                </c:pt>
                <c:pt idx="100">
                  <c:v>-8.93</c:v>
                </c:pt>
                <c:pt idx="101">
                  <c:v>-8.952</c:v>
                </c:pt>
                <c:pt idx="102">
                  <c:v>-8.963</c:v>
                </c:pt>
                <c:pt idx="103">
                  <c:v>-8.981</c:v>
                </c:pt>
                <c:pt idx="104">
                  <c:v>-8.96</c:v>
                </c:pt>
                <c:pt idx="105">
                  <c:v>-8.992</c:v>
                </c:pt>
                <c:pt idx="106">
                  <c:v>-8.987</c:v>
                </c:pt>
                <c:pt idx="107">
                  <c:v>-9</c:v>
                </c:pt>
                <c:pt idx="108">
                  <c:v>-9.025</c:v>
                </c:pt>
                <c:pt idx="109">
                  <c:v>-9.03</c:v>
                </c:pt>
                <c:pt idx="110">
                  <c:v>-9.041</c:v>
                </c:pt>
                <c:pt idx="111">
                  <c:v>-9.035</c:v>
                </c:pt>
                <c:pt idx="112">
                  <c:v>-9.015</c:v>
                </c:pt>
                <c:pt idx="113">
                  <c:v>-8.976</c:v>
                </c:pt>
                <c:pt idx="114">
                  <c:v>-8.975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PIR(PUR) 가연성 공기(O) #2</c:v>
                </c:pt>
              </c:strCache>
            </c:strRef>
          </c:tx>
          <c:spPr>
            <a:solidFill>
              <a:srgbClr val="6250D6"/>
            </a:solidFill>
            <a:ln w="15875" cap="flat">
              <a:solidFill>
                <a:srgbClr val="6250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Sheet1!$G$2:$G$116</c:f>
              <c:numCache>
                <c:formatCode>General</c:formatCode>
                <c:ptCount val="115"/>
                <c:pt idx="0">
                  <c:v>-9.007</c:v>
                </c:pt>
                <c:pt idx="1">
                  <c:v>-8.998</c:v>
                </c:pt>
                <c:pt idx="2">
                  <c:v>-9.01</c:v>
                </c:pt>
                <c:pt idx="3">
                  <c:v>-9.016</c:v>
                </c:pt>
                <c:pt idx="4">
                  <c:v>-9.048</c:v>
                </c:pt>
                <c:pt idx="5">
                  <c:v>-9.037</c:v>
                </c:pt>
                <c:pt idx="6">
                  <c:v>-9.01</c:v>
                </c:pt>
                <c:pt idx="7">
                  <c:v>-8.995</c:v>
                </c:pt>
                <c:pt idx="8">
                  <c:v>-9.004</c:v>
                </c:pt>
                <c:pt idx="9">
                  <c:v>-9.013</c:v>
                </c:pt>
                <c:pt idx="10">
                  <c:v>-8.972</c:v>
                </c:pt>
                <c:pt idx="11">
                  <c:v>-8.979</c:v>
                </c:pt>
                <c:pt idx="12">
                  <c:v>-8.991</c:v>
                </c:pt>
                <c:pt idx="13">
                  <c:v>-9.007</c:v>
                </c:pt>
                <c:pt idx="14">
                  <c:v>-9.027</c:v>
                </c:pt>
                <c:pt idx="15">
                  <c:v>-9.028</c:v>
                </c:pt>
                <c:pt idx="16">
                  <c:v>-9.045</c:v>
                </c:pt>
                <c:pt idx="17">
                  <c:v>-9.038</c:v>
                </c:pt>
                <c:pt idx="18">
                  <c:v>-8.99</c:v>
                </c:pt>
                <c:pt idx="19">
                  <c:v>-8.984</c:v>
                </c:pt>
                <c:pt idx="20">
                  <c:v>-8.976</c:v>
                </c:pt>
                <c:pt idx="21">
                  <c:v>-8.968</c:v>
                </c:pt>
                <c:pt idx="22">
                  <c:v>-8.985</c:v>
                </c:pt>
                <c:pt idx="23">
                  <c:v>-8.967</c:v>
                </c:pt>
                <c:pt idx="24">
                  <c:v>-8.956</c:v>
                </c:pt>
                <c:pt idx="25">
                  <c:v>-8.955</c:v>
                </c:pt>
                <c:pt idx="26">
                  <c:v>-8.936</c:v>
                </c:pt>
                <c:pt idx="27">
                  <c:v>-8.89</c:v>
                </c:pt>
                <c:pt idx="28">
                  <c:v>-8.89</c:v>
                </c:pt>
                <c:pt idx="29">
                  <c:v>-8.892</c:v>
                </c:pt>
                <c:pt idx="30">
                  <c:v>-8.95</c:v>
                </c:pt>
                <c:pt idx="31">
                  <c:v>-9.011</c:v>
                </c:pt>
                <c:pt idx="32">
                  <c:v>-9.076</c:v>
                </c:pt>
                <c:pt idx="33">
                  <c:v>-9.137</c:v>
                </c:pt>
                <c:pt idx="34">
                  <c:v>-9.19</c:v>
                </c:pt>
                <c:pt idx="35">
                  <c:v>-9.212</c:v>
                </c:pt>
                <c:pt idx="36">
                  <c:v>-9.191</c:v>
                </c:pt>
                <c:pt idx="37">
                  <c:v>-9.132</c:v>
                </c:pt>
                <c:pt idx="38">
                  <c:v>-9.072</c:v>
                </c:pt>
                <c:pt idx="39">
                  <c:v>-8.98</c:v>
                </c:pt>
                <c:pt idx="40">
                  <c:v>-8.93</c:v>
                </c:pt>
                <c:pt idx="41">
                  <c:v>-8.914</c:v>
                </c:pt>
                <c:pt idx="42">
                  <c:v>-8.923</c:v>
                </c:pt>
                <c:pt idx="43">
                  <c:v>-8.938</c:v>
                </c:pt>
                <c:pt idx="44">
                  <c:v>-8.938</c:v>
                </c:pt>
                <c:pt idx="45">
                  <c:v>-8.968</c:v>
                </c:pt>
                <c:pt idx="46">
                  <c:v>-8.979</c:v>
                </c:pt>
                <c:pt idx="47">
                  <c:v>-8.963</c:v>
                </c:pt>
                <c:pt idx="48">
                  <c:v>-8.964</c:v>
                </c:pt>
                <c:pt idx="49">
                  <c:v>-8.981</c:v>
                </c:pt>
                <c:pt idx="50">
                  <c:v>-9</c:v>
                </c:pt>
                <c:pt idx="51">
                  <c:v>-8.99</c:v>
                </c:pt>
                <c:pt idx="52">
                  <c:v>-9.023</c:v>
                </c:pt>
                <c:pt idx="53">
                  <c:v>-9.037</c:v>
                </c:pt>
                <c:pt idx="54">
                  <c:v>-9.029</c:v>
                </c:pt>
                <c:pt idx="55">
                  <c:v>-9.023</c:v>
                </c:pt>
                <c:pt idx="56">
                  <c:v>-9.078</c:v>
                </c:pt>
                <c:pt idx="57">
                  <c:v>-9.089</c:v>
                </c:pt>
                <c:pt idx="58">
                  <c:v>-9.065</c:v>
                </c:pt>
                <c:pt idx="59">
                  <c:v>-8.96</c:v>
                </c:pt>
                <c:pt idx="60">
                  <c:v>-8.862</c:v>
                </c:pt>
                <c:pt idx="61">
                  <c:v>-8.816</c:v>
                </c:pt>
                <c:pt idx="62">
                  <c:v>-8.751</c:v>
                </c:pt>
                <c:pt idx="63">
                  <c:v>-8.704</c:v>
                </c:pt>
                <c:pt idx="64">
                  <c:v>-8.699</c:v>
                </c:pt>
                <c:pt idx="65">
                  <c:v>-8.809</c:v>
                </c:pt>
                <c:pt idx="66">
                  <c:v>-8.89</c:v>
                </c:pt>
                <c:pt idx="67">
                  <c:v>-8.997</c:v>
                </c:pt>
                <c:pt idx="68">
                  <c:v>-9.165</c:v>
                </c:pt>
                <c:pt idx="69">
                  <c:v>-9.368</c:v>
                </c:pt>
                <c:pt idx="70">
                  <c:v>-8.925</c:v>
                </c:pt>
                <c:pt idx="71">
                  <c:v>-9.099</c:v>
                </c:pt>
                <c:pt idx="72">
                  <c:v>-9.423</c:v>
                </c:pt>
                <c:pt idx="73">
                  <c:v>-9.752</c:v>
                </c:pt>
                <c:pt idx="74">
                  <c:v>-10.039</c:v>
                </c:pt>
                <c:pt idx="75">
                  <c:v>-9.964</c:v>
                </c:pt>
                <c:pt idx="76">
                  <c:v>-9.786</c:v>
                </c:pt>
                <c:pt idx="77">
                  <c:v>-9.326</c:v>
                </c:pt>
                <c:pt idx="78">
                  <c:v>-8.644</c:v>
                </c:pt>
                <c:pt idx="79">
                  <c:v>-7.973</c:v>
                </c:pt>
                <c:pt idx="80">
                  <c:v>-7.944</c:v>
                </c:pt>
                <c:pt idx="81">
                  <c:v>-8.128</c:v>
                </c:pt>
                <c:pt idx="82">
                  <c:v>-8.3</c:v>
                </c:pt>
                <c:pt idx="83">
                  <c:v>-8.495</c:v>
                </c:pt>
                <c:pt idx="84">
                  <c:v>-8.724</c:v>
                </c:pt>
                <c:pt idx="85">
                  <c:v>-8.882</c:v>
                </c:pt>
                <c:pt idx="86">
                  <c:v>-8.921</c:v>
                </c:pt>
                <c:pt idx="87">
                  <c:v>-8.983</c:v>
                </c:pt>
                <c:pt idx="88">
                  <c:v>-9.066</c:v>
                </c:pt>
                <c:pt idx="89">
                  <c:v>-9.223</c:v>
                </c:pt>
                <c:pt idx="90">
                  <c:v>-9.415</c:v>
                </c:pt>
                <c:pt idx="91">
                  <c:v>-9.566</c:v>
                </c:pt>
                <c:pt idx="92">
                  <c:v>-9.507</c:v>
                </c:pt>
                <c:pt idx="93">
                  <c:v>-9.243</c:v>
                </c:pt>
                <c:pt idx="94">
                  <c:v>-9.053</c:v>
                </c:pt>
                <c:pt idx="95">
                  <c:v>-8.93</c:v>
                </c:pt>
                <c:pt idx="96">
                  <c:v>-8.878</c:v>
                </c:pt>
                <c:pt idx="97">
                  <c:v>-8.89</c:v>
                </c:pt>
                <c:pt idx="98">
                  <c:v>-8.951</c:v>
                </c:pt>
                <c:pt idx="99">
                  <c:v>-9.003</c:v>
                </c:pt>
                <c:pt idx="100">
                  <c:v>-8.969</c:v>
                </c:pt>
                <c:pt idx="101">
                  <c:v>-8.991</c:v>
                </c:pt>
                <c:pt idx="102">
                  <c:v>-8.973</c:v>
                </c:pt>
                <c:pt idx="103">
                  <c:v>-8.965</c:v>
                </c:pt>
                <c:pt idx="104">
                  <c:v>-8.937</c:v>
                </c:pt>
                <c:pt idx="105">
                  <c:v>-8.95</c:v>
                </c:pt>
                <c:pt idx="106">
                  <c:v>-8.978</c:v>
                </c:pt>
                <c:pt idx="107">
                  <c:v>-9.003</c:v>
                </c:pt>
                <c:pt idx="108">
                  <c:v>-9.024</c:v>
                </c:pt>
                <c:pt idx="109">
                  <c:v>-9.033</c:v>
                </c:pt>
                <c:pt idx="110">
                  <c:v>-9.052</c:v>
                </c:pt>
                <c:pt idx="111">
                  <c:v>-9.05</c:v>
                </c:pt>
                <c:pt idx="112">
                  <c:v>-9.032</c:v>
                </c:pt>
                <c:pt idx="113">
                  <c:v>-9.032</c:v>
                </c:pt>
                <c:pt idx="114">
                  <c:v>-8.952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PIR(PUR) 준불연 공기(O) #1</c:v>
                </c:pt>
              </c:strCache>
            </c:strRef>
          </c:tx>
          <c:spPr>
            <a:solidFill>
              <a:srgbClr val="008300"/>
            </a:solidFill>
            <a:ln w="1587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Sheet1!$H$2:$H$116</c:f>
              <c:numCache>
                <c:formatCode>General</c:formatCode>
                <c:ptCount val="115"/>
                <c:pt idx="0">
                  <c:v>-13.505</c:v>
                </c:pt>
                <c:pt idx="1">
                  <c:v>-13.51</c:v>
                </c:pt>
                <c:pt idx="2">
                  <c:v>-13.522</c:v>
                </c:pt>
                <c:pt idx="3">
                  <c:v>-13.533</c:v>
                </c:pt>
                <c:pt idx="4">
                  <c:v>-13.522</c:v>
                </c:pt>
                <c:pt idx="5">
                  <c:v>-13.497</c:v>
                </c:pt>
                <c:pt idx="6">
                  <c:v>-13.488</c:v>
                </c:pt>
                <c:pt idx="7">
                  <c:v>-13.482</c:v>
                </c:pt>
                <c:pt idx="8">
                  <c:v>-13.486</c:v>
                </c:pt>
                <c:pt idx="9">
                  <c:v>-13.487</c:v>
                </c:pt>
                <c:pt idx="10">
                  <c:v>-13.483</c:v>
                </c:pt>
                <c:pt idx="11">
                  <c:v>-13.519</c:v>
                </c:pt>
                <c:pt idx="12">
                  <c:v>-13.516</c:v>
                </c:pt>
                <c:pt idx="13">
                  <c:v>-13.525</c:v>
                </c:pt>
                <c:pt idx="14">
                  <c:v>-13.548</c:v>
                </c:pt>
                <c:pt idx="15">
                  <c:v>-13.536</c:v>
                </c:pt>
                <c:pt idx="16">
                  <c:v>-13.544</c:v>
                </c:pt>
                <c:pt idx="17">
                  <c:v>-13.523</c:v>
                </c:pt>
                <c:pt idx="18">
                  <c:v>-13.482</c:v>
                </c:pt>
                <c:pt idx="19">
                  <c:v>-13.464</c:v>
                </c:pt>
                <c:pt idx="20">
                  <c:v>-13.466</c:v>
                </c:pt>
                <c:pt idx="21">
                  <c:v>-13.441</c:v>
                </c:pt>
                <c:pt idx="22">
                  <c:v>-13.47</c:v>
                </c:pt>
                <c:pt idx="23">
                  <c:v>-13.497</c:v>
                </c:pt>
                <c:pt idx="24">
                  <c:v>-13.483</c:v>
                </c:pt>
                <c:pt idx="25">
                  <c:v>-13.473</c:v>
                </c:pt>
                <c:pt idx="26">
                  <c:v>-13.452</c:v>
                </c:pt>
                <c:pt idx="27">
                  <c:v>-13.437</c:v>
                </c:pt>
                <c:pt idx="28">
                  <c:v>-13.447</c:v>
                </c:pt>
                <c:pt idx="29">
                  <c:v>-13.462</c:v>
                </c:pt>
                <c:pt idx="30">
                  <c:v>-13.502</c:v>
                </c:pt>
                <c:pt idx="31">
                  <c:v>-13.541</c:v>
                </c:pt>
                <c:pt idx="32">
                  <c:v>-13.582</c:v>
                </c:pt>
                <c:pt idx="33">
                  <c:v>-13.624</c:v>
                </c:pt>
                <c:pt idx="34">
                  <c:v>-13.644</c:v>
                </c:pt>
                <c:pt idx="35">
                  <c:v>-13.583</c:v>
                </c:pt>
                <c:pt idx="36">
                  <c:v>-13.51</c:v>
                </c:pt>
                <c:pt idx="37">
                  <c:v>-13.448</c:v>
                </c:pt>
                <c:pt idx="38">
                  <c:v>-13.383</c:v>
                </c:pt>
                <c:pt idx="39">
                  <c:v>-13.369</c:v>
                </c:pt>
                <c:pt idx="40">
                  <c:v>-13.354</c:v>
                </c:pt>
                <c:pt idx="41">
                  <c:v>-13.379</c:v>
                </c:pt>
                <c:pt idx="42">
                  <c:v>-13.497</c:v>
                </c:pt>
                <c:pt idx="43">
                  <c:v>-13.639</c:v>
                </c:pt>
                <c:pt idx="44">
                  <c:v>-13.809</c:v>
                </c:pt>
                <c:pt idx="45">
                  <c:v>-13.798</c:v>
                </c:pt>
                <c:pt idx="46">
                  <c:v>-13.701</c:v>
                </c:pt>
                <c:pt idx="47">
                  <c:v>-13.464</c:v>
                </c:pt>
                <c:pt idx="48">
                  <c:v>-13.125</c:v>
                </c:pt>
                <c:pt idx="49">
                  <c:v>-13.161</c:v>
                </c:pt>
                <c:pt idx="50">
                  <c:v>-13.296</c:v>
                </c:pt>
                <c:pt idx="51">
                  <c:v>-13.47</c:v>
                </c:pt>
                <c:pt idx="52">
                  <c:v>-13.729</c:v>
                </c:pt>
                <c:pt idx="53">
                  <c:v>-14.01</c:v>
                </c:pt>
                <c:pt idx="54">
                  <c:v>-14.225</c:v>
                </c:pt>
                <c:pt idx="55">
                  <c:v>-13.962</c:v>
                </c:pt>
                <c:pt idx="56">
                  <c:v>-12.922</c:v>
                </c:pt>
                <c:pt idx="57">
                  <c:v>-13.064</c:v>
                </c:pt>
                <c:pt idx="58">
                  <c:v>-13.209</c:v>
                </c:pt>
                <c:pt idx="59">
                  <c:v>-13.156</c:v>
                </c:pt>
                <c:pt idx="60">
                  <c:v>-13.252</c:v>
                </c:pt>
                <c:pt idx="61">
                  <c:v>-13.331</c:v>
                </c:pt>
                <c:pt idx="62">
                  <c:v>-13.372</c:v>
                </c:pt>
                <c:pt idx="63">
                  <c:v>-13.401</c:v>
                </c:pt>
                <c:pt idx="64">
                  <c:v>-13.424</c:v>
                </c:pt>
                <c:pt idx="65">
                  <c:v>-13.41</c:v>
                </c:pt>
                <c:pt idx="66">
                  <c:v>-13.482</c:v>
                </c:pt>
                <c:pt idx="67">
                  <c:v>-13.624</c:v>
                </c:pt>
                <c:pt idx="68">
                  <c:v>-13.689</c:v>
                </c:pt>
                <c:pt idx="69">
                  <c:v>-13.641</c:v>
                </c:pt>
                <c:pt idx="70">
                  <c:v>-13.669</c:v>
                </c:pt>
                <c:pt idx="71">
                  <c:v>-13.64</c:v>
                </c:pt>
                <c:pt idx="72">
                  <c:v>-13.581</c:v>
                </c:pt>
                <c:pt idx="73">
                  <c:v>-13.382</c:v>
                </c:pt>
                <c:pt idx="74">
                  <c:v>-13.411</c:v>
                </c:pt>
                <c:pt idx="75">
                  <c:v>-14.064</c:v>
                </c:pt>
                <c:pt idx="76">
                  <c:v>-14.439</c:v>
                </c:pt>
                <c:pt idx="77">
                  <c:v>-14.564</c:v>
                </c:pt>
                <c:pt idx="78">
                  <c:v>-13.694</c:v>
                </c:pt>
                <c:pt idx="79">
                  <c:v>-13.623</c:v>
                </c:pt>
                <c:pt idx="80">
                  <c:v>-13.273</c:v>
                </c:pt>
                <c:pt idx="81">
                  <c:v>-12.87</c:v>
                </c:pt>
                <c:pt idx="82">
                  <c:v>-12.485</c:v>
                </c:pt>
                <c:pt idx="83">
                  <c:v>-12.681000000000001</c:v>
                </c:pt>
                <c:pt idx="84">
                  <c:v>-12.941</c:v>
                </c:pt>
                <c:pt idx="85">
                  <c:v>-13.213</c:v>
                </c:pt>
                <c:pt idx="86">
                  <c:v>-13.47</c:v>
                </c:pt>
                <c:pt idx="87">
                  <c:v>-13.65</c:v>
                </c:pt>
                <c:pt idx="88">
                  <c:v>-13.756</c:v>
                </c:pt>
                <c:pt idx="89">
                  <c:v>-13.853</c:v>
                </c:pt>
                <c:pt idx="90">
                  <c:v>-13.827</c:v>
                </c:pt>
                <c:pt idx="91">
                  <c:v>-13.574</c:v>
                </c:pt>
                <c:pt idx="92">
                  <c:v>-13.509</c:v>
                </c:pt>
                <c:pt idx="93">
                  <c:v>-13.507</c:v>
                </c:pt>
                <c:pt idx="94">
                  <c:v>-13.443</c:v>
                </c:pt>
                <c:pt idx="95">
                  <c:v>-13.5</c:v>
                </c:pt>
                <c:pt idx="96">
                  <c:v>-13.484</c:v>
                </c:pt>
                <c:pt idx="97">
                  <c:v>-13.503</c:v>
                </c:pt>
                <c:pt idx="98">
                  <c:v>-13.533</c:v>
                </c:pt>
                <c:pt idx="99">
                  <c:v>-13.553</c:v>
                </c:pt>
                <c:pt idx="100">
                  <c:v>-13.533</c:v>
                </c:pt>
                <c:pt idx="101">
                  <c:v>-13.484</c:v>
                </c:pt>
                <c:pt idx="102">
                  <c:v>-13.438</c:v>
                </c:pt>
                <c:pt idx="103">
                  <c:v>-13.458</c:v>
                </c:pt>
                <c:pt idx="104">
                  <c:v>-13.527</c:v>
                </c:pt>
                <c:pt idx="105">
                  <c:v>-13.612</c:v>
                </c:pt>
                <c:pt idx="106">
                  <c:v>-13.657</c:v>
                </c:pt>
                <c:pt idx="107">
                  <c:v>-13.471</c:v>
                </c:pt>
                <c:pt idx="108">
                  <c:v>-13.466</c:v>
                </c:pt>
                <c:pt idx="109">
                  <c:v>-13.465</c:v>
                </c:pt>
                <c:pt idx="110">
                  <c:v>-13.451</c:v>
                </c:pt>
                <c:pt idx="111">
                  <c:v>-13.384</c:v>
                </c:pt>
                <c:pt idx="112">
                  <c:v>-13.39</c:v>
                </c:pt>
                <c:pt idx="113">
                  <c:v>-13.403</c:v>
                </c:pt>
                <c:pt idx="114">
                  <c:v>-13.336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PIR(PUR) 준불연 공기(O) #2</c:v>
                </c:pt>
              </c:strCache>
            </c:strRef>
          </c:tx>
          <c:spPr>
            <a:solidFill>
              <a:srgbClr val="008300"/>
            </a:solidFill>
            <a:ln w="15875" cap="flat">
              <a:solidFill>
                <a:srgbClr val="008300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Sheet1!$I$2:$I$116</c:f>
              <c:numCache>
                <c:formatCode>General</c:formatCode>
                <c:ptCount val="115"/>
                <c:pt idx="0">
                  <c:v>-13.477</c:v>
                </c:pt>
                <c:pt idx="1">
                  <c:v>-13.493</c:v>
                </c:pt>
                <c:pt idx="2">
                  <c:v>-13.509</c:v>
                </c:pt>
                <c:pt idx="3">
                  <c:v>-13.539</c:v>
                </c:pt>
                <c:pt idx="4">
                  <c:v>-13.551</c:v>
                </c:pt>
                <c:pt idx="5">
                  <c:v>-13.518</c:v>
                </c:pt>
                <c:pt idx="6">
                  <c:v>-13.5</c:v>
                </c:pt>
                <c:pt idx="7">
                  <c:v>-13.493</c:v>
                </c:pt>
                <c:pt idx="8">
                  <c:v>-13.485</c:v>
                </c:pt>
                <c:pt idx="9">
                  <c:v>-13.503</c:v>
                </c:pt>
                <c:pt idx="10">
                  <c:v>-13.48</c:v>
                </c:pt>
                <c:pt idx="11">
                  <c:v>-13.511</c:v>
                </c:pt>
                <c:pt idx="12">
                  <c:v>-13.531</c:v>
                </c:pt>
                <c:pt idx="13">
                  <c:v>-13.506</c:v>
                </c:pt>
                <c:pt idx="14">
                  <c:v>-13.531</c:v>
                </c:pt>
                <c:pt idx="15">
                  <c:v>-13.518</c:v>
                </c:pt>
                <c:pt idx="16">
                  <c:v>-13.522</c:v>
                </c:pt>
                <c:pt idx="17">
                  <c:v>-13.498</c:v>
                </c:pt>
                <c:pt idx="18">
                  <c:v>-13.459</c:v>
                </c:pt>
                <c:pt idx="19">
                  <c:v>-13.475</c:v>
                </c:pt>
                <c:pt idx="20">
                  <c:v>-13.475</c:v>
                </c:pt>
                <c:pt idx="21">
                  <c:v>-13.501</c:v>
                </c:pt>
                <c:pt idx="22">
                  <c:v>-13.528</c:v>
                </c:pt>
                <c:pt idx="23">
                  <c:v>-13.518</c:v>
                </c:pt>
                <c:pt idx="24">
                  <c:v>-13.454</c:v>
                </c:pt>
                <c:pt idx="25">
                  <c:v>-13.41</c:v>
                </c:pt>
                <c:pt idx="26">
                  <c:v>-13.363</c:v>
                </c:pt>
                <c:pt idx="27">
                  <c:v>-13.363</c:v>
                </c:pt>
                <c:pt idx="28">
                  <c:v>-13.381</c:v>
                </c:pt>
                <c:pt idx="29">
                  <c:v>-13.446</c:v>
                </c:pt>
                <c:pt idx="30">
                  <c:v>-13.496</c:v>
                </c:pt>
                <c:pt idx="31">
                  <c:v>-13.569</c:v>
                </c:pt>
                <c:pt idx="32">
                  <c:v>-13.614</c:v>
                </c:pt>
                <c:pt idx="33">
                  <c:v>-13.622</c:v>
                </c:pt>
                <c:pt idx="34">
                  <c:v>-13.616</c:v>
                </c:pt>
                <c:pt idx="35">
                  <c:v>-13.63</c:v>
                </c:pt>
                <c:pt idx="36">
                  <c:v>-13.608</c:v>
                </c:pt>
                <c:pt idx="37">
                  <c:v>-13.571</c:v>
                </c:pt>
                <c:pt idx="38">
                  <c:v>-13.544</c:v>
                </c:pt>
                <c:pt idx="39">
                  <c:v>-13.511</c:v>
                </c:pt>
                <c:pt idx="40">
                  <c:v>-13.509</c:v>
                </c:pt>
                <c:pt idx="41">
                  <c:v>-13.484</c:v>
                </c:pt>
                <c:pt idx="42">
                  <c:v>-13.464</c:v>
                </c:pt>
                <c:pt idx="43">
                  <c:v>-13.462</c:v>
                </c:pt>
                <c:pt idx="44">
                  <c:v>-13.48</c:v>
                </c:pt>
                <c:pt idx="45">
                  <c:v>-13.482</c:v>
                </c:pt>
                <c:pt idx="46">
                  <c:v>-13.487</c:v>
                </c:pt>
                <c:pt idx="47">
                  <c:v>-13.504</c:v>
                </c:pt>
                <c:pt idx="48">
                  <c:v>-13.475</c:v>
                </c:pt>
                <c:pt idx="49">
                  <c:v>-13.486</c:v>
                </c:pt>
                <c:pt idx="50">
                  <c:v>-13.496</c:v>
                </c:pt>
                <c:pt idx="51">
                  <c:v>-13.513</c:v>
                </c:pt>
                <c:pt idx="52">
                  <c:v>-13.524</c:v>
                </c:pt>
                <c:pt idx="53">
                  <c:v>-13.52</c:v>
                </c:pt>
                <c:pt idx="54">
                  <c:v>-13.503</c:v>
                </c:pt>
                <c:pt idx="55">
                  <c:v>-13.494</c:v>
                </c:pt>
                <c:pt idx="56">
                  <c:v>-13.492</c:v>
                </c:pt>
                <c:pt idx="57">
                  <c:v>-13.473</c:v>
                </c:pt>
                <c:pt idx="58">
                  <c:v>-13.462</c:v>
                </c:pt>
                <c:pt idx="59">
                  <c:v>-13.404</c:v>
                </c:pt>
                <c:pt idx="60">
                  <c:v>-13.335</c:v>
                </c:pt>
                <c:pt idx="61">
                  <c:v>-13.298</c:v>
                </c:pt>
                <c:pt idx="62">
                  <c:v>-13.298</c:v>
                </c:pt>
                <c:pt idx="63">
                  <c:v>-13.278</c:v>
                </c:pt>
                <c:pt idx="64">
                  <c:v>-13.294</c:v>
                </c:pt>
                <c:pt idx="65">
                  <c:v>-13.361</c:v>
                </c:pt>
                <c:pt idx="66">
                  <c:v>-13.433</c:v>
                </c:pt>
                <c:pt idx="67">
                  <c:v>-13.529</c:v>
                </c:pt>
                <c:pt idx="68">
                  <c:v>-13.582</c:v>
                </c:pt>
                <c:pt idx="69">
                  <c:v>-13.421</c:v>
                </c:pt>
                <c:pt idx="70">
                  <c:v>-13.274</c:v>
                </c:pt>
                <c:pt idx="71">
                  <c:v>-13.355</c:v>
                </c:pt>
                <c:pt idx="72">
                  <c:v>-13.559</c:v>
                </c:pt>
                <c:pt idx="73">
                  <c:v>-13.994</c:v>
                </c:pt>
                <c:pt idx="74">
                  <c:v>-14.557</c:v>
                </c:pt>
                <c:pt idx="75">
                  <c:v>-14.963000000000001</c:v>
                </c:pt>
                <c:pt idx="76">
                  <c:v>-14.889</c:v>
                </c:pt>
                <c:pt idx="77">
                  <c:v>-14.718</c:v>
                </c:pt>
                <c:pt idx="78">
                  <c:v>-14.602</c:v>
                </c:pt>
                <c:pt idx="79">
                  <c:v>-12.207</c:v>
                </c:pt>
                <c:pt idx="80">
                  <c:v>-11.870000000000001</c:v>
                </c:pt>
                <c:pt idx="81">
                  <c:v>-11.825</c:v>
                </c:pt>
                <c:pt idx="82">
                  <c:v>-12.164</c:v>
                </c:pt>
                <c:pt idx="83">
                  <c:v>-12.582</c:v>
                </c:pt>
                <c:pt idx="84">
                  <c:v>-13.128</c:v>
                </c:pt>
                <c:pt idx="85">
                  <c:v>-13.539</c:v>
                </c:pt>
                <c:pt idx="86">
                  <c:v>-13.76</c:v>
                </c:pt>
                <c:pt idx="87">
                  <c:v>-13.734</c:v>
                </c:pt>
                <c:pt idx="88">
                  <c:v>-13.665</c:v>
                </c:pt>
                <c:pt idx="89">
                  <c:v>-13.598</c:v>
                </c:pt>
                <c:pt idx="90">
                  <c:v>-13.627</c:v>
                </c:pt>
                <c:pt idx="91">
                  <c:v>-13.653</c:v>
                </c:pt>
                <c:pt idx="92">
                  <c:v>-13.703</c:v>
                </c:pt>
                <c:pt idx="93">
                  <c:v>-13.758</c:v>
                </c:pt>
                <c:pt idx="94">
                  <c:v>-13.837</c:v>
                </c:pt>
                <c:pt idx="95">
                  <c:v>-13.982</c:v>
                </c:pt>
                <c:pt idx="96">
                  <c:v>-14.121</c:v>
                </c:pt>
                <c:pt idx="97">
                  <c:v>-13.032</c:v>
                </c:pt>
                <c:pt idx="98">
                  <c:v>-13.159</c:v>
                </c:pt>
                <c:pt idx="99">
                  <c:v>-13.238</c:v>
                </c:pt>
                <c:pt idx="100">
                  <c:v>-13.365</c:v>
                </c:pt>
                <c:pt idx="101">
                  <c:v>-13.428</c:v>
                </c:pt>
                <c:pt idx="102">
                  <c:v>-13.464</c:v>
                </c:pt>
                <c:pt idx="103">
                  <c:v>-13.574</c:v>
                </c:pt>
                <c:pt idx="104">
                  <c:v>-13.596</c:v>
                </c:pt>
                <c:pt idx="105">
                  <c:v>-13.518</c:v>
                </c:pt>
                <c:pt idx="106">
                  <c:v>-13.325</c:v>
                </c:pt>
                <c:pt idx="107">
                  <c:v>-13.296</c:v>
                </c:pt>
                <c:pt idx="108">
                  <c:v>-13.339</c:v>
                </c:pt>
                <c:pt idx="109">
                  <c:v>-13.508</c:v>
                </c:pt>
                <c:pt idx="110">
                  <c:v>-13.656</c:v>
                </c:pt>
                <c:pt idx="111">
                  <c:v>-13.881</c:v>
                </c:pt>
                <c:pt idx="112">
                  <c:v>-14.141</c:v>
                </c:pt>
                <c:pt idx="113">
                  <c:v>-14.46</c:v>
                </c:pt>
                <c:pt idx="114">
                  <c:v>-14.801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PF 준불연 외부용 공기(O) #1</c:v>
                </c:pt>
              </c:strCache>
            </c:strRef>
          </c:tx>
          <c:spPr>
            <a:solidFill>
              <a:srgbClr val="2A78D6"/>
            </a:solidFill>
            <a:ln w="1587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Sheet1!$J$2:$J$116</c:f>
              <c:numCache>
                <c:formatCode>General</c:formatCode>
                <c:ptCount val="115"/>
                <c:pt idx="0">
                  <c:v>-18.03</c:v>
                </c:pt>
                <c:pt idx="1">
                  <c:v>-18.021</c:v>
                </c:pt>
                <c:pt idx="2">
                  <c:v>-18.028</c:v>
                </c:pt>
                <c:pt idx="3">
                  <c:v>-18.03</c:v>
                </c:pt>
                <c:pt idx="4">
                  <c:v>-18.031</c:v>
                </c:pt>
                <c:pt idx="5">
                  <c:v>-17.999</c:v>
                </c:pt>
                <c:pt idx="6">
                  <c:v>-17.998</c:v>
                </c:pt>
                <c:pt idx="7">
                  <c:v>-18.006</c:v>
                </c:pt>
                <c:pt idx="8">
                  <c:v>-18</c:v>
                </c:pt>
                <c:pt idx="9">
                  <c:v>-18.016</c:v>
                </c:pt>
                <c:pt idx="10">
                  <c:v>-18.006</c:v>
                </c:pt>
                <c:pt idx="11">
                  <c:v>-17.986</c:v>
                </c:pt>
                <c:pt idx="12">
                  <c:v>-17.986</c:v>
                </c:pt>
                <c:pt idx="13">
                  <c:v>-17.997</c:v>
                </c:pt>
                <c:pt idx="14">
                  <c:v>-18.001</c:v>
                </c:pt>
                <c:pt idx="15">
                  <c:v>-18.017</c:v>
                </c:pt>
                <c:pt idx="16">
                  <c:v>-18.047</c:v>
                </c:pt>
                <c:pt idx="17">
                  <c:v>-18.003</c:v>
                </c:pt>
                <c:pt idx="18">
                  <c:v>-17.968</c:v>
                </c:pt>
                <c:pt idx="19">
                  <c:v>-17.953</c:v>
                </c:pt>
                <c:pt idx="20">
                  <c:v>-17.945</c:v>
                </c:pt>
                <c:pt idx="21">
                  <c:v>-17.939</c:v>
                </c:pt>
                <c:pt idx="22">
                  <c:v>-17.949</c:v>
                </c:pt>
                <c:pt idx="23">
                  <c:v>-17.97</c:v>
                </c:pt>
                <c:pt idx="24">
                  <c:v>-17.99</c:v>
                </c:pt>
                <c:pt idx="25">
                  <c:v>-17.999</c:v>
                </c:pt>
                <c:pt idx="26">
                  <c:v>-18.003</c:v>
                </c:pt>
                <c:pt idx="27">
                  <c:v>-18.007</c:v>
                </c:pt>
                <c:pt idx="28">
                  <c:v>-18</c:v>
                </c:pt>
                <c:pt idx="29">
                  <c:v>-18.043</c:v>
                </c:pt>
                <c:pt idx="30">
                  <c:v>-18.026</c:v>
                </c:pt>
                <c:pt idx="31">
                  <c:v>-17.98</c:v>
                </c:pt>
                <c:pt idx="32">
                  <c:v>-17.955</c:v>
                </c:pt>
                <c:pt idx="33">
                  <c:v>-18.046</c:v>
                </c:pt>
                <c:pt idx="34">
                  <c:v>-18.058</c:v>
                </c:pt>
                <c:pt idx="35">
                  <c:v>-18.035</c:v>
                </c:pt>
                <c:pt idx="36">
                  <c:v>-18.039</c:v>
                </c:pt>
                <c:pt idx="37">
                  <c:v>-18.035</c:v>
                </c:pt>
                <c:pt idx="38">
                  <c:v>-18.035</c:v>
                </c:pt>
                <c:pt idx="39">
                  <c:v>-18.026</c:v>
                </c:pt>
                <c:pt idx="40">
                  <c:v>-18.024</c:v>
                </c:pt>
                <c:pt idx="41">
                  <c:v>-18.015</c:v>
                </c:pt>
                <c:pt idx="42">
                  <c:v>-18.015</c:v>
                </c:pt>
                <c:pt idx="43">
                  <c:v>-18.014</c:v>
                </c:pt>
                <c:pt idx="44">
                  <c:v>-17.969</c:v>
                </c:pt>
                <c:pt idx="45">
                  <c:v>-17.968</c:v>
                </c:pt>
                <c:pt idx="46">
                  <c:v>-17.953</c:v>
                </c:pt>
                <c:pt idx="47">
                  <c:v>-17.954</c:v>
                </c:pt>
                <c:pt idx="48">
                  <c:v>-17.944</c:v>
                </c:pt>
                <c:pt idx="49">
                  <c:v>-17.984</c:v>
                </c:pt>
                <c:pt idx="50">
                  <c:v>-18.003</c:v>
                </c:pt>
                <c:pt idx="51">
                  <c:v>-18.044</c:v>
                </c:pt>
                <c:pt idx="52">
                  <c:v>-18.02</c:v>
                </c:pt>
                <c:pt idx="53">
                  <c:v>-18.025</c:v>
                </c:pt>
                <c:pt idx="54">
                  <c:v>-17.995</c:v>
                </c:pt>
                <c:pt idx="55">
                  <c:v>-17.979</c:v>
                </c:pt>
                <c:pt idx="56">
                  <c:v>-17.977</c:v>
                </c:pt>
                <c:pt idx="57">
                  <c:v>-17.951</c:v>
                </c:pt>
                <c:pt idx="58">
                  <c:v>-18.019</c:v>
                </c:pt>
                <c:pt idx="59">
                  <c:v>-18.023</c:v>
                </c:pt>
                <c:pt idx="60">
                  <c:v>-18.076</c:v>
                </c:pt>
                <c:pt idx="61">
                  <c:v>-18.101</c:v>
                </c:pt>
                <c:pt idx="62">
                  <c:v>-18.064</c:v>
                </c:pt>
                <c:pt idx="63">
                  <c:v>-18.011</c:v>
                </c:pt>
                <c:pt idx="64">
                  <c:v>-17.959</c:v>
                </c:pt>
                <c:pt idx="65">
                  <c:v>-17.909</c:v>
                </c:pt>
                <c:pt idx="66">
                  <c:v>-17.902</c:v>
                </c:pt>
                <c:pt idx="67">
                  <c:v>-17.849</c:v>
                </c:pt>
                <c:pt idx="68">
                  <c:v>-17.93</c:v>
                </c:pt>
                <c:pt idx="69">
                  <c:v>-18.003</c:v>
                </c:pt>
                <c:pt idx="70">
                  <c:v>-18.069</c:v>
                </c:pt>
                <c:pt idx="71">
                  <c:v>-18.103</c:v>
                </c:pt>
                <c:pt idx="72">
                  <c:v>-18.095</c:v>
                </c:pt>
                <c:pt idx="73">
                  <c:v>-18.01</c:v>
                </c:pt>
                <c:pt idx="74">
                  <c:v>-17.95</c:v>
                </c:pt>
                <c:pt idx="75">
                  <c:v>-17.956</c:v>
                </c:pt>
                <c:pt idx="76">
                  <c:v>-17.971</c:v>
                </c:pt>
                <c:pt idx="77">
                  <c:v>-17.992</c:v>
                </c:pt>
                <c:pt idx="78">
                  <c:v>-18.017</c:v>
                </c:pt>
                <c:pt idx="79">
                  <c:v>-18.018</c:v>
                </c:pt>
                <c:pt idx="80">
                  <c:v>-18.016</c:v>
                </c:pt>
                <c:pt idx="81">
                  <c:v>-18.128</c:v>
                </c:pt>
                <c:pt idx="82">
                  <c:v>-18.091</c:v>
                </c:pt>
                <c:pt idx="83">
                  <c:v>-18.012</c:v>
                </c:pt>
                <c:pt idx="84">
                  <c:v>-17.927</c:v>
                </c:pt>
                <c:pt idx="85">
                  <c:v>-17.899</c:v>
                </c:pt>
                <c:pt idx="86">
                  <c:v>-17.869</c:v>
                </c:pt>
                <c:pt idx="87">
                  <c:v>-17.92</c:v>
                </c:pt>
                <c:pt idx="88">
                  <c:v>-17.914</c:v>
                </c:pt>
                <c:pt idx="89">
                  <c:v>-17.952</c:v>
                </c:pt>
                <c:pt idx="90">
                  <c:v>-18.01</c:v>
                </c:pt>
                <c:pt idx="91">
                  <c:v>-18.057</c:v>
                </c:pt>
                <c:pt idx="92">
                  <c:v>-18.034</c:v>
                </c:pt>
                <c:pt idx="93">
                  <c:v>-18.038</c:v>
                </c:pt>
                <c:pt idx="94">
                  <c:v>-18.028</c:v>
                </c:pt>
                <c:pt idx="95">
                  <c:v>-18.013</c:v>
                </c:pt>
                <c:pt idx="96">
                  <c:v>-18.075</c:v>
                </c:pt>
                <c:pt idx="97">
                  <c:v>-18.055</c:v>
                </c:pt>
                <c:pt idx="98">
                  <c:v>-18.019</c:v>
                </c:pt>
                <c:pt idx="99">
                  <c:v>-17.989</c:v>
                </c:pt>
                <c:pt idx="100">
                  <c:v>-17.998</c:v>
                </c:pt>
                <c:pt idx="101">
                  <c:v>-17.967</c:v>
                </c:pt>
                <c:pt idx="102">
                  <c:v>-17.916</c:v>
                </c:pt>
                <c:pt idx="103">
                  <c:v>-17.894</c:v>
                </c:pt>
                <c:pt idx="104">
                  <c:v>-17.807</c:v>
                </c:pt>
                <c:pt idx="105">
                  <c:v>-17.761</c:v>
                </c:pt>
                <c:pt idx="106">
                  <c:v>-17.772</c:v>
                </c:pt>
                <c:pt idx="107">
                  <c:v>-17.918</c:v>
                </c:pt>
                <c:pt idx="108">
                  <c:v>-18.122</c:v>
                </c:pt>
                <c:pt idx="109">
                  <c:v>-18.381</c:v>
                </c:pt>
                <c:pt idx="110">
                  <c:v>-18.606</c:v>
                </c:pt>
                <c:pt idx="111">
                  <c:v>-18.85</c:v>
                </c:pt>
                <c:pt idx="112">
                  <c:v>-19.087</c:v>
                </c:pt>
                <c:pt idx="113">
                  <c:v>-17.486</c:v>
                </c:pt>
                <c:pt idx="114">
                  <c:v>-16.753</c:v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PF 준불연 외부용 공기(O) #2</c:v>
                </c:pt>
              </c:strCache>
            </c:strRef>
          </c:tx>
          <c:spPr>
            <a:solidFill>
              <a:srgbClr val="2A78D6"/>
            </a:solidFill>
            <a:ln w="15875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Sheet1!$K$2:$K$116</c:f>
              <c:numCache>
                <c:formatCode>General</c:formatCode>
                <c:ptCount val="115"/>
                <c:pt idx="0">
                  <c:v>-18.01</c:v>
                </c:pt>
                <c:pt idx="1">
                  <c:v>-18.008</c:v>
                </c:pt>
                <c:pt idx="2">
                  <c:v>-18.018</c:v>
                </c:pt>
                <c:pt idx="3">
                  <c:v>-18.053</c:v>
                </c:pt>
                <c:pt idx="4">
                  <c:v>-18.039</c:v>
                </c:pt>
                <c:pt idx="5">
                  <c:v>-18.026</c:v>
                </c:pt>
                <c:pt idx="6">
                  <c:v>-18.007</c:v>
                </c:pt>
                <c:pt idx="7">
                  <c:v>-18.027</c:v>
                </c:pt>
                <c:pt idx="8">
                  <c:v>-18.011</c:v>
                </c:pt>
                <c:pt idx="9">
                  <c:v>-18.016</c:v>
                </c:pt>
                <c:pt idx="10">
                  <c:v>-18.006</c:v>
                </c:pt>
                <c:pt idx="11">
                  <c:v>-18.007</c:v>
                </c:pt>
                <c:pt idx="12">
                  <c:v>-17.977</c:v>
                </c:pt>
                <c:pt idx="13">
                  <c:v>-17.986</c:v>
                </c:pt>
                <c:pt idx="14">
                  <c:v>-17.99</c:v>
                </c:pt>
                <c:pt idx="15">
                  <c:v>-18.009</c:v>
                </c:pt>
                <c:pt idx="16">
                  <c:v>-18.024</c:v>
                </c:pt>
                <c:pt idx="17">
                  <c:v>-17.985</c:v>
                </c:pt>
                <c:pt idx="18">
                  <c:v>-17.975</c:v>
                </c:pt>
                <c:pt idx="19">
                  <c:v>-17.985</c:v>
                </c:pt>
                <c:pt idx="20">
                  <c:v>-17.955</c:v>
                </c:pt>
                <c:pt idx="21">
                  <c:v>-17.94</c:v>
                </c:pt>
                <c:pt idx="22">
                  <c:v>-17.944</c:v>
                </c:pt>
                <c:pt idx="23">
                  <c:v>-17.959</c:v>
                </c:pt>
                <c:pt idx="24">
                  <c:v>-17.972</c:v>
                </c:pt>
                <c:pt idx="25">
                  <c:v>-17.972</c:v>
                </c:pt>
                <c:pt idx="26">
                  <c:v>-17.974</c:v>
                </c:pt>
                <c:pt idx="27">
                  <c:v>-18.002</c:v>
                </c:pt>
                <c:pt idx="28">
                  <c:v>-18.03</c:v>
                </c:pt>
                <c:pt idx="29">
                  <c:v>-18.041</c:v>
                </c:pt>
                <c:pt idx="30">
                  <c:v>-18.004</c:v>
                </c:pt>
                <c:pt idx="31">
                  <c:v>-17.964</c:v>
                </c:pt>
                <c:pt idx="32">
                  <c:v>-17.934</c:v>
                </c:pt>
                <c:pt idx="33">
                  <c:v>-18.051</c:v>
                </c:pt>
                <c:pt idx="34">
                  <c:v>-18.071</c:v>
                </c:pt>
                <c:pt idx="35">
                  <c:v>-18.059</c:v>
                </c:pt>
                <c:pt idx="36">
                  <c:v>-18.04</c:v>
                </c:pt>
                <c:pt idx="37">
                  <c:v>-18.043</c:v>
                </c:pt>
                <c:pt idx="38">
                  <c:v>-18.07</c:v>
                </c:pt>
                <c:pt idx="39">
                  <c:v>-18.049</c:v>
                </c:pt>
                <c:pt idx="40">
                  <c:v>-18.031</c:v>
                </c:pt>
                <c:pt idx="41">
                  <c:v>-18.009</c:v>
                </c:pt>
                <c:pt idx="42">
                  <c:v>-18.011</c:v>
                </c:pt>
                <c:pt idx="43">
                  <c:v>-17.94</c:v>
                </c:pt>
                <c:pt idx="44">
                  <c:v>-17.949</c:v>
                </c:pt>
                <c:pt idx="45">
                  <c:v>-17.954</c:v>
                </c:pt>
                <c:pt idx="46">
                  <c:v>-17.961</c:v>
                </c:pt>
                <c:pt idx="47">
                  <c:v>-17.964</c:v>
                </c:pt>
                <c:pt idx="48">
                  <c:v>-17.973</c:v>
                </c:pt>
                <c:pt idx="49">
                  <c:v>-18.005</c:v>
                </c:pt>
                <c:pt idx="50">
                  <c:v>-18.054</c:v>
                </c:pt>
                <c:pt idx="51">
                  <c:v>-18.054</c:v>
                </c:pt>
                <c:pt idx="52">
                  <c:v>-18.024</c:v>
                </c:pt>
                <c:pt idx="53">
                  <c:v>-17.995</c:v>
                </c:pt>
                <c:pt idx="54">
                  <c:v>-17.945</c:v>
                </c:pt>
                <c:pt idx="55">
                  <c:v>-17.927</c:v>
                </c:pt>
                <c:pt idx="56">
                  <c:v>-17.935</c:v>
                </c:pt>
                <c:pt idx="57">
                  <c:v>-17.991</c:v>
                </c:pt>
                <c:pt idx="58">
                  <c:v>-18.024</c:v>
                </c:pt>
                <c:pt idx="59">
                  <c:v>-18.05</c:v>
                </c:pt>
                <c:pt idx="60">
                  <c:v>-18.078</c:v>
                </c:pt>
                <c:pt idx="61">
                  <c:v>-18.043</c:v>
                </c:pt>
                <c:pt idx="62">
                  <c:v>-18.005</c:v>
                </c:pt>
                <c:pt idx="63">
                  <c:v>-17.952</c:v>
                </c:pt>
                <c:pt idx="64">
                  <c:v>-17.939</c:v>
                </c:pt>
                <c:pt idx="65">
                  <c:v>-17.953</c:v>
                </c:pt>
                <c:pt idx="66">
                  <c:v>-17.956</c:v>
                </c:pt>
                <c:pt idx="67">
                  <c:v>-17.994</c:v>
                </c:pt>
                <c:pt idx="68">
                  <c:v>-18.02</c:v>
                </c:pt>
                <c:pt idx="69">
                  <c:v>-18.033</c:v>
                </c:pt>
                <c:pt idx="70">
                  <c:v>-18.029</c:v>
                </c:pt>
                <c:pt idx="71">
                  <c:v>-18.065</c:v>
                </c:pt>
                <c:pt idx="72">
                  <c:v>-18.046</c:v>
                </c:pt>
                <c:pt idx="73">
                  <c:v>-18.032</c:v>
                </c:pt>
                <c:pt idx="74">
                  <c:v>-17.96</c:v>
                </c:pt>
                <c:pt idx="75">
                  <c:v>-17.965</c:v>
                </c:pt>
                <c:pt idx="76">
                  <c:v>-17.969</c:v>
                </c:pt>
                <c:pt idx="77">
                  <c:v>-17.959</c:v>
                </c:pt>
                <c:pt idx="78">
                  <c:v>-17.996</c:v>
                </c:pt>
                <c:pt idx="79">
                  <c:v>-18.05</c:v>
                </c:pt>
                <c:pt idx="80">
                  <c:v>-18.128</c:v>
                </c:pt>
                <c:pt idx="81">
                  <c:v>-18.142</c:v>
                </c:pt>
                <c:pt idx="82">
                  <c:v>-18.126</c:v>
                </c:pt>
                <c:pt idx="83">
                  <c:v>-18.018</c:v>
                </c:pt>
                <c:pt idx="84">
                  <c:v>-17.906</c:v>
                </c:pt>
                <c:pt idx="85">
                  <c:v>-17.77</c:v>
                </c:pt>
                <c:pt idx="86">
                  <c:v>-17.706</c:v>
                </c:pt>
                <c:pt idx="87">
                  <c:v>-17.631</c:v>
                </c:pt>
                <c:pt idx="88">
                  <c:v>-17.766</c:v>
                </c:pt>
                <c:pt idx="89">
                  <c:v>-17.925</c:v>
                </c:pt>
                <c:pt idx="90">
                  <c:v>-18.053</c:v>
                </c:pt>
                <c:pt idx="91">
                  <c:v>-18.242</c:v>
                </c:pt>
                <c:pt idx="92">
                  <c:v>-18.397</c:v>
                </c:pt>
                <c:pt idx="93">
                  <c:v>-18.589</c:v>
                </c:pt>
                <c:pt idx="94">
                  <c:v>-19.103</c:v>
                </c:pt>
                <c:pt idx="95">
                  <c:v>-17.71</c:v>
                </c:pt>
                <c:pt idx="96">
                  <c:v>-17.393</c:v>
                </c:pt>
                <c:pt idx="97">
                  <c:v>-17.549</c:v>
                </c:pt>
                <c:pt idx="98">
                  <c:v>-17.736</c:v>
                </c:pt>
                <c:pt idx="99">
                  <c:v>-17.888</c:v>
                </c:pt>
                <c:pt idx="100">
                  <c:v>-17.998</c:v>
                </c:pt>
                <c:pt idx="101">
                  <c:v>-18.144</c:v>
                </c:pt>
                <c:pt idx="102">
                  <c:v>-18.158</c:v>
                </c:pt>
                <c:pt idx="103">
                  <c:v>-18.166</c:v>
                </c:pt>
                <c:pt idx="104">
                  <c:v>-18.088</c:v>
                </c:pt>
                <c:pt idx="105">
                  <c:v>-17.972</c:v>
                </c:pt>
                <c:pt idx="106">
                  <c:v>-17.945</c:v>
                </c:pt>
                <c:pt idx="107">
                  <c:v>-17.896</c:v>
                </c:pt>
                <c:pt idx="108">
                  <c:v>-17.913</c:v>
                </c:pt>
                <c:pt idx="109">
                  <c:v>-17.931</c:v>
                </c:pt>
                <c:pt idx="110">
                  <c:v>-17.942</c:v>
                </c:pt>
                <c:pt idx="111">
                  <c:v>-17.985</c:v>
                </c:pt>
                <c:pt idx="112">
                  <c:v>-18.006</c:v>
                </c:pt>
                <c:pt idx="113">
                  <c:v>-17.981</c:v>
                </c:pt>
                <c:pt idx="114">
                  <c:v>-17.973</c:v>
                </c:pt>
              </c:numCache>
            </c:numRef>
          </c:y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PF 준불연 내부용 공기(O) #1</c:v>
                </c:pt>
              </c:strCache>
            </c:strRef>
          </c:tx>
          <c:spPr>
            <a:solidFill>
              <a:srgbClr val="E34948"/>
            </a:solidFill>
            <a:ln w="1587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Sheet1!$L$2:$L$116</c:f>
              <c:numCache>
                <c:formatCode>General</c:formatCode>
                <c:ptCount val="115"/>
                <c:pt idx="0">
                  <c:v>-22.498</c:v>
                </c:pt>
                <c:pt idx="1">
                  <c:v>-22.5014</c:v>
                </c:pt>
                <c:pt idx="2">
                  <c:v>-22.5064</c:v>
                </c:pt>
                <c:pt idx="3">
                  <c:v>-22.5146</c:v>
                </c:pt>
                <c:pt idx="4">
                  <c:v>-22.5098</c:v>
                </c:pt>
                <c:pt idx="5">
                  <c:v>-22.5084</c:v>
                </c:pt>
                <c:pt idx="6">
                  <c:v>-22.5046</c:v>
                </c:pt>
                <c:pt idx="7">
                  <c:v>-22.499</c:v>
                </c:pt>
                <c:pt idx="8">
                  <c:v>-22.491</c:v>
                </c:pt>
                <c:pt idx="9">
                  <c:v>-22.4962</c:v>
                </c:pt>
                <c:pt idx="10">
                  <c:v>-22.5004</c:v>
                </c:pt>
                <c:pt idx="11">
                  <c:v>-22.4936</c:v>
                </c:pt>
                <c:pt idx="12">
                  <c:v>-22.4832</c:v>
                </c:pt>
                <c:pt idx="13">
                  <c:v>-22.5022</c:v>
                </c:pt>
                <c:pt idx="14">
                  <c:v>-22.5156</c:v>
                </c:pt>
                <c:pt idx="15">
                  <c:v>-22.5196</c:v>
                </c:pt>
                <c:pt idx="16">
                  <c:v>-22.5224</c:v>
                </c:pt>
                <c:pt idx="17">
                  <c:v>-22.5166</c:v>
                </c:pt>
                <c:pt idx="18">
                  <c:v>-22.4908</c:v>
                </c:pt>
                <c:pt idx="19">
                  <c:v>-22.4714</c:v>
                </c:pt>
                <c:pt idx="20">
                  <c:v>-22.4668</c:v>
                </c:pt>
                <c:pt idx="21">
                  <c:v>-22.4558</c:v>
                </c:pt>
                <c:pt idx="22">
                  <c:v>-22.4544</c:v>
                </c:pt>
                <c:pt idx="23">
                  <c:v>-22.5394</c:v>
                </c:pt>
                <c:pt idx="24">
                  <c:v>-22.5234</c:v>
                </c:pt>
                <c:pt idx="25">
                  <c:v>-22.5124</c:v>
                </c:pt>
                <c:pt idx="26">
                  <c:v>-22.5116</c:v>
                </c:pt>
                <c:pt idx="27">
                  <c:v>-22.51</c:v>
                </c:pt>
                <c:pt idx="28">
                  <c:v>-22.504</c:v>
                </c:pt>
                <c:pt idx="29">
                  <c:v>-22.4962</c:v>
                </c:pt>
                <c:pt idx="30">
                  <c:v>-22.4916</c:v>
                </c:pt>
                <c:pt idx="31">
                  <c:v>-22.4882</c:v>
                </c:pt>
                <c:pt idx="32">
                  <c:v>-22.4878</c:v>
                </c:pt>
                <c:pt idx="33">
                  <c:v>-22.4944</c:v>
                </c:pt>
                <c:pt idx="34">
                  <c:v>-22.5316</c:v>
                </c:pt>
                <c:pt idx="35">
                  <c:v>-22.5226</c:v>
                </c:pt>
                <c:pt idx="36">
                  <c:v>-22.5198</c:v>
                </c:pt>
                <c:pt idx="37">
                  <c:v>-22.5178</c:v>
                </c:pt>
                <c:pt idx="38">
                  <c:v>-22.5108</c:v>
                </c:pt>
                <c:pt idx="39">
                  <c:v>-22.5074</c:v>
                </c:pt>
                <c:pt idx="40">
                  <c:v>-22.5086</c:v>
                </c:pt>
                <c:pt idx="41">
                  <c:v>-22.5034</c:v>
                </c:pt>
                <c:pt idx="42">
                  <c:v>-22.5036</c:v>
                </c:pt>
                <c:pt idx="43">
                  <c:v>-22.4996</c:v>
                </c:pt>
                <c:pt idx="44">
                  <c:v>-22.4978</c:v>
                </c:pt>
                <c:pt idx="45">
                  <c:v>-22.4948</c:v>
                </c:pt>
                <c:pt idx="46">
                  <c:v>-22.4962</c:v>
                </c:pt>
                <c:pt idx="47">
                  <c:v>-22.4882</c:v>
                </c:pt>
                <c:pt idx="48">
                  <c:v>-22.4876</c:v>
                </c:pt>
                <c:pt idx="49">
                  <c:v>-22.491</c:v>
                </c:pt>
                <c:pt idx="50">
                  <c:v>-22.4932</c:v>
                </c:pt>
                <c:pt idx="51">
                  <c:v>-22.5026</c:v>
                </c:pt>
                <c:pt idx="52">
                  <c:v>-22.5206</c:v>
                </c:pt>
                <c:pt idx="53">
                  <c:v>-22.5254</c:v>
                </c:pt>
                <c:pt idx="54">
                  <c:v>-22.535</c:v>
                </c:pt>
                <c:pt idx="55">
                  <c:v>-22.5468</c:v>
                </c:pt>
                <c:pt idx="56">
                  <c:v>-22.4362</c:v>
                </c:pt>
                <c:pt idx="57">
                  <c:v>-22.2252</c:v>
                </c:pt>
                <c:pt idx="58">
                  <c:v>-22.1262</c:v>
                </c:pt>
                <c:pt idx="59">
                  <c:v>-22.1488</c:v>
                </c:pt>
                <c:pt idx="60">
                  <c:v>-22.2224</c:v>
                </c:pt>
                <c:pt idx="61">
                  <c:v>-22.438</c:v>
                </c:pt>
                <c:pt idx="62">
                  <c:v>-22.755</c:v>
                </c:pt>
                <c:pt idx="63">
                  <c:v>-23.2056</c:v>
                </c:pt>
                <c:pt idx="64">
                  <c:v>-23.8372</c:v>
                </c:pt>
                <c:pt idx="65">
                  <c:v>-24.250799999999998</c:v>
                </c:pt>
                <c:pt idx="66">
                  <c:v>-21.6556</c:v>
                </c:pt>
                <c:pt idx="67">
                  <c:v>-21.2118</c:v>
                </c:pt>
                <c:pt idx="68">
                  <c:v>-22.2386</c:v>
                </c:pt>
                <c:pt idx="69">
                  <c:v>-21.983</c:v>
                </c:pt>
                <c:pt idx="70">
                  <c:v>-22.0972</c:v>
                </c:pt>
                <c:pt idx="71">
                  <c:v>-22.3196</c:v>
                </c:pt>
                <c:pt idx="72">
                  <c:v>-22.5296</c:v>
                </c:pt>
                <c:pt idx="73">
                  <c:v>-22.6718</c:v>
                </c:pt>
                <c:pt idx="74">
                  <c:v>-22.7138</c:v>
                </c:pt>
                <c:pt idx="75">
                  <c:v>-22.6284</c:v>
                </c:pt>
                <c:pt idx="76">
                  <c:v>-22.511</c:v>
                </c:pt>
                <c:pt idx="77">
                  <c:v>-22.5342</c:v>
                </c:pt>
                <c:pt idx="78">
                  <c:v>-22.5518</c:v>
                </c:pt>
                <c:pt idx="79">
                  <c:v>-22.5084</c:v>
                </c:pt>
                <c:pt idx="80">
                  <c:v>-22.5018</c:v>
                </c:pt>
                <c:pt idx="81">
                  <c:v>-22.49</c:v>
                </c:pt>
                <c:pt idx="82">
                  <c:v>-22.498</c:v>
                </c:pt>
                <c:pt idx="83">
                  <c:v>-22.4894</c:v>
                </c:pt>
                <c:pt idx="84">
                  <c:v>-22.4874</c:v>
                </c:pt>
                <c:pt idx="85">
                  <c:v>-22.4852</c:v>
                </c:pt>
                <c:pt idx="86">
                  <c:v>-22.4984</c:v>
                </c:pt>
                <c:pt idx="87">
                  <c:v>-22.4974</c:v>
                </c:pt>
                <c:pt idx="88">
                  <c:v>-22.501</c:v>
                </c:pt>
                <c:pt idx="89">
                  <c:v>-22.5048</c:v>
                </c:pt>
                <c:pt idx="90">
                  <c:v>-22.5026</c:v>
                </c:pt>
                <c:pt idx="91">
                  <c:v>-22.519</c:v>
                </c:pt>
                <c:pt idx="92">
                  <c:v>-22.5086</c:v>
                </c:pt>
                <c:pt idx="93">
                  <c:v>-22.5048</c:v>
                </c:pt>
                <c:pt idx="94">
                  <c:v>-22.505</c:v>
                </c:pt>
                <c:pt idx="95">
                  <c:v>-22.5002</c:v>
                </c:pt>
                <c:pt idx="96">
                  <c:v>-22.4958</c:v>
                </c:pt>
                <c:pt idx="97">
                  <c:v>-22.5004</c:v>
                </c:pt>
                <c:pt idx="98">
                  <c:v>-22.4988</c:v>
                </c:pt>
                <c:pt idx="99">
                  <c:v>-22.5044</c:v>
                </c:pt>
                <c:pt idx="100">
                  <c:v>-22.5012</c:v>
                </c:pt>
                <c:pt idx="101">
                  <c:v>-22.4962</c:v>
                </c:pt>
                <c:pt idx="102">
                  <c:v>-22.4902</c:v>
                </c:pt>
                <c:pt idx="103">
                  <c:v>-22.4988</c:v>
                </c:pt>
                <c:pt idx="104">
                  <c:v>-22.496</c:v>
                </c:pt>
                <c:pt idx="105">
                  <c:v>-22.501</c:v>
                </c:pt>
                <c:pt idx="106">
                  <c:v>-22.5004</c:v>
                </c:pt>
                <c:pt idx="107">
                  <c:v>-22.504</c:v>
                </c:pt>
                <c:pt idx="108">
                  <c:v>-22.5078</c:v>
                </c:pt>
                <c:pt idx="109">
                  <c:v>-22.5108</c:v>
                </c:pt>
                <c:pt idx="110">
                  <c:v>-22.5046</c:v>
                </c:pt>
                <c:pt idx="111">
                  <c:v>-22.4896</c:v>
                </c:pt>
                <c:pt idx="112">
                  <c:v>-22.486</c:v>
                </c:pt>
                <c:pt idx="113">
                  <c:v>-22.494</c:v>
                </c:pt>
                <c:pt idx="114">
                  <c:v>-22.4938</c:v>
                </c:pt>
              </c:numCache>
            </c:numRef>
          </c:y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PF 준불연 내부용 공기(O) #2</c:v>
                </c:pt>
              </c:strCache>
            </c:strRef>
          </c:tx>
          <c:spPr>
            <a:solidFill>
              <a:srgbClr val="E34948"/>
            </a:solidFill>
            <a:ln w="15875" cap="flat">
              <a:solidFill>
                <a:srgbClr val="E34948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Sheet1!$M$2:$M$116</c:f>
              <c:numCache>
                <c:formatCode>General</c:formatCode>
                <c:ptCount val="115"/>
                <c:pt idx="0">
                  <c:v>-22.5038</c:v>
                </c:pt>
                <c:pt idx="1">
                  <c:v>-22.5024</c:v>
                </c:pt>
                <c:pt idx="2">
                  <c:v>-22.5056</c:v>
                </c:pt>
                <c:pt idx="3">
                  <c:v>-22.5106</c:v>
                </c:pt>
                <c:pt idx="4">
                  <c:v>-22.5096</c:v>
                </c:pt>
                <c:pt idx="5">
                  <c:v>-22.5042</c:v>
                </c:pt>
                <c:pt idx="6">
                  <c:v>-22.5012</c:v>
                </c:pt>
                <c:pt idx="7">
                  <c:v>-22.504</c:v>
                </c:pt>
                <c:pt idx="8">
                  <c:v>-22.5018</c:v>
                </c:pt>
                <c:pt idx="9">
                  <c:v>-22.5022</c:v>
                </c:pt>
                <c:pt idx="10">
                  <c:v>-22.5004</c:v>
                </c:pt>
                <c:pt idx="11">
                  <c:v>-22.497</c:v>
                </c:pt>
                <c:pt idx="12">
                  <c:v>-22.4964</c:v>
                </c:pt>
                <c:pt idx="13">
                  <c:v>-22.4982</c:v>
                </c:pt>
                <c:pt idx="14">
                  <c:v>-22.5008</c:v>
                </c:pt>
                <c:pt idx="15">
                  <c:v>-22.5018</c:v>
                </c:pt>
                <c:pt idx="16">
                  <c:v>-22.5076</c:v>
                </c:pt>
                <c:pt idx="17">
                  <c:v>-22.5038</c:v>
                </c:pt>
                <c:pt idx="18">
                  <c:v>-22.4918</c:v>
                </c:pt>
                <c:pt idx="19">
                  <c:v>-22.4896</c:v>
                </c:pt>
                <c:pt idx="20">
                  <c:v>-22.4802</c:v>
                </c:pt>
                <c:pt idx="21">
                  <c:v>-22.4766</c:v>
                </c:pt>
                <c:pt idx="22">
                  <c:v>-22.4716</c:v>
                </c:pt>
                <c:pt idx="23">
                  <c:v>-22.4742</c:v>
                </c:pt>
                <c:pt idx="24">
                  <c:v>-22.4794</c:v>
                </c:pt>
                <c:pt idx="25">
                  <c:v>-22.4874</c:v>
                </c:pt>
                <c:pt idx="26">
                  <c:v>-22.4976</c:v>
                </c:pt>
                <c:pt idx="27">
                  <c:v>-22.4998</c:v>
                </c:pt>
                <c:pt idx="28">
                  <c:v>-22.5004</c:v>
                </c:pt>
                <c:pt idx="29">
                  <c:v>-22.4928</c:v>
                </c:pt>
                <c:pt idx="30">
                  <c:v>-22.4852</c:v>
                </c:pt>
                <c:pt idx="31">
                  <c:v>-22.484</c:v>
                </c:pt>
                <c:pt idx="32">
                  <c:v>-22.4994</c:v>
                </c:pt>
                <c:pt idx="33">
                  <c:v>-22.5334</c:v>
                </c:pt>
                <c:pt idx="34">
                  <c:v>-22.5614</c:v>
                </c:pt>
                <c:pt idx="35">
                  <c:v>-22.5614</c:v>
                </c:pt>
                <c:pt idx="36">
                  <c:v>-22.5498</c:v>
                </c:pt>
                <c:pt idx="37">
                  <c:v>-22.5414</c:v>
                </c:pt>
                <c:pt idx="38">
                  <c:v>-22.528</c:v>
                </c:pt>
                <c:pt idx="39">
                  <c:v>-22.52</c:v>
                </c:pt>
                <c:pt idx="40">
                  <c:v>-22.4986</c:v>
                </c:pt>
                <c:pt idx="41">
                  <c:v>-22.4922</c:v>
                </c:pt>
                <c:pt idx="42">
                  <c:v>-22.4882</c:v>
                </c:pt>
                <c:pt idx="43">
                  <c:v>-22.4862</c:v>
                </c:pt>
                <c:pt idx="44">
                  <c:v>-22.4888</c:v>
                </c:pt>
                <c:pt idx="45">
                  <c:v>-22.4822</c:v>
                </c:pt>
                <c:pt idx="46">
                  <c:v>-22.4832</c:v>
                </c:pt>
                <c:pt idx="47">
                  <c:v>-22.4826</c:v>
                </c:pt>
                <c:pt idx="48">
                  <c:v>-22.4908</c:v>
                </c:pt>
                <c:pt idx="49">
                  <c:v>-22.4936</c:v>
                </c:pt>
                <c:pt idx="50">
                  <c:v>-22.4962</c:v>
                </c:pt>
                <c:pt idx="51">
                  <c:v>-22.4998</c:v>
                </c:pt>
                <c:pt idx="52">
                  <c:v>-22.5184</c:v>
                </c:pt>
                <c:pt idx="53">
                  <c:v>-22.5384</c:v>
                </c:pt>
                <c:pt idx="54">
                  <c:v>-22.5626</c:v>
                </c:pt>
                <c:pt idx="55">
                  <c:v>-22.5712</c:v>
                </c:pt>
                <c:pt idx="56">
                  <c:v>-22.3462</c:v>
                </c:pt>
                <c:pt idx="57">
                  <c:v>-21.9358</c:v>
                </c:pt>
                <c:pt idx="58">
                  <c:v>-21.7314</c:v>
                </c:pt>
                <c:pt idx="59">
                  <c:v>-21.810200000000002</c:v>
                </c:pt>
                <c:pt idx="60">
                  <c:v>-22.0568</c:v>
                </c:pt>
                <c:pt idx="61">
                  <c:v>-22.4562</c:v>
                </c:pt>
                <c:pt idx="62">
                  <c:v>-23.106</c:v>
                </c:pt>
                <c:pt idx="63">
                  <c:v>-24.0886</c:v>
                </c:pt>
                <c:pt idx="64">
                  <c:v>-25.3388</c:v>
                </c:pt>
                <c:pt idx="65">
                  <c:v>-25.9368</c:v>
                </c:pt>
                <c:pt idx="66">
                  <c:v>-20.8582</c:v>
                </c:pt>
                <c:pt idx="67">
                  <c:v>-19.613</c:v>
                </c:pt>
                <c:pt idx="68">
                  <c:v>-20.5046</c:v>
                </c:pt>
                <c:pt idx="69">
                  <c:v>-22.7228</c:v>
                </c:pt>
                <c:pt idx="70">
                  <c:v>-21.822400000000002</c:v>
                </c:pt>
                <c:pt idx="71">
                  <c:v>-22.1862</c:v>
                </c:pt>
                <c:pt idx="72">
                  <c:v>-22.5898</c:v>
                </c:pt>
                <c:pt idx="73">
                  <c:v>-22.8796</c:v>
                </c:pt>
                <c:pt idx="74">
                  <c:v>-22.9476</c:v>
                </c:pt>
                <c:pt idx="75">
                  <c:v>-22.744</c:v>
                </c:pt>
                <c:pt idx="76">
                  <c:v>-22.479</c:v>
                </c:pt>
                <c:pt idx="77">
                  <c:v>-22.497</c:v>
                </c:pt>
                <c:pt idx="78">
                  <c:v>-22.5592</c:v>
                </c:pt>
                <c:pt idx="79">
                  <c:v>-22.567</c:v>
                </c:pt>
                <c:pt idx="80">
                  <c:v>-22.5102</c:v>
                </c:pt>
                <c:pt idx="81">
                  <c:v>-22.5098</c:v>
                </c:pt>
                <c:pt idx="82">
                  <c:v>-22.5004</c:v>
                </c:pt>
                <c:pt idx="83">
                  <c:v>-22.4986</c:v>
                </c:pt>
                <c:pt idx="84">
                  <c:v>-22.4892</c:v>
                </c:pt>
                <c:pt idx="85">
                  <c:v>-22.488</c:v>
                </c:pt>
                <c:pt idx="86">
                  <c:v>-22.4838</c:v>
                </c:pt>
                <c:pt idx="87">
                  <c:v>-22.4868</c:v>
                </c:pt>
                <c:pt idx="88">
                  <c:v>-22.4986</c:v>
                </c:pt>
                <c:pt idx="89">
                  <c:v>-22.504</c:v>
                </c:pt>
                <c:pt idx="90">
                  <c:v>-22.5114</c:v>
                </c:pt>
                <c:pt idx="91">
                  <c:v>-22.5198</c:v>
                </c:pt>
                <c:pt idx="92">
                  <c:v>-22.5146</c:v>
                </c:pt>
                <c:pt idx="93">
                  <c:v>-22.5108</c:v>
                </c:pt>
                <c:pt idx="94">
                  <c:v>-22.505</c:v>
                </c:pt>
                <c:pt idx="95">
                  <c:v>-22.503</c:v>
                </c:pt>
                <c:pt idx="96">
                  <c:v>-22.5008</c:v>
                </c:pt>
                <c:pt idx="97">
                  <c:v>-22.4986</c:v>
                </c:pt>
                <c:pt idx="98">
                  <c:v>-22.4956</c:v>
                </c:pt>
                <c:pt idx="99">
                  <c:v>-22.4896</c:v>
                </c:pt>
                <c:pt idx="100">
                  <c:v>-22.4994</c:v>
                </c:pt>
                <c:pt idx="101">
                  <c:v>-22.5024</c:v>
                </c:pt>
                <c:pt idx="102">
                  <c:v>-22.5002</c:v>
                </c:pt>
                <c:pt idx="103">
                  <c:v>-22.4988</c:v>
                </c:pt>
                <c:pt idx="104">
                  <c:v>-22.4892</c:v>
                </c:pt>
                <c:pt idx="105">
                  <c:v>-22.4722</c:v>
                </c:pt>
                <c:pt idx="106">
                  <c:v>-22.4534</c:v>
                </c:pt>
                <c:pt idx="107">
                  <c:v>-22.449</c:v>
                </c:pt>
                <c:pt idx="108">
                  <c:v>-22.453</c:v>
                </c:pt>
                <c:pt idx="109">
                  <c:v>-22.4954</c:v>
                </c:pt>
                <c:pt idx="110">
                  <c:v>-22.4962</c:v>
                </c:pt>
                <c:pt idx="111">
                  <c:v>-22.4954</c:v>
                </c:pt>
                <c:pt idx="112">
                  <c:v>-22.501</c:v>
                </c:pt>
                <c:pt idx="113">
                  <c:v>-22.5324</c:v>
                </c:pt>
                <c:pt idx="114">
                  <c:v>-22.5728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20"/>
          <c:min val="1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26.4"/>
        <c:auto val="1"/>
        <c:lblAlgn val="ctr"/>
        <c:noMultiLvlLbl val="1"/>
        <c:majorUnit val="100"/>
      </c:valAx>
      <c:valAx>
        <c:axId val="2094734552"/>
        <c:scaling>
          <c:orientation val="minMax"/>
          <c:max val="2.4"/>
          <c:min val="-26.4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평균 EPS_C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100.45</c:v>
                </c:pt>
                <c:pt idx="1">
                  <c:v>100.555</c:v>
                </c:pt>
                <c:pt idx="2">
                  <c:v>100.61</c:v>
                </c:pt>
                <c:pt idx="3">
                  <c:v>100.69</c:v>
                </c:pt>
                <c:pt idx="4">
                  <c:v>100.6</c:v>
                </c:pt>
                <c:pt idx="5">
                  <c:v>100.625</c:v>
                </c:pt>
                <c:pt idx="6">
                  <c:v>100.575</c:v>
                </c:pt>
                <c:pt idx="7">
                  <c:v>100.47999999999999</c:v>
                </c:pt>
                <c:pt idx="8">
                  <c:v>100.43</c:v>
                </c:pt>
                <c:pt idx="9">
                  <c:v>100.28999999999999</c:v>
                </c:pt>
                <c:pt idx="10">
                  <c:v>100.155</c:v>
                </c:pt>
                <c:pt idx="11">
                  <c:v>100.075</c:v>
                </c:pt>
                <c:pt idx="12">
                  <c:v>99.905</c:v>
                </c:pt>
                <c:pt idx="13">
                  <c:v>99.69</c:v>
                </c:pt>
                <c:pt idx="14">
                  <c:v>99.45</c:v>
                </c:pt>
                <c:pt idx="15">
                  <c:v>99.305</c:v>
                </c:pt>
                <c:pt idx="16">
                  <c:v>99.075</c:v>
                </c:pt>
                <c:pt idx="17">
                  <c:v>98.845</c:v>
                </c:pt>
                <c:pt idx="18">
                  <c:v>98.645</c:v>
                </c:pt>
                <c:pt idx="19">
                  <c:v>98.39</c:v>
                </c:pt>
                <c:pt idx="20">
                  <c:v>98.225</c:v>
                </c:pt>
                <c:pt idx="21">
                  <c:v>97.975</c:v>
                </c:pt>
                <c:pt idx="22">
                  <c:v>97.775</c:v>
                </c:pt>
                <c:pt idx="23">
                  <c:v>97.615</c:v>
                </c:pt>
                <c:pt idx="24">
                  <c:v>97.42</c:v>
                </c:pt>
                <c:pt idx="25">
                  <c:v>97.195</c:v>
                </c:pt>
                <c:pt idx="26">
                  <c:v>96.97</c:v>
                </c:pt>
                <c:pt idx="27">
                  <c:v>96.76</c:v>
                </c:pt>
                <c:pt idx="28">
                  <c:v>96.64</c:v>
                </c:pt>
                <c:pt idx="29">
                  <c:v>96.465</c:v>
                </c:pt>
                <c:pt idx="30">
                  <c:v>96.235</c:v>
                </c:pt>
                <c:pt idx="31">
                  <c:v>96.13499999999999</c:v>
                </c:pt>
                <c:pt idx="32">
                  <c:v>95.92500000000001</c:v>
                </c:pt>
                <c:pt idx="33">
                  <c:v>95.815</c:v>
                </c:pt>
                <c:pt idx="34">
                  <c:v>95.535</c:v>
                </c:pt>
                <c:pt idx="35">
                  <c:v>95.45500000000001</c:v>
                </c:pt>
                <c:pt idx="36">
                  <c:v>95.25999999999999</c:v>
                </c:pt>
                <c:pt idx="37">
                  <c:v>95.08500000000001</c:v>
                </c:pt>
                <c:pt idx="38">
                  <c:v>94.94</c:v>
                </c:pt>
                <c:pt idx="39">
                  <c:v>94.765</c:v>
                </c:pt>
                <c:pt idx="40">
                  <c:v>94.545</c:v>
                </c:pt>
                <c:pt idx="41">
                  <c:v>94.44</c:v>
                </c:pt>
                <c:pt idx="42">
                  <c:v>95.37</c:v>
                </c:pt>
                <c:pt idx="43">
                  <c:v>95.22999999999999</c:v>
                </c:pt>
                <c:pt idx="44">
                  <c:v>95.07</c:v>
                </c:pt>
                <c:pt idx="45">
                  <c:v>94.94</c:v>
                </c:pt>
                <c:pt idx="46">
                  <c:v>94.75999999999999</c:v>
                </c:pt>
                <c:pt idx="47">
                  <c:v>94.5</c:v>
                </c:pt>
                <c:pt idx="48">
                  <c:v>94.33500000000001</c:v>
                </c:pt>
                <c:pt idx="49">
                  <c:v>94.12</c:v>
                </c:pt>
                <c:pt idx="50">
                  <c:v>93.85499999999999</c:v>
                </c:pt>
                <c:pt idx="51">
                  <c:v>93.6</c:v>
                </c:pt>
                <c:pt idx="52">
                  <c:v>93.33</c:v>
                </c:pt>
                <c:pt idx="53">
                  <c:v>93.035</c:v>
                </c:pt>
                <c:pt idx="54">
                  <c:v>92.78</c:v>
                </c:pt>
                <c:pt idx="55">
                  <c:v>92.33</c:v>
                </c:pt>
                <c:pt idx="56">
                  <c:v>91.89500000000001</c:v>
                </c:pt>
                <c:pt idx="57">
                  <c:v>91.44999999999999</c:v>
                </c:pt>
                <c:pt idx="58">
                  <c:v>90.89</c:v>
                </c:pt>
                <c:pt idx="59">
                  <c:v>90.195</c:v>
                </c:pt>
                <c:pt idx="60">
                  <c:v>89.225</c:v>
                </c:pt>
                <c:pt idx="61">
                  <c:v>88.03</c:v>
                </c:pt>
                <c:pt idx="62">
                  <c:v>86.39</c:v>
                </c:pt>
                <c:pt idx="63">
                  <c:v>84.27</c:v>
                </c:pt>
                <c:pt idx="64">
                  <c:v>81.16</c:v>
                </c:pt>
                <c:pt idx="65">
                  <c:v>77.03999999999999</c:v>
                </c:pt>
                <c:pt idx="66">
                  <c:v>71.24000000000001</c:v>
                </c:pt>
                <c:pt idx="67">
                  <c:v>63.475</c:v>
                </c:pt>
                <c:pt idx="68">
                  <c:v>53.34</c:v>
                </c:pt>
                <c:pt idx="69">
                  <c:v>41.019999999999996</c:v>
                </c:pt>
                <c:pt idx="70">
                  <c:v>27.9</c:v>
                </c:pt>
                <c:pt idx="71">
                  <c:v>16.34</c:v>
                </c:pt>
                <c:pt idx="72">
                  <c:v>8.725000000000001</c:v>
                </c:pt>
                <c:pt idx="73">
                  <c:v>5.2</c:v>
                </c:pt>
                <c:pt idx="74">
                  <c:v>3.905</c:v>
                </c:pt>
                <c:pt idx="75">
                  <c:v>3.295</c:v>
                </c:pt>
                <c:pt idx="76">
                  <c:v>3.085</c:v>
                </c:pt>
                <c:pt idx="77">
                  <c:v>2.8600000000000003</c:v>
                </c:pt>
                <c:pt idx="78">
                  <c:v>2.785</c:v>
                </c:pt>
                <c:pt idx="79">
                  <c:v>2.7199999999999998</c:v>
                </c:pt>
                <c:pt idx="80">
                  <c:v>2.665</c:v>
                </c:pt>
                <c:pt idx="81">
                  <c:v>2.565</c:v>
                </c:pt>
                <c:pt idx="82">
                  <c:v>2.435</c:v>
                </c:pt>
                <c:pt idx="83">
                  <c:v>2.4050000000000002</c:v>
                </c:pt>
                <c:pt idx="84">
                  <c:v>2.285</c:v>
                </c:pt>
                <c:pt idx="85">
                  <c:v>2.27</c:v>
                </c:pt>
                <c:pt idx="86">
                  <c:v>2.15</c:v>
                </c:pt>
                <c:pt idx="87">
                  <c:v>2.12</c:v>
                </c:pt>
                <c:pt idx="88">
                  <c:v>2.09</c:v>
                </c:pt>
                <c:pt idx="89">
                  <c:v>2</c:v>
                </c:pt>
                <c:pt idx="90">
                  <c:v>1.94</c:v>
                </c:pt>
                <c:pt idx="91">
                  <c:v>1.8450000000000002</c:v>
                </c:pt>
                <c:pt idx="92">
                  <c:v>1.76</c:v>
                </c:pt>
                <c:pt idx="93">
                  <c:v>1.7</c:v>
                </c:pt>
                <c:pt idx="94">
                  <c:v>1.61</c:v>
                </c:pt>
                <c:pt idx="95">
                  <c:v>1.51</c:v>
                </c:pt>
                <c:pt idx="96">
                  <c:v>1.52</c:v>
                </c:pt>
                <c:pt idx="97">
                  <c:v>1.395</c:v>
                </c:pt>
                <c:pt idx="98">
                  <c:v>1.35</c:v>
                </c:pt>
                <c:pt idx="99">
                  <c:v>1.33</c:v>
                </c:pt>
                <c:pt idx="100">
                  <c:v>1.205</c:v>
                </c:pt>
                <c:pt idx="101">
                  <c:v>1.24</c:v>
                </c:pt>
                <c:pt idx="102">
                  <c:v>1.1400000000000001</c:v>
                </c:pt>
                <c:pt idx="103">
                  <c:v>1.145</c:v>
                </c:pt>
                <c:pt idx="104">
                  <c:v>1.145</c:v>
                </c:pt>
                <c:pt idx="105">
                  <c:v>1.04</c:v>
                </c:pt>
                <c:pt idx="106">
                  <c:v>1</c:v>
                </c:pt>
                <c:pt idx="107">
                  <c:v>0.925</c:v>
                </c:pt>
                <c:pt idx="108">
                  <c:v>0.865</c:v>
                </c:pt>
                <c:pt idx="109">
                  <c:v>0.7899999999999999</c:v>
                </c:pt>
                <c:pt idx="110">
                  <c:v>0.75</c:v>
                </c:pt>
                <c:pt idx="111">
                  <c:v>0.755</c:v>
                </c:pt>
                <c:pt idx="112">
                  <c:v>0.7150000000000001</c:v>
                </c:pt>
                <c:pt idx="113">
                  <c:v>0.725</c:v>
                </c:pt>
                <c:pt idx="114">
                  <c:v>0.6799999999999999</c:v>
                </c:pt>
                <c:pt idx="115">
                  <c:v>0.63</c:v>
                </c:pt>
                <c:pt idx="116">
                  <c:v>0.575</c:v>
                </c:pt>
                <c:pt idx="117">
                  <c:v>0.53</c:v>
                </c:pt>
                <c:pt idx="118">
                  <c:v>0.53</c:v>
                </c:pt>
                <c:pt idx="119">
                  <c:v>0.475</c:v>
                </c:pt>
                <c:pt idx="120">
                  <c:v>0.5</c:v>
                </c:pt>
                <c:pt idx="121">
                  <c:v>0.47000000000000003</c:v>
                </c:pt>
                <c:pt idx="122">
                  <c:v>0.37</c:v>
                </c:pt>
                <c:pt idx="123">
                  <c:v>0.325</c:v>
                </c:pt>
                <c:pt idx="124">
                  <c:v>0.31500000000000006</c:v>
                </c:pt>
                <c:pt idx="125">
                  <c:v>0.285</c:v>
                </c:pt>
                <c:pt idx="126">
                  <c:v>0.28</c:v>
                </c:pt>
                <c:pt idx="127">
                  <c:v>0.235</c:v>
                </c:pt>
                <c:pt idx="128">
                  <c:v>0.18</c:v>
                </c:pt>
                <c:pt idx="129">
                  <c:v>0.15</c:v>
                </c:pt>
                <c:pt idx="130">
                  <c:v>0.115</c:v>
                </c:pt>
                <c:pt idx="131">
                  <c:v>0.105</c:v>
                </c:pt>
                <c:pt idx="132">
                  <c:v>0.125</c:v>
                </c:pt>
                <c:pt idx="133">
                  <c:v>0.09999999999999999</c:v>
                </c:pt>
                <c:pt idx="134">
                  <c:v>0.035</c:v>
                </c:pt>
                <c:pt idx="135">
                  <c:v>0.05500000000000001</c:v>
                </c:pt>
                <c:pt idx="136">
                  <c:v>0.0050000000000000044</c:v>
                </c:pt>
                <c:pt idx="137">
                  <c:v>0</c:v>
                </c:pt>
                <c:pt idx="138">
                  <c:v>-0.03</c:v>
                </c:pt>
                <c:pt idx="139">
                  <c:v>-0.015</c:v>
                </c:pt>
                <c:pt idx="140">
                  <c:v>-0.03</c:v>
                </c:pt>
                <c:pt idx="141">
                  <c:v>-0.08499999999999999</c:v>
                </c:pt>
                <c:pt idx="142">
                  <c:v>0.025</c:v>
                </c:pt>
                <c:pt idx="143">
                  <c:v>-0.045000000000000005</c:v>
                </c:pt>
                <c:pt idx="144">
                  <c:v>-0.08</c:v>
                </c:pt>
                <c:pt idx="145">
                  <c:v>-0.07</c:v>
                </c:pt>
                <c:pt idx="146">
                  <c:v>-0.01</c:v>
                </c:pt>
                <c:pt idx="147">
                  <c:v>0.005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평균 EPS_C</c:v>
                </c:pt>
              </c:strCache>
            </c:strRef>
          </c:tx>
          <c:spPr>
            <a:solidFill>
              <a:srgbClr val="EDA100"/>
            </a:solidFill>
            <a:ln w="2222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101.465</c:v>
                </c:pt>
                <c:pt idx="1">
                  <c:v>102.48</c:v>
                </c:pt>
                <c:pt idx="2">
                  <c:v>103.345</c:v>
                </c:pt>
                <c:pt idx="3">
                  <c:v>104.185</c:v>
                </c:pt>
                <c:pt idx="4">
                  <c:v>105.00999999999999</c:v>
                </c:pt>
                <c:pt idx="5">
                  <c:v>105.33</c:v>
                </c:pt>
                <c:pt idx="6">
                  <c:v>106.06</c:v>
                </c:pt>
                <c:pt idx="7">
                  <c:v>106.675</c:v>
                </c:pt>
                <c:pt idx="8">
                  <c:v>107.02000000000001</c:v>
                </c:pt>
                <c:pt idx="9">
                  <c:v>107.375</c:v>
                </c:pt>
                <c:pt idx="10">
                  <c:v>107.83500000000001</c:v>
                </c:pt>
                <c:pt idx="11">
                  <c:v>108.615</c:v>
                </c:pt>
                <c:pt idx="12">
                  <c:v>108.56</c:v>
                </c:pt>
                <c:pt idx="13">
                  <c:v>108.645</c:v>
                </c:pt>
                <c:pt idx="14">
                  <c:v>108.635</c:v>
                </c:pt>
                <c:pt idx="15">
                  <c:v>108.375</c:v>
                </c:pt>
                <c:pt idx="16">
                  <c:v>108.12</c:v>
                </c:pt>
                <c:pt idx="17">
                  <c:v>107.9</c:v>
                </c:pt>
                <c:pt idx="18">
                  <c:v>108.03999999999999</c:v>
                </c:pt>
                <c:pt idx="19">
                  <c:v>108.05</c:v>
                </c:pt>
                <c:pt idx="20">
                  <c:v>108.095</c:v>
                </c:pt>
                <c:pt idx="21">
                  <c:v>108.255</c:v>
                </c:pt>
                <c:pt idx="22">
                  <c:v>107.975</c:v>
                </c:pt>
                <c:pt idx="23">
                  <c:v>108.035</c:v>
                </c:pt>
                <c:pt idx="24">
                  <c:v>107.62</c:v>
                </c:pt>
                <c:pt idx="25">
                  <c:v>107.69</c:v>
                </c:pt>
                <c:pt idx="26">
                  <c:v>107.50999999999999</c:v>
                </c:pt>
                <c:pt idx="27">
                  <c:v>107.63</c:v>
                </c:pt>
                <c:pt idx="28">
                  <c:v>107.475</c:v>
                </c:pt>
                <c:pt idx="29">
                  <c:v>107.07499999999999</c:v>
                </c:pt>
                <c:pt idx="30">
                  <c:v>107.13499999999999</c:v>
                </c:pt>
                <c:pt idx="31">
                  <c:v>106.955</c:v>
                </c:pt>
                <c:pt idx="32">
                  <c:v>106.94</c:v>
                </c:pt>
                <c:pt idx="33">
                  <c:v>106.57499999999999</c:v>
                </c:pt>
                <c:pt idx="34">
                  <c:v>106.33000000000001</c:v>
                </c:pt>
                <c:pt idx="35">
                  <c:v>106.28</c:v>
                </c:pt>
                <c:pt idx="36">
                  <c:v>106.03</c:v>
                </c:pt>
                <c:pt idx="37">
                  <c:v>105.80000000000001</c:v>
                </c:pt>
                <c:pt idx="38">
                  <c:v>105.3</c:v>
                </c:pt>
                <c:pt idx="39">
                  <c:v>104.93</c:v>
                </c:pt>
                <c:pt idx="40">
                  <c:v>104.245</c:v>
                </c:pt>
                <c:pt idx="41">
                  <c:v>103.575</c:v>
                </c:pt>
                <c:pt idx="42">
                  <c:v>102.25999999999999</c:v>
                </c:pt>
                <c:pt idx="43">
                  <c:v>100.43</c:v>
                </c:pt>
                <c:pt idx="44">
                  <c:v>97.795</c:v>
                </c:pt>
                <c:pt idx="45">
                  <c:v>93.935</c:v>
                </c:pt>
                <c:pt idx="46">
                  <c:v>88.64</c:v>
                </c:pt>
                <c:pt idx="47">
                  <c:v>80.785</c:v>
                </c:pt>
                <c:pt idx="48">
                  <c:v>70.14</c:v>
                </c:pt>
                <c:pt idx="49">
                  <c:v>58.235</c:v>
                </c:pt>
                <c:pt idx="50">
                  <c:v>46.71</c:v>
                </c:pt>
                <c:pt idx="51">
                  <c:v>36.745000000000005</c:v>
                </c:pt>
                <c:pt idx="52">
                  <c:v>28.77</c:v>
                </c:pt>
                <c:pt idx="53">
                  <c:v>22.869999999999997</c:v>
                </c:pt>
                <c:pt idx="54">
                  <c:v>17.71</c:v>
                </c:pt>
                <c:pt idx="55">
                  <c:v>13.775</c:v>
                </c:pt>
                <c:pt idx="56">
                  <c:v>11.195</c:v>
                </c:pt>
                <c:pt idx="57">
                  <c:v>9.32</c:v>
                </c:pt>
                <c:pt idx="58">
                  <c:v>7.525</c:v>
                </c:pt>
                <c:pt idx="59">
                  <c:v>6.235</c:v>
                </c:pt>
                <c:pt idx="60">
                  <c:v>5.575</c:v>
                </c:pt>
                <c:pt idx="61">
                  <c:v>5.245</c:v>
                </c:pt>
                <c:pt idx="62">
                  <c:v>4.654999999999999</c:v>
                </c:pt>
                <c:pt idx="63">
                  <c:v>4.46</c:v>
                </c:pt>
                <c:pt idx="64">
                  <c:v>4.48</c:v>
                </c:pt>
                <c:pt idx="65">
                  <c:v>3.9050000000000002</c:v>
                </c:pt>
                <c:pt idx="66">
                  <c:v>3.735</c:v>
                </c:pt>
                <c:pt idx="67">
                  <c:v>3.58</c:v>
                </c:pt>
                <c:pt idx="68">
                  <c:v>3.0549999999999997</c:v>
                </c:pt>
                <c:pt idx="69">
                  <c:v>3.105</c:v>
                </c:pt>
                <c:pt idx="70">
                  <c:v>2.5949999999999998</c:v>
                </c:pt>
                <c:pt idx="71">
                  <c:v>2.665</c:v>
                </c:pt>
                <c:pt idx="72">
                  <c:v>2.625</c:v>
                </c:pt>
                <c:pt idx="73">
                  <c:v>2.165</c:v>
                </c:pt>
                <c:pt idx="74">
                  <c:v>2.0149999999999997</c:v>
                </c:pt>
                <c:pt idx="75">
                  <c:v>1.685</c:v>
                </c:pt>
                <c:pt idx="76">
                  <c:v>1.9249999999999998</c:v>
                </c:pt>
                <c:pt idx="77">
                  <c:v>1.4749999999999999</c:v>
                </c:pt>
                <c:pt idx="78">
                  <c:v>1.305</c:v>
                </c:pt>
                <c:pt idx="79">
                  <c:v>1.045</c:v>
                </c:pt>
                <c:pt idx="80">
                  <c:v>0.6900000000000001</c:v>
                </c:pt>
                <c:pt idx="81">
                  <c:v>0.51</c:v>
                </c:pt>
                <c:pt idx="82">
                  <c:v>0.06499999999999995</c:v>
                </c:pt>
                <c:pt idx="83">
                  <c:v>-0.29000000000000004</c:v>
                </c:pt>
                <c:pt idx="84">
                  <c:v>-0.30000000000000004</c:v>
                </c:pt>
                <c:pt idx="85">
                  <c:v>-1.145</c:v>
                </c:pt>
                <c:pt idx="86">
                  <c:v>-1.4549999999999998</c:v>
                </c:pt>
                <c:pt idx="87">
                  <c:v>-1.4600000000000002</c:v>
                </c:pt>
                <c:pt idx="88">
                  <c:v>-1.82</c:v>
                </c:pt>
                <c:pt idx="89">
                  <c:v>-2.4050000000000002</c:v>
                </c:pt>
                <c:pt idx="90">
                  <c:v>-2.7350000000000003</c:v>
                </c:pt>
                <c:pt idx="91">
                  <c:v>-3.3</c:v>
                </c:pt>
                <c:pt idx="92">
                  <c:v>-3.5949999999999998</c:v>
                </c:pt>
                <c:pt idx="93">
                  <c:v>-3.87</c:v>
                </c:pt>
                <c:pt idx="94">
                  <c:v>-4.105</c:v>
                </c:pt>
                <c:pt idx="95">
                  <c:v>-4.59</c:v>
                </c:pt>
                <c:pt idx="96">
                  <c:v>-4.82</c:v>
                </c:pt>
                <c:pt idx="97">
                  <c:v>-4.6850000000000005</c:v>
                </c:pt>
                <c:pt idx="98">
                  <c:v>-4.87</c:v>
                </c:pt>
                <c:pt idx="99">
                  <c:v>-4.74</c:v>
                </c:pt>
                <c:pt idx="100">
                  <c:v>-4.785</c:v>
                </c:pt>
                <c:pt idx="101">
                  <c:v>-5.08</c:v>
                </c:pt>
                <c:pt idx="102">
                  <c:v>-4.9350000000000005</c:v>
                </c:pt>
                <c:pt idx="103">
                  <c:v>-4.865</c:v>
                </c:pt>
                <c:pt idx="104">
                  <c:v>-4.82</c:v>
                </c:pt>
                <c:pt idx="105">
                  <c:v>-5.095</c:v>
                </c:pt>
                <c:pt idx="106">
                  <c:v>-5.02</c:v>
                </c:pt>
                <c:pt idx="107">
                  <c:v>-4.8</c:v>
                </c:pt>
                <c:pt idx="108">
                  <c:v>-4.865</c:v>
                </c:pt>
                <c:pt idx="109">
                  <c:v>-4.945</c:v>
                </c:pt>
                <c:pt idx="110">
                  <c:v>-4.4350000000000005</c:v>
                </c:pt>
                <c:pt idx="111">
                  <c:v>-4.785</c:v>
                </c:pt>
                <c:pt idx="112">
                  <c:v>-4.895</c:v>
                </c:pt>
                <c:pt idx="113">
                  <c:v>-5.065</c:v>
                </c:pt>
                <c:pt idx="114">
                  <c:v>-4.8100000000000005</c:v>
                </c:pt>
                <c:pt idx="115">
                  <c:v>-4.58</c:v>
                </c:pt>
                <c:pt idx="116">
                  <c:v>-4.67</c:v>
                </c:pt>
                <c:pt idx="117">
                  <c:v>-4.45</c:v>
                </c:pt>
                <c:pt idx="118">
                  <c:v>-3.99</c:v>
                </c:pt>
                <c:pt idx="119">
                  <c:v>-4.125</c:v>
                </c:pt>
                <c:pt idx="120">
                  <c:v>-3.965</c:v>
                </c:pt>
                <c:pt idx="121">
                  <c:v>-3.955</c:v>
                </c:pt>
                <c:pt idx="122">
                  <c:v>-4.175</c:v>
                </c:pt>
                <c:pt idx="123">
                  <c:v>-3.6500000000000004</c:v>
                </c:pt>
                <c:pt idx="124">
                  <c:v>-3.615</c:v>
                </c:pt>
                <c:pt idx="125">
                  <c:v>-3.395</c:v>
                </c:pt>
                <c:pt idx="126">
                  <c:v>-3.495</c:v>
                </c:pt>
                <c:pt idx="127">
                  <c:v>-3.055</c:v>
                </c:pt>
                <c:pt idx="128">
                  <c:v>-3.1999999999999997</c:v>
                </c:pt>
                <c:pt idx="129">
                  <c:v>-3.0949999999999998</c:v>
                </c:pt>
                <c:pt idx="130">
                  <c:v>-2.895</c:v>
                </c:pt>
                <c:pt idx="131">
                  <c:v>-2.76</c:v>
                </c:pt>
                <c:pt idx="132">
                  <c:v>-2.76</c:v>
                </c:pt>
                <c:pt idx="133">
                  <c:v>-2.715</c:v>
                </c:pt>
                <c:pt idx="134">
                  <c:v>-2.39</c:v>
                </c:pt>
                <c:pt idx="135">
                  <c:v>-2.585</c:v>
                </c:pt>
                <c:pt idx="136">
                  <c:v>-1.895</c:v>
                </c:pt>
                <c:pt idx="137">
                  <c:v>-2.07</c:v>
                </c:pt>
                <c:pt idx="138">
                  <c:v>-1.65</c:v>
                </c:pt>
                <c:pt idx="139">
                  <c:v>-1.67</c:v>
                </c:pt>
                <c:pt idx="140">
                  <c:v>-1.585</c:v>
                </c:pt>
                <c:pt idx="141">
                  <c:v>-1.47</c:v>
                </c:pt>
                <c:pt idx="142">
                  <c:v>-1.495</c:v>
                </c:pt>
                <c:pt idx="143">
                  <c:v>-0.72</c:v>
                </c:pt>
                <c:pt idx="144">
                  <c:v>-0.8200000000000001</c:v>
                </c:pt>
                <c:pt idx="145">
                  <c:v>-0.615</c:v>
                </c:pt>
                <c:pt idx="146">
                  <c:v>-0.125</c:v>
                </c:pt>
                <c:pt idx="147">
                  <c:v>-0.030000000000000002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20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20"/>
          <c:min val="-2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DTG EPS_C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-0.01565</c:v>
                </c:pt>
                <c:pt idx="1">
                  <c:v>-0.0017500000000000003</c:v>
                </c:pt>
                <c:pt idx="2">
                  <c:v>-0.0091</c:v>
                </c:pt>
                <c:pt idx="3">
                  <c:v>-0.0126</c:v>
                </c:pt>
                <c:pt idx="4">
                  <c:v>0.016849999999999997</c:v>
                </c:pt>
                <c:pt idx="5">
                  <c:v>-0.00545</c:v>
                </c:pt>
                <c:pt idx="6">
                  <c:v>0.00925</c:v>
                </c:pt>
                <c:pt idx="7">
                  <c:v>0.0269</c:v>
                </c:pt>
                <c:pt idx="8">
                  <c:v>0.018750000000000003</c:v>
                </c:pt>
                <c:pt idx="9">
                  <c:v>0.0353</c:v>
                </c:pt>
                <c:pt idx="10">
                  <c:v>0.0235</c:v>
                </c:pt>
                <c:pt idx="11">
                  <c:v>0.02495</c:v>
                </c:pt>
                <c:pt idx="12">
                  <c:v>0.03325</c:v>
                </c:pt>
                <c:pt idx="13">
                  <c:v>0.03875</c:v>
                </c:pt>
                <c:pt idx="14">
                  <c:v>0.041550000000000004</c:v>
                </c:pt>
                <c:pt idx="15">
                  <c:v>0.0549</c:v>
                </c:pt>
                <c:pt idx="16">
                  <c:v>0.04325</c:v>
                </c:pt>
                <c:pt idx="17">
                  <c:v>0.049350000000000005</c:v>
                </c:pt>
                <c:pt idx="18">
                  <c:v>0.04815</c:v>
                </c:pt>
                <c:pt idx="19">
                  <c:v>0.0298</c:v>
                </c:pt>
                <c:pt idx="20">
                  <c:v>0.0413</c:v>
                </c:pt>
                <c:pt idx="21">
                  <c:v>0.04185</c:v>
                </c:pt>
                <c:pt idx="22">
                  <c:v>0.044</c:v>
                </c:pt>
                <c:pt idx="23">
                  <c:v>0.026549999999999997</c:v>
                </c:pt>
                <c:pt idx="24">
                  <c:v>0.039799999999999995</c:v>
                </c:pt>
                <c:pt idx="25">
                  <c:v>0.03555</c:v>
                </c:pt>
                <c:pt idx="26">
                  <c:v>0.0528</c:v>
                </c:pt>
                <c:pt idx="27">
                  <c:v>0.030199999999999998</c:v>
                </c:pt>
                <c:pt idx="28">
                  <c:v>0.029400000000000003</c:v>
                </c:pt>
                <c:pt idx="29">
                  <c:v>0.03865</c:v>
                </c:pt>
                <c:pt idx="30">
                  <c:v>0.0422</c:v>
                </c:pt>
                <c:pt idx="31">
                  <c:v>0.0403</c:v>
                </c:pt>
                <c:pt idx="32">
                  <c:v>0.0339</c:v>
                </c:pt>
                <c:pt idx="33">
                  <c:v>0.03385</c:v>
                </c:pt>
                <c:pt idx="34">
                  <c:v>0.01705</c:v>
                </c:pt>
                <c:pt idx="35">
                  <c:v>0.0364</c:v>
                </c:pt>
                <c:pt idx="36">
                  <c:v>0.0314</c:v>
                </c:pt>
                <c:pt idx="37">
                  <c:v>0.02305</c:v>
                </c:pt>
                <c:pt idx="38">
                  <c:v>0.0372</c:v>
                </c:pt>
                <c:pt idx="39">
                  <c:v>0.0358</c:v>
                </c:pt>
                <c:pt idx="40">
                  <c:v>0.03965</c:v>
                </c:pt>
                <c:pt idx="41">
                  <c:v>-0.14980000000000002</c:v>
                </c:pt>
                <c:pt idx="42">
                  <c:v>-0.0644</c:v>
                </c:pt>
                <c:pt idx="43">
                  <c:v>0.0173</c:v>
                </c:pt>
                <c:pt idx="44">
                  <c:v>0.0218</c:v>
                </c:pt>
                <c:pt idx="45">
                  <c:v>0.0374</c:v>
                </c:pt>
                <c:pt idx="46">
                  <c:v>0.0449</c:v>
                </c:pt>
                <c:pt idx="47">
                  <c:v>0.04265</c:v>
                </c:pt>
                <c:pt idx="48">
                  <c:v>0.0421</c:v>
                </c:pt>
                <c:pt idx="49">
                  <c:v>0.036750000000000005</c:v>
                </c:pt>
                <c:pt idx="50">
                  <c:v>0.04635</c:v>
                </c:pt>
                <c:pt idx="51">
                  <c:v>0.0466</c:v>
                </c:pt>
                <c:pt idx="52">
                  <c:v>0.0474</c:v>
                </c:pt>
                <c:pt idx="53">
                  <c:v>0.0566</c:v>
                </c:pt>
                <c:pt idx="54">
                  <c:v>0.07025</c:v>
                </c:pt>
                <c:pt idx="55">
                  <c:v>0.0771</c:v>
                </c:pt>
                <c:pt idx="56">
                  <c:v>0.0905</c:v>
                </c:pt>
                <c:pt idx="57">
                  <c:v>0.0943</c:v>
                </c:pt>
                <c:pt idx="58">
                  <c:v>0.12965</c:v>
                </c:pt>
                <c:pt idx="59">
                  <c:v>0.14884999999999998</c:v>
                </c:pt>
                <c:pt idx="60">
                  <c:v>0.2046</c:v>
                </c:pt>
                <c:pt idx="61">
                  <c:v>0.26665</c:v>
                </c:pt>
                <c:pt idx="62">
                  <c:v>0.37124999999999997</c:v>
                </c:pt>
                <c:pt idx="63">
                  <c:v>0.50425</c:v>
                </c:pt>
                <c:pt idx="64">
                  <c:v>0.7129000000000001</c:v>
                </c:pt>
                <c:pt idx="65">
                  <c:v>0.97915</c:v>
                </c:pt>
                <c:pt idx="66">
                  <c:v>1.3359</c:v>
                </c:pt>
                <c:pt idx="67">
                  <c:v>1.79335</c:v>
                </c:pt>
                <c:pt idx="68">
                  <c:v>2.2685</c:v>
                </c:pt>
                <c:pt idx="69">
                  <c:v>2.6065</c:v>
                </c:pt>
                <c:pt idx="70">
                  <c:v>2.56355</c:v>
                </c:pt>
                <c:pt idx="71">
                  <c:v>1.9663499999999998</c:v>
                </c:pt>
                <c:pt idx="72">
                  <c:v>1.0573</c:v>
                </c:pt>
                <c:pt idx="73">
                  <c:v>0.41645</c:v>
                </c:pt>
                <c:pt idx="74">
                  <c:v>0.1609</c:v>
                </c:pt>
                <c:pt idx="75">
                  <c:v>0.0781</c:v>
                </c:pt>
                <c:pt idx="76">
                  <c:v>0.0533</c:v>
                </c:pt>
                <c:pt idx="77">
                  <c:v>0.016</c:v>
                </c:pt>
                <c:pt idx="78">
                  <c:v>0.018000000000000002</c:v>
                </c:pt>
                <c:pt idx="79">
                  <c:v>0.01465</c:v>
                </c:pt>
                <c:pt idx="80">
                  <c:v>0.00785</c:v>
                </c:pt>
                <c:pt idx="81">
                  <c:v>0.02935</c:v>
                </c:pt>
                <c:pt idx="82">
                  <c:v>0.01175</c:v>
                </c:pt>
                <c:pt idx="83">
                  <c:v>0.0232</c:v>
                </c:pt>
                <c:pt idx="84">
                  <c:v>0.01405</c:v>
                </c:pt>
                <c:pt idx="85">
                  <c:v>0.0087</c:v>
                </c:pt>
                <c:pt idx="86">
                  <c:v>0.0154</c:v>
                </c:pt>
                <c:pt idx="87">
                  <c:v>0.002</c:v>
                </c:pt>
                <c:pt idx="88">
                  <c:v>0.0311</c:v>
                </c:pt>
                <c:pt idx="89">
                  <c:v>0.00545</c:v>
                </c:pt>
                <c:pt idx="90">
                  <c:v>0.029249999999999998</c:v>
                </c:pt>
                <c:pt idx="91">
                  <c:v>0.00865</c:v>
                </c:pt>
                <c:pt idx="92">
                  <c:v>0.013149999999999998</c:v>
                </c:pt>
                <c:pt idx="93">
                  <c:v>0.0199</c:v>
                </c:pt>
                <c:pt idx="94">
                  <c:v>0.0171</c:v>
                </c:pt>
                <c:pt idx="95">
                  <c:v>0.0068000000000000005</c:v>
                </c:pt>
                <c:pt idx="96">
                  <c:v>0.00575</c:v>
                </c:pt>
                <c:pt idx="97">
                  <c:v>0.02275</c:v>
                </c:pt>
                <c:pt idx="98">
                  <c:v>0.007050000000000001</c:v>
                </c:pt>
                <c:pt idx="99">
                  <c:v>0.00595</c:v>
                </c:pt>
                <c:pt idx="100">
                  <c:v>0.02085</c:v>
                </c:pt>
                <c:pt idx="101">
                  <c:v>0.0098</c:v>
                </c:pt>
                <c:pt idx="102">
                  <c:v>0.0129</c:v>
                </c:pt>
                <c:pt idx="103">
                  <c:v>0.0319</c:v>
                </c:pt>
                <c:pt idx="104">
                  <c:v>0.00815</c:v>
                </c:pt>
                <c:pt idx="105">
                  <c:v>0.0137</c:v>
                </c:pt>
                <c:pt idx="106">
                  <c:v>0.0095</c:v>
                </c:pt>
                <c:pt idx="107">
                  <c:v>0.007</c:v>
                </c:pt>
                <c:pt idx="108">
                  <c:v>0.030600000000000002</c:v>
                </c:pt>
                <c:pt idx="109">
                  <c:v>-0.0041</c:v>
                </c:pt>
                <c:pt idx="110">
                  <c:v>-0.0049499999999999995</c:v>
                </c:pt>
                <c:pt idx="111">
                  <c:v>0.02825</c:v>
                </c:pt>
                <c:pt idx="112">
                  <c:v>-0.0055</c:v>
                </c:pt>
                <c:pt idx="113">
                  <c:v>-0.0008000000000000004</c:v>
                </c:pt>
                <c:pt idx="114">
                  <c:v>0.01</c:v>
                </c:pt>
                <c:pt idx="115">
                  <c:v>0.009550000000000001</c:v>
                </c:pt>
                <c:pt idx="116">
                  <c:v>0.0028</c:v>
                </c:pt>
                <c:pt idx="117">
                  <c:v>0.004699999999999999</c:v>
                </c:pt>
                <c:pt idx="118">
                  <c:v>0.0097</c:v>
                </c:pt>
                <c:pt idx="119">
                  <c:v>-0.0023</c:v>
                </c:pt>
                <c:pt idx="120">
                  <c:v>0.01225</c:v>
                </c:pt>
                <c:pt idx="121">
                  <c:v>0.00775</c:v>
                </c:pt>
                <c:pt idx="122">
                  <c:v>0.0097</c:v>
                </c:pt>
                <c:pt idx="123">
                  <c:v>0.020200000000000003</c:v>
                </c:pt>
                <c:pt idx="124">
                  <c:v>0.0007</c:v>
                </c:pt>
                <c:pt idx="125">
                  <c:v>0.00014999999999999996</c:v>
                </c:pt>
                <c:pt idx="126">
                  <c:v>0.008799999999999999</c:v>
                </c:pt>
                <c:pt idx="127">
                  <c:v>0.00325</c:v>
                </c:pt>
                <c:pt idx="128">
                  <c:v>0.0098</c:v>
                </c:pt>
                <c:pt idx="129">
                  <c:v>0.0021</c:v>
                </c:pt>
                <c:pt idx="130">
                  <c:v>0.0091</c:v>
                </c:pt>
                <c:pt idx="131">
                  <c:v>-0.0007500000000000002</c:v>
                </c:pt>
                <c:pt idx="132">
                  <c:v>0.0074</c:v>
                </c:pt>
                <c:pt idx="133">
                  <c:v>0.0031</c:v>
                </c:pt>
                <c:pt idx="134">
                  <c:v>0.01205</c:v>
                </c:pt>
                <c:pt idx="135">
                  <c:v>0.00135</c:v>
                </c:pt>
                <c:pt idx="136">
                  <c:v>-0.0000499999999999997</c:v>
                </c:pt>
                <c:pt idx="137">
                  <c:v>0.0044</c:v>
                </c:pt>
                <c:pt idx="138">
                  <c:v>-0.005600000000000001</c:v>
                </c:pt>
                <c:pt idx="139">
                  <c:v>0.021</c:v>
                </c:pt>
                <c:pt idx="140">
                  <c:v>-0.009899999999999999</c:v>
                </c:pt>
                <c:pt idx="141">
                  <c:v>0.016300000000000002</c:v>
                </c:pt>
                <c:pt idx="142">
                  <c:v>-0.0005999999999999998</c:v>
                </c:pt>
                <c:pt idx="143">
                  <c:v>0.0022</c:v>
                </c:pt>
                <c:pt idx="144">
                  <c:v>0.0098</c:v>
                </c:pt>
                <c:pt idx="145">
                  <c:v>-0.01635</c:v>
                </c:pt>
                <c:pt idx="146">
                  <c:v>-0.00385</c:v>
                </c:pt>
                <c:pt idx="147">
                  <c:v>0.0003499999999999996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DTG EPS_C</c:v>
                </c:pt>
              </c:strCache>
            </c:strRef>
          </c:tx>
          <c:spPr>
            <a:solidFill>
              <a:srgbClr val="EDA100"/>
            </a:solidFill>
            <a:ln w="2222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-0.1916</c:v>
                </c:pt>
                <c:pt idx="1">
                  <c:v>-0.2257</c:v>
                </c:pt>
                <c:pt idx="2">
                  <c:v>-0.1866</c:v>
                </c:pt>
                <c:pt idx="3">
                  <c:v>-0.1955</c:v>
                </c:pt>
                <c:pt idx="4">
                  <c:v>-0.1099</c:v>
                </c:pt>
                <c:pt idx="5">
                  <c:v>-0.0986</c:v>
                </c:pt>
                <c:pt idx="6">
                  <c:v>-0.032299999999999995</c:v>
                </c:pt>
                <c:pt idx="7">
                  <c:v>-0.14800000000000002</c:v>
                </c:pt>
                <c:pt idx="8">
                  <c:v>-0.06625</c:v>
                </c:pt>
                <c:pt idx="9">
                  <c:v>-0.0751</c:v>
                </c:pt>
                <c:pt idx="10">
                  <c:v>-0.12755</c:v>
                </c:pt>
                <c:pt idx="11">
                  <c:v>-0.08045</c:v>
                </c:pt>
                <c:pt idx="12">
                  <c:v>0.00615</c:v>
                </c:pt>
                <c:pt idx="13">
                  <c:v>0.0023</c:v>
                </c:pt>
                <c:pt idx="14">
                  <c:v>0.03015</c:v>
                </c:pt>
                <c:pt idx="15">
                  <c:v>0.023200000000000002</c:v>
                </c:pt>
                <c:pt idx="16">
                  <c:v>0.0665</c:v>
                </c:pt>
                <c:pt idx="17">
                  <c:v>-0.0164</c:v>
                </c:pt>
                <c:pt idx="18">
                  <c:v>0.029649999999999996</c:v>
                </c:pt>
                <c:pt idx="19">
                  <c:v>-0.0045000000000000005</c:v>
                </c:pt>
                <c:pt idx="20">
                  <c:v>-0.01065</c:v>
                </c:pt>
                <c:pt idx="21">
                  <c:v>-0.010450000000000001</c:v>
                </c:pt>
                <c:pt idx="22">
                  <c:v>-0.0269</c:v>
                </c:pt>
                <c:pt idx="23">
                  <c:v>0.023450000000000002</c:v>
                </c:pt>
                <c:pt idx="24">
                  <c:v>0.0437</c:v>
                </c:pt>
                <c:pt idx="25">
                  <c:v>-0.015899999999999997</c:v>
                </c:pt>
                <c:pt idx="26">
                  <c:v>0.06515</c:v>
                </c:pt>
                <c:pt idx="27">
                  <c:v>-0.0199</c:v>
                </c:pt>
                <c:pt idx="28">
                  <c:v>0.0781</c:v>
                </c:pt>
                <c:pt idx="29">
                  <c:v>0.0165</c:v>
                </c:pt>
                <c:pt idx="30">
                  <c:v>0.02125</c:v>
                </c:pt>
                <c:pt idx="31">
                  <c:v>0.0968</c:v>
                </c:pt>
                <c:pt idx="32">
                  <c:v>0.02645</c:v>
                </c:pt>
                <c:pt idx="33">
                  <c:v>0.05105</c:v>
                </c:pt>
                <c:pt idx="34">
                  <c:v>0.0001999999999999988</c:v>
                </c:pt>
                <c:pt idx="35">
                  <c:v>0.07214999999999999</c:v>
                </c:pt>
                <c:pt idx="36">
                  <c:v>0.0207</c:v>
                </c:pt>
                <c:pt idx="37">
                  <c:v>0.0718</c:v>
                </c:pt>
                <c:pt idx="38">
                  <c:v>0.10385</c:v>
                </c:pt>
                <c:pt idx="39">
                  <c:v>0.0807</c:v>
                </c:pt>
                <c:pt idx="40">
                  <c:v>0.121</c:v>
                </c:pt>
                <c:pt idx="41">
                  <c:v>0.19069999999999998</c:v>
                </c:pt>
                <c:pt idx="42">
                  <c:v>0.3687</c:v>
                </c:pt>
                <c:pt idx="43">
                  <c:v>0.4077</c:v>
                </c:pt>
                <c:pt idx="44">
                  <c:v>0.6769</c:v>
                </c:pt>
                <c:pt idx="45">
                  <c:v>0.8956500000000001</c:v>
                </c:pt>
                <c:pt idx="46">
                  <c:v>1.3319999999999999</c:v>
                </c:pt>
                <c:pt idx="47">
                  <c:v>1.8920499999999998</c:v>
                </c:pt>
                <c:pt idx="48">
                  <c:v>2.3574</c:v>
                </c:pt>
                <c:pt idx="49">
                  <c:v>2.38505</c:v>
                </c:pt>
                <c:pt idx="50">
                  <c:v>2.14585</c:v>
                </c:pt>
                <c:pt idx="51">
                  <c:v>1.81765</c:v>
                </c:pt>
                <c:pt idx="52">
                  <c:v>1.3711</c:v>
                </c:pt>
                <c:pt idx="53">
                  <c:v>1.0848</c:v>
                </c:pt>
                <c:pt idx="54">
                  <c:v>0.93085</c:v>
                </c:pt>
                <c:pt idx="55">
                  <c:v>0.6589</c:v>
                </c:pt>
                <c:pt idx="56">
                  <c:v>0.52385</c:v>
                </c:pt>
                <c:pt idx="57">
                  <c:v>0.39535</c:v>
                </c:pt>
                <c:pt idx="58">
                  <c:v>0.2796</c:v>
                </c:pt>
                <c:pt idx="59">
                  <c:v>0.16075</c:v>
                </c:pt>
                <c:pt idx="60">
                  <c:v>0.10444999999999999</c:v>
                </c:pt>
                <c:pt idx="61">
                  <c:v>0.07075000000000001</c:v>
                </c:pt>
                <c:pt idx="62">
                  <c:v>0.010499999999999999</c:v>
                </c:pt>
                <c:pt idx="63">
                  <c:v>0.05235</c:v>
                </c:pt>
                <c:pt idx="64">
                  <c:v>-0.01285</c:v>
                </c:pt>
                <c:pt idx="65">
                  <c:v>0.037</c:v>
                </c:pt>
                <c:pt idx="66">
                  <c:v>0.05425000000000001</c:v>
                </c:pt>
                <c:pt idx="67">
                  <c:v>-0.046700000000000005</c:v>
                </c:pt>
                <c:pt idx="68">
                  <c:v>0.0889</c:v>
                </c:pt>
                <c:pt idx="69">
                  <c:v>0.0214</c:v>
                </c:pt>
                <c:pt idx="70">
                  <c:v>0.03665</c:v>
                </c:pt>
                <c:pt idx="71">
                  <c:v>0.0581</c:v>
                </c:pt>
                <c:pt idx="72">
                  <c:v>0.095</c:v>
                </c:pt>
                <c:pt idx="73">
                  <c:v>0.0478</c:v>
                </c:pt>
                <c:pt idx="74">
                  <c:v>0.008899999999999998</c:v>
                </c:pt>
                <c:pt idx="75">
                  <c:v>0.037750000000000006</c:v>
                </c:pt>
                <c:pt idx="76">
                  <c:v>0.0207</c:v>
                </c:pt>
                <c:pt idx="77">
                  <c:v>0.04355</c:v>
                </c:pt>
                <c:pt idx="78">
                  <c:v>-0.01145</c:v>
                </c:pt>
                <c:pt idx="79">
                  <c:v>0.08575</c:v>
                </c:pt>
                <c:pt idx="80">
                  <c:v>0.0205</c:v>
                </c:pt>
                <c:pt idx="81">
                  <c:v>0.04635</c:v>
                </c:pt>
                <c:pt idx="82">
                  <c:v>0.044199999999999996</c:v>
                </c:pt>
                <c:pt idx="83">
                  <c:v>0.06525</c:v>
                </c:pt>
                <c:pt idx="84">
                  <c:v>0.09455</c:v>
                </c:pt>
                <c:pt idx="85">
                  <c:v>0.026350000000000002</c:v>
                </c:pt>
                <c:pt idx="86">
                  <c:v>0.052649999999999995</c:v>
                </c:pt>
                <c:pt idx="87">
                  <c:v>0.1009</c:v>
                </c:pt>
                <c:pt idx="88">
                  <c:v>0.05435</c:v>
                </c:pt>
                <c:pt idx="89">
                  <c:v>0.04715</c:v>
                </c:pt>
                <c:pt idx="90">
                  <c:v>0.1381</c:v>
                </c:pt>
                <c:pt idx="91">
                  <c:v>0.0489</c:v>
                </c:pt>
                <c:pt idx="92">
                  <c:v>0.1062</c:v>
                </c:pt>
                <c:pt idx="93">
                  <c:v>0.0369</c:v>
                </c:pt>
                <c:pt idx="94">
                  <c:v>0.0949</c:v>
                </c:pt>
                <c:pt idx="95">
                  <c:v>0.006500000000000001</c:v>
                </c:pt>
                <c:pt idx="96">
                  <c:v>0.03225</c:v>
                </c:pt>
                <c:pt idx="97">
                  <c:v>0.03615</c:v>
                </c:pt>
                <c:pt idx="98">
                  <c:v>0.005650000000000002</c:v>
                </c:pt>
                <c:pt idx="99">
                  <c:v>0.0016999999999999967</c:v>
                </c:pt>
                <c:pt idx="100">
                  <c:v>-0.022850000000000002</c:v>
                </c:pt>
                <c:pt idx="101">
                  <c:v>-0.05595</c:v>
                </c:pt>
                <c:pt idx="102">
                  <c:v>-0.0015</c:v>
                </c:pt>
                <c:pt idx="103">
                  <c:v>-0.08205</c:v>
                </c:pt>
                <c:pt idx="104">
                  <c:v>0.0605</c:v>
                </c:pt>
                <c:pt idx="105">
                  <c:v>-0.02565</c:v>
                </c:pt>
                <c:pt idx="106">
                  <c:v>-0.06285</c:v>
                </c:pt>
                <c:pt idx="107">
                  <c:v>0.02415</c:v>
                </c:pt>
                <c:pt idx="108">
                  <c:v>-0.0196</c:v>
                </c:pt>
                <c:pt idx="109">
                  <c:v>0.03515</c:v>
                </c:pt>
                <c:pt idx="110">
                  <c:v>0.007100000000000002</c:v>
                </c:pt>
                <c:pt idx="111">
                  <c:v>0.00595</c:v>
                </c:pt>
                <c:pt idx="112">
                  <c:v>0.042749999999999996</c:v>
                </c:pt>
                <c:pt idx="113">
                  <c:v>0.02545</c:v>
                </c:pt>
                <c:pt idx="114">
                  <c:v>-0.05665</c:v>
                </c:pt>
                <c:pt idx="115">
                  <c:v>-0.04245</c:v>
                </c:pt>
                <c:pt idx="116">
                  <c:v>0.01955</c:v>
                </c:pt>
                <c:pt idx="117">
                  <c:v>-0.022350000000000002</c:v>
                </c:pt>
                <c:pt idx="118">
                  <c:v>-0.01715</c:v>
                </c:pt>
                <c:pt idx="119">
                  <c:v>-0.0258</c:v>
                </c:pt>
                <c:pt idx="120">
                  <c:v>-0.0366</c:v>
                </c:pt>
                <c:pt idx="121">
                  <c:v>0.0288</c:v>
                </c:pt>
                <c:pt idx="122">
                  <c:v>-0.006750000000000001</c:v>
                </c:pt>
                <c:pt idx="123">
                  <c:v>0.02215</c:v>
                </c:pt>
                <c:pt idx="124">
                  <c:v>-0.024050000000000002</c:v>
                </c:pt>
                <c:pt idx="125">
                  <c:v>-0.0006999999999999992</c:v>
                </c:pt>
                <c:pt idx="126">
                  <c:v>-0.0387</c:v>
                </c:pt>
                <c:pt idx="127">
                  <c:v>-0.016649999999999998</c:v>
                </c:pt>
                <c:pt idx="128">
                  <c:v>0.03295</c:v>
                </c:pt>
                <c:pt idx="129">
                  <c:v>-0.06665</c:v>
                </c:pt>
                <c:pt idx="130">
                  <c:v>-0.00755</c:v>
                </c:pt>
                <c:pt idx="131">
                  <c:v>0.00785</c:v>
                </c:pt>
                <c:pt idx="132">
                  <c:v>-0.0465</c:v>
                </c:pt>
                <c:pt idx="133">
                  <c:v>-0.0151</c:v>
                </c:pt>
                <c:pt idx="134">
                  <c:v>-0.0021000000000000003</c:v>
                </c:pt>
                <c:pt idx="135">
                  <c:v>-0.10235</c:v>
                </c:pt>
                <c:pt idx="136">
                  <c:v>-0.0327</c:v>
                </c:pt>
                <c:pt idx="137">
                  <c:v>-0.0003499999999999996</c:v>
                </c:pt>
                <c:pt idx="138">
                  <c:v>0.0071</c:v>
                </c:pt>
                <c:pt idx="139">
                  <c:v>-0.0409</c:v>
                </c:pt>
                <c:pt idx="140">
                  <c:v>-0.04725</c:v>
                </c:pt>
                <c:pt idx="141">
                  <c:v>0.01935</c:v>
                </c:pt>
                <c:pt idx="142">
                  <c:v>-0.0815</c:v>
                </c:pt>
                <c:pt idx="143">
                  <c:v>-0.0542</c:v>
                </c:pt>
                <c:pt idx="144">
                  <c:v>-0.0866</c:v>
                </c:pt>
                <c:pt idx="145">
                  <c:v>-0.0471</c:v>
                </c:pt>
                <c:pt idx="146">
                  <c:v>-0.0354</c:v>
                </c:pt>
                <c:pt idx="147">
                  <c:v>-0.058800000000000005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5"/>
        <c:auto val="1"/>
        <c:lblAlgn val="ctr"/>
        <c:noMultiLvlLbl val="1"/>
        <c:majorUnit val="100"/>
      </c:valAx>
      <c:valAx>
        <c:axId val="2094734552"/>
        <c:scaling>
          <c:orientation val="minMax"/>
          <c:max val="3"/>
          <c:min val="-0.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DSC EPS_C #1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-0.015</c:v>
                </c:pt>
                <c:pt idx="1">
                  <c:v>-0.004</c:v>
                </c:pt>
                <c:pt idx="2">
                  <c:v>-0.03</c:v>
                </c:pt>
                <c:pt idx="3">
                  <c:v>-0.04</c:v>
                </c:pt>
                <c:pt idx="4">
                  <c:v>-0.03</c:v>
                </c:pt>
                <c:pt idx="5">
                  <c:v>-0.006</c:v>
                </c:pt>
                <c:pt idx="6">
                  <c:v>-0.019</c:v>
                </c:pt>
                <c:pt idx="7">
                  <c:v>-0.013</c:v>
                </c:pt>
                <c:pt idx="8">
                  <c:v>-0.002</c:v>
                </c:pt>
                <c:pt idx="9">
                  <c:v>0.018</c:v>
                </c:pt>
                <c:pt idx="10">
                  <c:v>0.038</c:v>
                </c:pt>
                <c:pt idx="11">
                  <c:v>0.009</c:v>
                </c:pt>
                <c:pt idx="12">
                  <c:v>0.007</c:v>
                </c:pt>
                <c:pt idx="13">
                  <c:v>-0.035</c:v>
                </c:pt>
                <c:pt idx="14">
                  <c:v>-0.034</c:v>
                </c:pt>
                <c:pt idx="15">
                  <c:v>-0.05</c:v>
                </c:pt>
                <c:pt idx="16">
                  <c:v>-0.046</c:v>
                </c:pt>
                <c:pt idx="17">
                  <c:v>0</c:v>
                </c:pt>
                <c:pt idx="18">
                  <c:v>0.053</c:v>
                </c:pt>
                <c:pt idx="19">
                  <c:v>0.034</c:v>
                </c:pt>
                <c:pt idx="20">
                  <c:v>0.06</c:v>
                </c:pt>
                <c:pt idx="21">
                  <c:v>0.028</c:v>
                </c:pt>
                <c:pt idx="22">
                  <c:v>0.012</c:v>
                </c:pt>
                <c:pt idx="23">
                  <c:v>-0.007</c:v>
                </c:pt>
                <c:pt idx="24">
                  <c:v>-0.006</c:v>
                </c:pt>
                <c:pt idx="25">
                  <c:v>-0.015</c:v>
                </c:pt>
                <c:pt idx="26">
                  <c:v>-0.044</c:v>
                </c:pt>
                <c:pt idx="27">
                  <c:v>-0.043</c:v>
                </c:pt>
                <c:pt idx="28">
                  <c:v>-0.05</c:v>
                </c:pt>
                <c:pt idx="29">
                  <c:v>-0.002</c:v>
                </c:pt>
                <c:pt idx="30">
                  <c:v>0.023</c:v>
                </c:pt>
                <c:pt idx="31">
                  <c:v>0.052</c:v>
                </c:pt>
                <c:pt idx="32">
                  <c:v>0.084</c:v>
                </c:pt>
                <c:pt idx="33">
                  <c:v>0.139</c:v>
                </c:pt>
                <c:pt idx="34">
                  <c:v>0.148</c:v>
                </c:pt>
                <c:pt idx="35">
                  <c:v>-0.018</c:v>
                </c:pt>
                <c:pt idx="36">
                  <c:v>-0.075</c:v>
                </c:pt>
                <c:pt idx="37">
                  <c:v>-0.084</c:v>
                </c:pt>
                <c:pt idx="38">
                  <c:v>-0.075</c:v>
                </c:pt>
                <c:pt idx="39">
                  <c:v>-0.104</c:v>
                </c:pt>
                <c:pt idx="40">
                  <c:v>-0.146</c:v>
                </c:pt>
                <c:pt idx="41">
                  <c:v>-0.205</c:v>
                </c:pt>
                <c:pt idx="42">
                  <c:v>-0.074</c:v>
                </c:pt>
                <c:pt idx="43">
                  <c:v>-0.129</c:v>
                </c:pt>
                <c:pt idx="44">
                  <c:v>-0.258</c:v>
                </c:pt>
                <c:pt idx="45">
                  <c:v>-0.234</c:v>
                </c:pt>
                <c:pt idx="46">
                  <c:v>-0.105</c:v>
                </c:pt>
                <c:pt idx="47">
                  <c:v>0.215</c:v>
                </c:pt>
                <c:pt idx="48">
                  <c:v>0.444</c:v>
                </c:pt>
                <c:pt idx="49">
                  <c:v>0.677</c:v>
                </c:pt>
                <c:pt idx="50">
                  <c:v>0.775</c:v>
                </c:pt>
                <c:pt idx="51">
                  <c:v>0.568</c:v>
                </c:pt>
                <c:pt idx="52">
                  <c:v>-0.015</c:v>
                </c:pt>
                <c:pt idx="53">
                  <c:v>-0.479</c:v>
                </c:pt>
                <c:pt idx="54">
                  <c:v>-0.58</c:v>
                </c:pt>
                <c:pt idx="55">
                  <c:v>-0.228</c:v>
                </c:pt>
                <c:pt idx="56">
                  <c:v>-0.253</c:v>
                </c:pt>
                <c:pt idx="57">
                  <c:v>-0.191</c:v>
                </c:pt>
                <c:pt idx="58">
                  <c:v>-0.077</c:v>
                </c:pt>
                <c:pt idx="59">
                  <c:v>0.001</c:v>
                </c:pt>
                <c:pt idx="60">
                  <c:v>0.102</c:v>
                </c:pt>
                <c:pt idx="61">
                  <c:v>0.09</c:v>
                </c:pt>
                <c:pt idx="62">
                  <c:v>0.052</c:v>
                </c:pt>
                <c:pt idx="63">
                  <c:v>0.032</c:v>
                </c:pt>
                <c:pt idx="64">
                  <c:v>0.036</c:v>
                </c:pt>
                <c:pt idx="65">
                  <c:v>0.032</c:v>
                </c:pt>
                <c:pt idx="66">
                  <c:v>0.018</c:v>
                </c:pt>
                <c:pt idx="67">
                  <c:v>0.029</c:v>
                </c:pt>
                <c:pt idx="68">
                  <c:v>0.022</c:v>
                </c:pt>
                <c:pt idx="69">
                  <c:v>0.028</c:v>
                </c:pt>
                <c:pt idx="70">
                  <c:v>0.018</c:v>
                </c:pt>
                <c:pt idx="71">
                  <c:v>0.015</c:v>
                </c:pt>
                <c:pt idx="72">
                  <c:v>0.003</c:v>
                </c:pt>
                <c:pt idx="73">
                  <c:v>-0.025</c:v>
                </c:pt>
                <c:pt idx="74">
                  <c:v>-0.058</c:v>
                </c:pt>
                <c:pt idx="75">
                  <c:v>-0.049</c:v>
                </c:pt>
                <c:pt idx="76">
                  <c:v>-0.032</c:v>
                </c:pt>
                <c:pt idx="77">
                  <c:v>-0.053</c:v>
                </c:pt>
                <c:pt idx="78">
                  <c:v>-0.015</c:v>
                </c:pt>
                <c:pt idx="79">
                  <c:v>0.019</c:v>
                </c:pt>
                <c:pt idx="80">
                  <c:v>0.014</c:v>
                </c:pt>
                <c:pt idx="81">
                  <c:v>0.007</c:v>
                </c:pt>
                <c:pt idx="82">
                  <c:v>0.014</c:v>
                </c:pt>
                <c:pt idx="83">
                  <c:v>0.037</c:v>
                </c:pt>
                <c:pt idx="84">
                  <c:v>0.011</c:v>
                </c:pt>
                <c:pt idx="85">
                  <c:v>-0.002</c:v>
                </c:pt>
                <c:pt idx="86">
                  <c:v>0.018</c:v>
                </c:pt>
                <c:pt idx="87">
                  <c:v>0.02</c:v>
                </c:pt>
                <c:pt idx="88">
                  <c:v>0.02</c:v>
                </c:pt>
                <c:pt idx="89">
                  <c:v>0.009</c:v>
                </c:pt>
                <c:pt idx="90">
                  <c:v>0.019</c:v>
                </c:pt>
                <c:pt idx="91">
                  <c:v>-0.006</c:v>
                </c:pt>
                <c:pt idx="92">
                  <c:v>-0.028</c:v>
                </c:pt>
                <c:pt idx="93">
                  <c:v>-0.023</c:v>
                </c:pt>
                <c:pt idx="94">
                  <c:v>-0.068</c:v>
                </c:pt>
                <c:pt idx="95">
                  <c:v>-0.065</c:v>
                </c:pt>
                <c:pt idx="96">
                  <c:v>-0.046</c:v>
                </c:pt>
                <c:pt idx="97">
                  <c:v>0.002</c:v>
                </c:pt>
                <c:pt idx="98">
                  <c:v>0.029</c:v>
                </c:pt>
                <c:pt idx="99">
                  <c:v>0.044</c:v>
                </c:pt>
                <c:pt idx="100">
                  <c:v>0.029</c:v>
                </c:pt>
                <c:pt idx="101">
                  <c:v>0.042</c:v>
                </c:pt>
                <c:pt idx="102">
                  <c:v>0.045</c:v>
                </c:pt>
                <c:pt idx="103">
                  <c:v>0.077</c:v>
                </c:pt>
                <c:pt idx="104">
                  <c:v>0.024</c:v>
                </c:pt>
                <c:pt idx="105">
                  <c:v>0.014</c:v>
                </c:pt>
                <c:pt idx="106">
                  <c:v>-0.009</c:v>
                </c:pt>
                <c:pt idx="107">
                  <c:v>-0.043</c:v>
                </c:pt>
                <c:pt idx="108">
                  <c:v>-0.084</c:v>
                </c:pt>
                <c:pt idx="109">
                  <c:v>-0.082</c:v>
                </c:pt>
                <c:pt idx="110">
                  <c:v>-0.028</c:v>
                </c:pt>
                <c:pt idx="111">
                  <c:v>0.041</c:v>
                </c:pt>
                <c:pt idx="112">
                  <c:v>0.078</c:v>
                </c:pt>
                <c:pt idx="113">
                  <c:v>0.068</c:v>
                </c:pt>
                <c:pt idx="114">
                  <c:v>0.114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DSC EPS_C #2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-0.035</c:v>
                </c:pt>
                <c:pt idx="1">
                  <c:v>-0.017</c:v>
                </c:pt>
                <c:pt idx="2">
                  <c:v>-0.025</c:v>
                </c:pt>
                <c:pt idx="3">
                  <c:v>-0.02</c:v>
                </c:pt>
                <c:pt idx="4">
                  <c:v>-0.004</c:v>
                </c:pt>
                <c:pt idx="5">
                  <c:v>-0.013</c:v>
                </c:pt>
                <c:pt idx="6">
                  <c:v>0.014</c:v>
                </c:pt>
                <c:pt idx="7">
                  <c:v>-0.003</c:v>
                </c:pt>
                <c:pt idx="8">
                  <c:v>0.003</c:v>
                </c:pt>
                <c:pt idx="9">
                  <c:v>0</c:v>
                </c:pt>
                <c:pt idx="10">
                  <c:v>0.003</c:v>
                </c:pt>
                <c:pt idx="11">
                  <c:v>0.01</c:v>
                </c:pt>
                <c:pt idx="12">
                  <c:v>0.014</c:v>
                </c:pt>
                <c:pt idx="13">
                  <c:v>-0.008</c:v>
                </c:pt>
                <c:pt idx="14">
                  <c:v>-0.029</c:v>
                </c:pt>
                <c:pt idx="15">
                  <c:v>-0.047</c:v>
                </c:pt>
                <c:pt idx="16">
                  <c:v>-0.041</c:v>
                </c:pt>
                <c:pt idx="17">
                  <c:v>-0.012</c:v>
                </c:pt>
                <c:pt idx="18">
                  <c:v>0.015</c:v>
                </c:pt>
                <c:pt idx="19">
                  <c:v>0.025</c:v>
                </c:pt>
                <c:pt idx="20">
                  <c:v>0.015</c:v>
                </c:pt>
                <c:pt idx="21">
                  <c:v>0.024</c:v>
                </c:pt>
                <c:pt idx="22">
                  <c:v>0.027</c:v>
                </c:pt>
                <c:pt idx="23">
                  <c:v>0.04</c:v>
                </c:pt>
                <c:pt idx="24">
                  <c:v>0.046</c:v>
                </c:pt>
                <c:pt idx="25">
                  <c:v>0.035</c:v>
                </c:pt>
                <c:pt idx="26">
                  <c:v>-0.006</c:v>
                </c:pt>
                <c:pt idx="27">
                  <c:v>-0.046</c:v>
                </c:pt>
                <c:pt idx="28">
                  <c:v>-0.069</c:v>
                </c:pt>
                <c:pt idx="29">
                  <c:v>-0.056</c:v>
                </c:pt>
                <c:pt idx="30">
                  <c:v>-0.022</c:v>
                </c:pt>
                <c:pt idx="31">
                  <c:v>0.037</c:v>
                </c:pt>
                <c:pt idx="32">
                  <c:v>0.082</c:v>
                </c:pt>
                <c:pt idx="33">
                  <c:v>0.124</c:v>
                </c:pt>
                <c:pt idx="34">
                  <c:v>0.148</c:v>
                </c:pt>
                <c:pt idx="35">
                  <c:v>-0.036</c:v>
                </c:pt>
                <c:pt idx="36">
                  <c:v>-0.07</c:v>
                </c:pt>
                <c:pt idx="37">
                  <c:v>-0.053</c:v>
                </c:pt>
                <c:pt idx="38">
                  <c:v>-0.021</c:v>
                </c:pt>
                <c:pt idx="39">
                  <c:v>-0.024</c:v>
                </c:pt>
                <c:pt idx="40">
                  <c:v>-0.011</c:v>
                </c:pt>
                <c:pt idx="41">
                  <c:v>-0.14</c:v>
                </c:pt>
                <c:pt idx="42">
                  <c:v>-0.284</c:v>
                </c:pt>
                <c:pt idx="43">
                  <c:v>-0.418</c:v>
                </c:pt>
                <c:pt idx="44">
                  <c:v>-0.395</c:v>
                </c:pt>
                <c:pt idx="45">
                  <c:v>-0.311</c:v>
                </c:pt>
                <c:pt idx="46">
                  <c:v>-0.155</c:v>
                </c:pt>
                <c:pt idx="47">
                  <c:v>0.195</c:v>
                </c:pt>
                <c:pt idx="48">
                  <c:v>0.642</c:v>
                </c:pt>
                <c:pt idx="49">
                  <c:v>1.058</c:v>
                </c:pt>
                <c:pt idx="50">
                  <c:v>0.917</c:v>
                </c:pt>
                <c:pt idx="51">
                  <c:v>0.449</c:v>
                </c:pt>
                <c:pt idx="52">
                  <c:v>-0.088</c:v>
                </c:pt>
                <c:pt idx="53">
                  <c:v>-0.473</c:v>
                </c:pt>
                <c:pt idx="54">
                  <c:v>-0.579</c:v>
                </c:pt>
                <c:pt idx="55">
                  <c:v>-0.432</c:v>
                </c:pt>
                <c:pt idx="56">
                  <c:v>-0.27</c:v>
                </c:pt>
                <c:pt idx="57">
                  <c:v>-0.241</c:v>
                </c:pt>
                <c:pt idx="58">
                  <c:v>-0.12</c:v>
                </c:pt>
                <c:pt idx="59">
                  <c:v>0.029</c:v>
                </c:pt>
                <c:pt idx="60">
                  <c:v>0.048</c:v>
                </c:pt>
                <c:pt idx="61">
                  <c:v>0.049</c:v>
                </c:pt>
                <c:pt idx="62">
                  <c:v>0.031</c:v>
                </c:pt>
                <c:pt idx="63">
                  <c:v>0.04</c:v>
                </c:pt>
                <c:pt idx="64">
                  <c:v>0.059</c:v>
                </c:pt>
                <c:pt idx="65">
                  <c:v>0.07</c:v>
                </c:pt>
                <c:pt idx="66">
                  <c:v>0.066</c:v>
                </c:pt>
                <c:pt idx="67">
                  <c:v>0.051</c:v>
                </c:pt>
                <c:pt idx="68">
                  <c:v>0.04</c:v>
                </c:pt>
                <c:pt idx="69">
                  <c:v>0.041</c:v>
                </c:pt>
                <c:pt idx="70">
                  <c:v>0.015</c:v>
                </c:pt>
                <c:pt idx="71">
                  <c:v>-0.003</c:v>
                </c:pt>
                <c:pt idx="72">
                  <c:v>-0.066</c:v>
                </c:pt>
                <c:pt idx="73">
                  <c:v>-0.054</c:v>
                </c:pt>
                <c:pt idx="74">
                  <c:v>-0.064</c:v>
                </c:pt>
                <c:pt idx="75">
                  <c:v>-0.044</c:v>
                </c:pt>
                <c:pt idx="76">
                  <c:v>0</c:v>
                </c:pt>
                <c:pt idx="77">
                  <c:v>0.029</c:v>
                </c:pt>
                <c:pt idx="78">
                  <c:v>0.024</c:v>
                </c:pt>
                <c:pt idx="79">
                  <c:v>0.025</c:v>
                </c:pt>
                <c:pt idx="80">
                  <c:v>0.019</c:v>
                </c:pt>
                <c:pt idx="81">
                  <c:v>-0.01</c:v>
                </c:pt>
                <c:pt idx="82">
                  <c:v>-0.019</c:v>
                </c:pt>
                <c:pt idx="83">
                  <c:v>-0.021</c:v>
                </c:pt>
                <c:pt idx="84">
                  <c:v>-0.022</c:v>
                </c:pt>
                <c:pt idx="85">
                  <c:v>0.008</c:v>
                </c:pt>
                <c:pt idx="86">
                  <c:v>0.038</c:v>
                </c:pt>
                <c:pt idx="87">
                  <c:v>0.073</c:v>
                </c:pt>
                <c:pt idx="88">
                  <c:v>0.041</c:v>
                </c:pt>
                <c:pt idx="89">
                  <c:v>0.013</c:v>
                </c:pt>
                <c:pt idx="90">
                  <c:v>-0.008</c:v>
                </c:pt>
                <c:pt idx="91">
                  <c:v>-0.046</c:v>
                </c:pt>
                <c:pt idx="92">
                  <c:v>-0.078</c:v>
                </c:pt>
                <c:pt idx="93">
                  <c:v>-0.064</c:v>
                </c:pt>
                <c:pt idx="94">
                  <c:v>-0.062</c:v>
                </c:pt>
                <c:pt idx="95">
                  <c:v>-0.037</c:v>
                </c:pt>
                <c:pt idx="96">
                  <c:v>-0.005</c:v>
                </c:pt>
                <c:pt idx="97">
                  <c:v>0.02</c:v>
                </c:pt>
                <c:pt idx="98">
                  <c:v>0.025</c:v>
                </c:pt>
                <c:pt idx="99">
                  <c:v>0.061</c:v>
                </c:pt>
                <c:pt idx="100">
                  <c:v>0.031</c:v>
                </c:pt>
                <c:pt idx="101">
                  <c:v>0.037</c:v>
                </c:pt>
                <c:pt idx="102">
                  <c:v>0.042</c:v>
                </c:pt>
                <c:pt idx="103">
                  <c:v>0.056</c:v>
                </c:pt>
                <c:pt idx="104">
                  <c:v>0.017</c:v>
                </c:pt>
                <c:pt idx="105">
                  <c:v>-0.021</c:v>
                </c:pt>
                <c:pt idx="106">
                  <c:v>-0.027</c:v>
                </c:pt>
                <c:pt idx="107">
                  <c:v>-0.077</c:v>
                </c:pt>
                <c:pt idx="108">
                  <c:v>-0.098</c:v>
                </c:pt>
                <c:pt idx="109">
                  <c:v>-0.061</c:v>
                </c:pt>
                <c:pt idx="110">
                  <c:v>-0.006</c:v>
                </c:pt>
                <c:pt idx="111">
                  <c:v>0.067</c:v>
                </c:pt>
                <c:pt idx="112">
                  <c:v>0.057</c:v>
                </c:pt>
                <c:pt idx="113">
                  <c:v>0.072</c:v>
                </c:pt>
                <c:pt idx="114">
                  <c:v>0.041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 DSC EPS_C #1</c:v>
                </c:pt>
              </c:strCache>
            </c:strRef>
          </c:tx>
          <c:spPr>
            <a:solidFill>
              <a:srgbClr val="EDA100"/>
            </a:solidFill>
            <a:ln w="1587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-0.037</c:v>
                </c:pt>
                <c:pt idx="1">
                  <c:v>-0.047</c:v>
                </c:pt>
                <c:pt idx="2">
                  <c:v>-0.064</c:v>
                </c:pt>
                <c:pt idx="3">
                  <c:v>-0.042</c:v>
                </c:pt>
                <c:pt idx="4">
                  <c:v>-0.01</c:v>
                </c:pt>
                <c:pt idx="5">
                  <c:v>0.002</c:v>
                </c:pt>
                <c:pt idx="6">
                  <c:v>0.024</c:v>
                </c:pt>
                <c:pt idx="7">
                  <c:v>0.027</c:v>
                </c:pt>
                <c:pt idx="8">
                  <c:v>0.028</c:v>
                </c:pt>
                <c:pt idx="9">
                  <c:v>0.032</c:v>
                </c:pt>
                <c:pt idx="10">
                  <c:v>0.015</c:v>
                </c:pt>
                <c:pt idx="11">
                  <c:v>-0.001</c:v>
                </c:pt>
                <c:pt idx="12">
                  <c:v>-0.024</c:v>
                </c:pt>
                <c:pt idx="13">
                  <c:v>-0.038</c:v>
                </c:pt>
                <c:pt idx="14">
                  <c:v>-0.031</c:v>
                </c:pt>
                <c:pt idx="15">
                  <c:v>-0.054</c:v>
                </c:pt>
                <c:pt idx="16">
                  <c:v>-0.056</c:v>
                </c:pt>
                <c:pt idx="17">
                  <c:v>-0.031</c:v>
                </c:pt>
                <c:pt idx="18">
                  <c:v>-0.001</c:v>
                </c:pt>
                <c:pt idx="19">
                  <c:v>0.058</c:v>
                </c:pt>
                <c:pt idx="20">
                  <c:v>0.068</c:v>
                </c:pt>
                <c:pt idx="21">
                  <c:v>0.063</c:v>
                </c:pt>
                <c:pt idx="22">
                  <c:v>0.103</c:v>
                </c:pt>
                <c:pt idx="23">
                  <c:v>0.092</c:v>
                </c:pt>
                <c:pt idx="24">
                  <c:v>0.04</c:v>
                </c:pt>
                <c:pt idx="25">
                  <c:v>-0.036</c:v>
                </c:pt>
                <c:pt idx="26">
                  <c:v>-0.113</c:v>
                </c:pt>
                <c:pt idx="27">
                  <c:v>-0.136</c:v>
                </c:pt>
                <c:pt idx="28">
                  <c:v>-0.134</c:v>
                </c:pt>
                <c:pt idx="29">
                  <c:v>-0.069</c:v>
                </c:pt>
                <c:pt idx="30">
                  <c:v>-0.025</c:v>
                </c:pt>
                <c:pt idx="31">
                  <c:v>0.064</c:v>
                </c:pt>
                <c:pt idx="32">
                  <c:v>0.102</c:v>
                </c:pt>
                <c:pt idx="33">
                  <c:v>0.117</c:v>
                </c:pt>
                <c:pt idx="34">
                  <c:v>0.122</c:v>
                </c:pt>
                <c:pt idx="35">
                  <c:v>0.06</c:v>
                </c:pt>
                <c:pt idx="36">
                  <c:v>0.007</c:v>
                </c:pt>
                <c:pt idx="37">
                  <c:v>-0.041</c:v>
                </c:pt>
                <c:pt idx="38">
                  <c:v>-0.07</c:v>
                </c:pt>
                <c:pt idx="39">
                  <c:v>-0.096</c:v>
                </c:pt>
                <c:pt idx="40">
                  <c:v>-0.052</c:v>
                </c:pt>
                <c:pt idx="41">
                  <c:v>-0.015</c:v>
                </c:pt>
                <c:pt idx="42">
                  <c:v>0.013</c:v>
                </c:pt>
                <c:pt idx="43">
                  <c:v>0.003</c:v>
                </c:pt>
                <c:pt idx="44">
                  <c:v>0.019</c:v>
                </c:pt>
                <c:pt idx="45">
                  <c:v>0.046</c:v>
                </c:pt>
                <c:pt idx="46">
                  <c:v>0.031</c:v>
                </c:pt>
                <c:pt idx="47">
                  <c:v>0.035</c:v>
                </c:pt>
                <c:pt idx="48">
                  <c:v>0</c:v>
                </c:pt>
                <c:pt idx="49">
                  <c:v>-0.009</c:v>
                </c:pt>
                <c:pt idx="50">
                  <c:v>-0.017</c:v>
                </c:pt>
                <c:pt idx="51">
                  <c:v>-0.019</c:v>
                </c:pt>
                <c:pt idx="52">
                  <c:v>-0.031</c:v>
                </c:pt>
                <c:pt idx="53">
                  <c:v>-0.042</c:v>
                </c:pt>
                <c:pt idx="54">
                  <c:v>-0.037</c:v>
                </c:pt>
                <c:pt idx="55">
                  <c:v>-0.024</c:v>
                </c:pt>
                <c:pt idx="56">
                  <c:v>0.008</c:v>
                </c:pt>
                <c:pt idx="57">
                  <c:v>0.031</c:v>
                </c:pt>
                <c:pt idx="58">
                  <c:v>0.049</c:v>
                </c:pt>
                <c:pt idx="59">
                  <c:v>0.052</c:v>
                </c:pt>
                <c:pt idx="60">
                  <c:v>0.009</c:v>
                </c:pt>
                <c:pt idx="61">
                  <c:v>-0.014</c:v>
                </c:pt>
                <c:pt idx="62">
                  <c:v>-0.02</c:v>
                </c:pt>
                <c:pt idx="63">
                  <c:v>-0.013</c:v>
                </c:pt>
                <c:pt idx="64">
                  <c:v>0.014</c:v>
                </c:pt>
                <c:pt idx="65">
                  <c:v>0.015</c:v>
                </c:pt>
                <c:pt idx="66">
                  <c:v>0.059</c:v>
                </c:pt>
                <c:pt idx="67">
                  <c:v>0.063</c:v>
                </c:pt>
                <c:pt idx="68">
                  <c:v>0.081</c:v>
                </c:pt>
                <c:pt idx="69">
                  <c:v>0.086</c:v>
                </c:pt>
                <c:pt idx="70">
                  <c:v>0.031</c:v>
                </c:pt>
                <c:pt idx="71">
                  <c:v>-0.043</c:v>
                </c:pt>
                <c:pt idx="72">
                  <c:v>-0.107</c:v>
                </c:pt>
                <c:pt idx="73">
                  <c:v>-0.111</c:v>
                </c:pt>
                <c:pt idx="74">
                  <c:v>-0.11</c:v>
                </c:pt>
                <c:pt idx="75">
                  <c:v>-0.032</c:v>
                </c:pt>
                <c:pt idx="76">
                  <c:v>-0.006</c:v>
                </c:pt>
                <c:pt idx="77">
                  <c:v>0.065</c:v>
                </c:pt>
                <c:pt idx="78">
                  <c:v>0.062</c:v>
                </c:pt>
                <c:pt idx="79">
                  <c:v>0.053</c:v>
                </c:pt>
                <c:pt idx="80">
                  <c:v>0.014</c:v>
                </c:pt>
                <c:pt idx="81">
                  <c:v>-0.019</c:v>
                </c:pt>
                <c:pt idx="82">
                  <c:v>-0.025</c:v>
                </c:pt>
                <c:pt idx="83">
                  <c:v>-0.012</c:v>
                </c:pt>
                <c:pt idx="84">
                  <c:v>0.007</c:v>
                </c:pt>
                <c:pt idx="85">
                  <c:v>0.039</c:v>
                </c:pt>
                <c:pt idx="86">
                  <c:v>0.024</c:v>
                </c:pt>
                <c:pt idx="87">
                  <c:v>0.058</c:v>
                </c:pt>
                <c:pt idx="88">
                  <c:v>0.043</c:v>
                </c:pt>
                <c:pt idx="89">
                  <c:v>-0.008</c:v>
                </c:pt>
                <c:pt idx="90">
                  <c:v>-0.033</c:v>
                </c:pt>
                <c:pt idx="91">
                  <c:v>-0.045</c:v>
                </c:pt>
                <c:pt idx="92">
                  <c:v>-0.023</c:v>
                </c:pt>
                <c:pt idx="93">
                  <c:v>-0.032</c:v>
                </c:pt>
                <c:pt idx="94">
                  <c:v>-0.029</c:v>
                </c:pt>
                <c:pt idx="95">
                  <c:v>-0.008</c:v>
                </c:pt>
                <c:pt idx="96">
                  <c:v>0.051</c:v>
                </c:pt>
                <c:pt idx="97">
                  <c:v>0.062</c:v>
                </c:pt>
                <c:pt idx="98">
                  <c:v>0.036</c:v>
                </c:pt>
                <c:pt idx="99">
                  <c:v>0.015</c:v>
                </c:pt>
                <c:pt idx="100">
                  <c:v>0.019</c:v>
                </c:pt>
                <c:pt idx="101">
                  <c:v>0.032</c:v>
                </c:pt>
                <c:pt idx="102">
                  <c:v>-0.024</c:v>
                </c:pt>
                <c:pt idx="103">
                  <c:v>-0.031</c:v>
                </c:pt>
                <c:pt idx="104">
                  <c:v>-0.007</c:v>
                </c:pt>
                <c:pt idx="105">
                  <c:v>0.019</c:v>
                </c:pt>
                <c:pt idx="106">
                  <c:v>0.014</c:v>
                </c:pt>
                <c:pt idx="107">
                  <c:v>0.041</c:v>
                </c:pt>
                <c:pt idx="108">
                  <c:v>0.009</c:v>
                </c:pt>
                <c:pt idx="109">
                  <c:v>0.016</c:v>
                </c:pt>
                <c:pt idx="110">
                  <c:v>0.007</c:v>
                </c:pt>
                <c:pt idx="111">
                  <c:v>-0.02</c:v>
                </c:pt>
                <c:pt idx="112">
                  <c:v>-0.054</c:v>
                </c:pt>
                <c:pt idx="113">
                  <c:v>0.113</c:v>
                </c:pt>
                <c:pt idx="114">
                  <c:v>0.244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 DSC EPS_C #2</c:v>
                </c:pt>
              </c:strCache>
            </c:strRef>
          </c:tx>
          <c:spPr>
            <a:solidFill>
              <a:srgbClr val="EDA100"/>
            </a:solidFill>
            <a:ln w="15875" cap="flat">
              <a:solidFill>
                <a:srgbClr val="EDA100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-0.003</c:v>
                </c:pt>
                <c:pt idx="1">
                  <c:v>-0.032</c:v>
                </c:pt>
                <c:pt idx="2">
                  <c:v>-0.048</c:v>
                </c:pt>
                <c:pt idx="3">
                  <c:v>-0.026</c:v>
                </c:pt>
                <c:pt idx="4">
                  <c:v>-0.009</c:v>
                </c:pt>
                <c:pt idx="5">
                  <c:v>-0.002</c:v>
                </c:pt>
                <c:pt idx="6">
                  <c:v>0.028</c:v>
                </c:pt>
                <c:pt idx="7">
                  <c:v>0.019</c:v>
                </c:pt>
                <c:pt idx="8">
                  <c:v>0.007</c:v>
                </c:pt>
                <c:pt idx="9">
                  <c:v>0.004</c:v>
                </c:pt>
                <c:pt idx="10">
                  <c:v>0.011</c:v>
                </c:pt>
                <c:pt idx="11">
                  <c:v>-0.006</c:v>
                </c:pt>
                <c:pt idx="12">
                  <c:v>-0.018</c:v>
                </c:pt>
                <c:pt idx="13">
                  <c:v>-0.018</c:v>
                </c:pt>
                <c:pt idx="14">
                  <c:v>-0.001</c:v>
                </c:pt>
                <c:pt idx="15">
                  <c:v>-0.029</c:v>
                </c:pt>
                <c:pt idx="16">
                  <c:v>-0.037</c:v>
                </c:pt>
                <c:pt idx="17">
                  <c:v>-0.01</c:v>
                </c:pt>
                <c:pt idx="18">
                  <c:v>0.017</c:v>
                </c:pt>
                <c:pt idx="19">
                  <c:v>0.022</c:v>
                </c:pt>
                <c:pt idx="20">
                  <c:v>0.011</c:v>
                </c:pt>
                <c:pt idx="21">
                  <c:v>0.022</c:v>
                </c:pt>
                <c:pt idx="22">
                  <c:v>0.045</c:v>
                </c:pt>
                <c:pt idx="23">
                  <c:v>0.044</c:v>
                </c:pt>
                <c:pt idx="24">
                  <c:v>0.039</c:v>
                </c:pt>
                <c:pt idx="25">
                  <c:v>0.006</c:v>
                </c:pt>
                <c:pt idx="26">
                  <c:v>-0.06</c:v>
                </c:pt>
                <c:pt idx="27">
                  <c:v>-0.084</c:v>
                </c:pt>
                <c:pt idx="28">
                  <c:v>-0.157</c:v>
                </c:pt>
                <c:pt idx="29">
                  <c:v>-0.071</c:v>
                </c:pt>
                <c:pt idx="30">
                  <c:v>-0.013</c:v>
                </c:pt>
                <c:pt idx="31">
                  <c:v>0.135</c:v>
                </c:pt>
                <c:pt idx="32">
                  <c:v>0.172</c:v>
                </c:pt>
                <c:pt idx="33">
                  <c:v>0.134</c:v>
                </c:pt>
                <c:pt idx="34">
                  <c:v>0.085</c:v>
                </c:pt>
                <c:pt idx="35">
                  <c:v>0.001</c:v>
                </c:pt>
                <c:pt idx="36">
                  <c:v>-0.061</c:v>
                </c:pt>
                <c:pt idx="37">
                  <c:v>-0.104</c:v>
                </c:pt>
                <c:pt idx="38">
                  <c:v>-0.09</c:v>
                </c:pt>
                <c:pt idx="39">
                  <c:v>-0.072</c:v>
                </c:pt>
                <c:pt idx="40">
                  <c:v>-0.039</c:v>
                </c:pt>
                <c:pt idx="41">
                  <c:v>0.014</c:v>
                </c:pt>
                <c:pt idx="42">
                  <c:v>0.012</c:v>
                </c:pt>
                <c:pt idx="43">
                  <c:v>0.026</c:v>
                </c:pt>
                <c:pt idx="44">
                  <c:v>0.047</c:v>
                </c:pt>
                <c:pt idx="45">
                  <c:v>0.044</c:v>
                </c:pt>
                <c:pt idx="46">
                  <c:v>0.04</c:v>
                </c:pt>
                <c:pt idx="47">
                  <c:v>0.017</c:v>
                </c:pt>
                <c:pt idx="48">
                  <c:v>-0.017</c:v>
                </c:pt>
                <c:pt idx="49">
                  <c:v>-0.019</c:v>
                </c:pt>
                <c:pt idx="50">
                  <c:v>-0.025</c:v>
                </c:pt>
                <c:pt idx="51">
                  <c:v>-0.006</c:v>
                </c:pt>
                <c:pt idx="52">
                  <c:v>-0.021</c:v>
                </c:pt>
                <c:pt idx="53">
                  <c:v>-0.034</c:v>
                </c:pt>
                <c:pt idx="54">
                  <c:v>-0.016</c:v>
                </c:pt>
                <c:pt idx="55">
                  <c:v>-0.007</c:v>
                </c:pt>
                <c:pt idx="56">
                  <c:v>0.012</c:v>
                </c:pt>
                <c:pt idx="57">
                  <c:v>0.039</c:v>
                </c:pt>
                <c:pt idx="58">
                  <c:v>0.029</c:v>
                </c:pt>
                <c:pt idx="59">
                  <c:v>0.014</c:v>
                </c:pt>
                <c:pt idx="60">
                  <c:v>0.005</c:v>
                </c:pt>
                <c:pt idx="61">
                  <c:v>-0.015</c:v>
                </c:pt>
                <c:pt idx="62">
                  <c:v>-0.013</c:v>
                </c:pt>
                <c:pt idx="63">
                  <c:v>0.001</c:v>
                </c:pt>
                <c:pt idx="64">
                  <c:v>0.026</c:v>
                </c:pt>
                <c:pt idx="65">
                  <c:v>0.054</c:v>
                </c:pt>
                <c:pt idx="66">
                  <c:v>0.033</c:v>
                </c:pt>
                <c:pt idx="67">
                  <c:v>0.045</c:v>
                </c:pt>
                <c:pt idx="68">
                  <c:v>0.043</c:v>
                </c:pt>
                <c:pt idx="69">
                  <c:v>-0.008</c:v>
                </c:pt>
                <c:pt idx="70">
                  <c:v>-0.028</c:v>
                </c:pt>
                <c:pt idx="71">
                  <c:v>-0.058</c:v>
                </c:pt>
                <c:pt idx="72">
                  <c:v>-0.068</c:v>
                </c:pt>
                <c:pt idx="73">
                  <c:v>-0.031</c:v>
                </c:pt>
                <c:pt idx="74">
                  <c:v>-0.023</c:v>
                </c:pt>
                <c:pt idx="75">
                  <c:v>0.005</c:v>
                </c:pt>
                <c:pt idx="76">
                  <c:v>-0.008</c:v>
                </c:pt>
                <c:pt idx="77">
                  <c:v>0.029</c:v>
                </c:pt>
                <c:pt idx="78">
                  <c:v>0.011</c:v>
                </c:pt>
                <c:pt idx="79">
                  <c:v>-0.018</c:v>
                </c:pt>
                <c:pt idx="80">
                  <c:v>-0.041</c:v>
                </c:pt>
                <c:pt idx="81">
                  <c:v>-0.025</c:v>
                </c:pt>
                <c:pt idx="82">
                  <c:v>-0.003</c:v>
                </c:pt>
                <c:pt idx="83">
                  <c:v>0.029</c:v>
                </c:pt>
                <c:pt idx="84">
                  <c:v>0.037</c:v>
                </c:pt>
                <c:pt idx="85">
                  <c:v>0.069</c:v>
                </c:pt>
                <c:pt idx="86">
                  <c:v>0.061</c:v>
                </c:pt>
                <c:pt idx="87">
                  <c:v>0.06</c:v>
                </c:pt>
                <c:pt idx="88">
                  <c:v>0.059</c:v>
                </c:pt>
                <c:pt idx="89">
                  <c:v>0.016</c:v>
                </c:pt>
                <c:pt idx="90">
                  <c:v>-0.01</c:v>
                </c:pt>
                <c:pt idx="91">
                  <c:v>-0.018</c:v>
                </c:pt>
                <c:pt idx="92">
                  <c:v>-0.059</c:v>
                </c:pt>
                <c:pt idx="93">
                  <c:v>-0.036</c:v>
                </c:pt>
                <c:pt idx="94">
                  <c:v>-0.052</c:v>
                </c:pt>
                <c:pt idx="95">
                  <c:v>-0.028</c:v>
                </c:pt>
                <c:pt idx="96">
                  <c:v>0</c:v>
                </c:pt>
                <c:pt idx="97">
                  <c:v>-0.038</c:v>
                </c:pt>
                <c:pt idx="98">
                  <c:v>-0.033</c:v>
                </c:pt>
                <c:pt idx="99">
                  <c:v>-0.047</c:v>
                </c:pt>
                <c:pt idx="100">
                  <c:v>-0.02</c:v>
                </c:pt>
                <c:pt idx="101">
                  <c:v>-0.02</c:v>
                </c:pt>
                <c:pt idx="102">
                  <c:v>0.01</c:v>
                </c:pt>
                <c:pt idx="103">
                  <c:v>0.038</c:v>
                </c:pt>
                <c:pt idx="104">
                  <c:v>0.012</c:v>
                </c:pt>
                <c:pt idx="105">
                  <c:v>0.015</c:v>
                </c:pt>
                <c:pt idx="106">
                  <c:v>-0.003</c:v>
                </c:pt>
                <c:pt idx="107">
                  <c:v>-0.004</c:v>
                </c:pt>
                <c:pt idx="108">
                  <c:v>0.021</c:v>
                </c:pt>
                <c:pt idx="109">
                  <c:v>0.099</c:v>
                </c:pt>
                <c:pt idx="110">
                  <c:v>0.254</c:v>
                </c:pt>
                <c:pt idx="111">
                  <c:v>0.292</c:v>
                </c:pt>
                <c:pt idx="112">
                  <c:v>0.29</c:v>
                </c:pt>
                <c:pt idx="113">
                  <c:v>0.157</c:v>
                </c:pt>
                <c:pt idx="114">
                  <c:v>-0.032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1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.5"/>
          <c:min val="-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평균 EPS_SC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100.62</c:v>
                </c:pt>
                <c:pt idx="1">
                  <c:v>100.735</c:v>
                </c:pt>
                <c:pt idx="2">
                  <c:v>100.795</c:v>
                </c:pt>
                <c:pt idx="3">
                  <c:v>100.93</c:v>
                </c:pt>
                <c:pt idx="4">
                  <c:v>100.91</c:v>
                </c:pt>
                <c:pt idx="5">
                  <c:v>100.97</c:v>
                </c:pt>
                <c:pt idx="6">
                  <c:v>101.005</c:v>
                </c:pt>
                <c:pt idx="7">
                  <c:v>100.965</c:v>
                </c:pt>
                <c:pt idx="8">
                  <c:v>100.91</c:v>
                </c:pt>
                <c:pt idx="9">
                  <c:v>100.78</c:v>
                </c:pt>
                <c:pt idx="10">
                  <c:v>100.60499999999999</c:v>
                </c:pt>
                <c:pt idx="11">
                  <c:v>100.465</c:v>
                </c:pt>
                <c:pt idx="12">
                  <c:v>100.255</c:v>
                </c:pt>
                <c:pt idx="13">
                  <c:v>100.06</c:v>
                </c:pt>
                <c:pt idx="14">
                  <c:v>99.88</c:v>
                </c:pt>
                <c:pt idx="15">
                  <c:v>99.735</c:v>
                </c:pt>
                <c:pt idx="16">
                  <c:v>99.56</c:v>
                </c:pt>
                <c:pt idx="17">
                  <c:v>99.445</c:v>
                </c:pt>
                <c:pt idx="18">
                  <c:v>99.25999999999999</c:v>
                </c:pt>
                <c:pt idx="19">
                  <c:v>99.2</c:v>
                </c:pt>
                <c:pt idx="20">
                  <c:v>99.075</c:v>
                </c:pt>
                <c:pt idx="21">
                  <c:v>98.805</c:v>
                </c:pt>
                <c:pt idx="22">
                  <c:v>98.745</c:v>
                </c:pt>
                <c:pt idx="23">
                  <c:v>98.57</c:v>
                </c:pt>
                <c:pt idx="24">
                  <c:v>98.485</c:v>
                </c:pt>
                <c:pt idx="25">
                  <c:v>98.28</c:v>
                </c:pt>
                <c:pt idx="26">
                  <c:v>98.215</c:v>
                </c:pt>
                <c:pt idx="27">
                  <c:v>98.08</c:v>
                </c:pt>
                <c:pt idx="28">
                  <c:v>97.9</c:v>
                </c:pt>
                <c:pt idx="29">
                  <c:v>97.715</c:v>
                </c:pt>
                <c:pt idx="30">
                  <c:v>97.63</c:v>
                </c:pt>
                <c:pt idx="31">
                  <c:v>97.525</c:v>
                </c:pt>
                <c:pt idx="32">
                  <c:v>97.35</c:v>
                </c:pt>
                <c:pt idx="33">
                  <c:v>97.16</c:v>
                </c:pt>
                <c:pt idx="34">
                  <c:v>96.94999999999999</c:v>
                </c:pt>
                <c:pt idx="35">
                  <c:v>96.58000000000001</c:v>
                </c:pt>
                <c:pt idx="36">
                  <c:v>96.17</c:v>
                </c:pt>
                <c:pt idx="37">
                  <c:v>95.78</c:v>
                </c:pt>
                <c:pt idx="38">
                  <c:v>95.215</c:v>
                </c:pt>
                <c:pt idx="39">
                  <c:v>94.625</c:v>
                </c:pt>
                <c:pt idx="40">
                  <c:v>93.845</c:v>
                </c:pt>
                <c:pt idx="41">
                  <c:v>93.25</c:v>
                </c:pt>
                <c:pt idx="42">
                  <c:v>92.64</c:v>
                </c:pt>
                <c:pt idx="43">
                  <c:v>92.065</c:v>
                </c:pt>
                <c:pt idx="44">
                  <c:v>91.41</c:v>
                </c:pt>
                <c:pt idx="45">
                  <c:v>90.805</c:v>
                </c:pt>
                <c:pt idx="46">
                  <c:v>90.22</c:v>
                </c:pt>
                <c:pt idx="47">
                  <c:v>89.66499999999999</c:v>
                </c:pt>
                <c:pt idx="48">
                  <c:v>89.175</c:v>
                </c:pt>
                <c:pt idx="49">
                  <c:v>88.67500000000001</c:v>
                </c:pt>
                <c:pt idx="50">
                  <c:v>88.17</c:v>
                </c:pt>
                <c:pt idx="51">
                  <c:v>87.61</c:v>
                </c:pt>
                <c:pt idx="52">
                  <c:v>86.995</c:v>
                </c:pt>
                <c:pt idx="53">
                  <c:v>86.4</c:v>
                </c:pt>
                <c:pt idx="54">
                  <c:v>85.775</c:v>
                </c:pt>
                <c:pt idx="55">
                  <c:v>85.09</c:v>
                </c:pt>
                <c:pt idx="56">
                  <c:v>84.235</c:v>
                </c:pt>
                <c:pt idx="57">
                  <c:v>83.44</c:v>
                </c:pt>
                <c:pt idx="58">
                  <c:v>82.485</c:v>
                </c:pt>
                <c:pt idx="59">
                  <c:v>81.49</c:v>
                </c:pt>
                <c:pt idx="60">
                  <c:v>80.38</c:v>
                </c:pt>
                <c:pt idx="61">
                  <c:v>79.125</c:v>
                </c:pt>
                <c:pt idx="62">
                  <c:v>77.655</c:v>
                </c:pt>
                <c:pt idx="63">
                  <c:v>75.945</c:v>
                </c:pt>
                <c:pt idx="64">
                  <c:v>73.97999999999999</c:v>
                </c:pt>
                <c:pt idx="65">
                  <c:v>71.68</c:v>
                </c:pt>
                <c:pt idx="66">
                  <c:v>69.005</c:v>
                </c:pt>
                <c:pt idx="67">
                  <c:v>65.855</c:v>
                </c:pt>
                <c:pt idx="68">
                  <c:v>62.254999999999995</c:v>
                </c:pt>
                <c:pt idx="69">
                  <c:v>58.265</c:v>
                </c:pt>
                <c:pt idx="70">
                  <c:v>53.775000000000006</c:v>
                </c:pt>
                <c:pt idx="71">
                  <c:v>48.915</c:v>
                </c:pt>
                <c:pt idx="72">
                  <c:v>43.81</c:v>
                </c:pt>
                <c:pt idx="73">
                  <c:v>38.510000000000005</c:v>
                </c:pt>
                <c:pt idx="74">
                  <c:v>33.025000000000006</c:v>
                </c:pt>
                <c:pt idx="75">
                  <c:v>27.380000000000003</c:v>
                </c:pt>
                <c:pt idx="76">
                  <c:v>21.634999999999998</c:v>
                </c:pt>
                <c:pt idx="77">
                  <c:v>16.375</c:v>
                </c:pt>
                <c:pt idx="78">
                  <c:v>11.91</c:v>
                </c:pt>
                <c:pt idx="79">
                  <c:v>9.5</c:v>
                </c:pt>
                <c:pt idx="80">
                  <c:v>8.855</c:v>
                </c:pt>
                <c:pt idx="81">
                  <c:v>8.715</c:v>
                </c:pt>
                <c:pt idx="82">
                  <c:v>8.594999999999999</c:v>
                </c:pt>
                <c:pt idx="83">
                  <c:v>8.375</c:v>
                </c:pt>
                <c:pt idx="84">
                  <c:v>8.165</c:v>
                </c:pt>
                <c:pt idx="85">
                  <c:v>7.925</c:v>
                </c:pt>
                <c:pt idx="86">
                  <c:v>7.765</c:v>
                </c:pt>
                <c:pt idx="87">
                  <c:v>7.63</c:v>
                </c:pt>
                <c:pt idx="88">
                  <c:v>7.45</c:v>
                </c:pt>
                <c:pt idx="89">
                  <c:v>7.27</c:v>
                </c:pt>
                <c:pt idx="90">
                  <c:v>7.1</c:v>
                </c:pt>
                <c:pt idx="91">
                  <c:v>6.965</c:v>
                </c:pt>
                <c:pt idx="92">
                  <c:v>6.865</c:v>
                </c:pt>
                <c:pt idx="93">
                  <c:v>6.715</c:v>
                </c:pt>
                <c:pt idx="94">
                  <c:v>6.59</c:v>
                </c:pt>
                <c:pt idx="95">
                  <c:v>6.48</c:v>
                </c:pt>
                <c:pt idx="96">
                  <c:v>6.285</c:v>
                </c:pt>
                <c:pt idx="97">
                  <c:v>6.17</c:v>
                </c:pt>
                <c:pt idx="98">
                  <c:v>5.98</c:v>
                </c:pt>
                <c:pt idx="99">
                  <c:v>5.9</c:v>
                </c:pt>
                <c:pt idx="100">
                  <c:v>5.74</c:v>
                </c:pt>
                <c:pt idx="101">
                  <c:v>5.61</c:v>
                </c:pt>
                <c:pt idx="102">
                  <c:v>5.485</c:v>
                </c:pt>
                <c:pt idx="103">
                  <c:v>5.355</c:v>
                </c:pt>
                <c:pt idx="104">
                  <c:v>5.24</c:v>
                </c:pt>
                <c:pt idx="105">
                  <c:v>5.075</c:v>
                </c:pt>
                <c:pt idx="106">
                  <c:v>4.9350000000000005</c:v>
                </c:pt>
                <c:pt idx="107">
                  <c:v>4.74</c:v>
                </c:pt>
                <c:pt idx="108">
                  <c:v>4.609999999999999</c:v>
                </c:pt>
                <c:pt idx="109">
                  <c:v>4.470000000000001</c:v>
                </c:pt>
                <c:pt idx="110">
                  <c:v>4.235</c:v>
                </c:pt>
                <c:pt idx="111">
                  <c:v>4.1049999999999995</c:v>
                </c:pt>
                <c:pt idx="112">
                  <c:v>3.915</c:v>
                </c:pt>
                <c:pt idx="113">
                  <c:v>3.675</c:v>
                </c:pt>
                <c:pt idx="114">
                  <c:v>3.495</c:v>
                </c:pt>
                <c:pt idx="115">
                  <c:v>3.26</c:v>
                </c:pt>
                <c:pt idx="116">
                  <c:v>3.125</c:v>
                </c:pt>
                <c:pt idx="117">
                  <c:v>2.8499999999999996</c:v>
                </c:pt>
                <c:pt idx="118">
                  <c:v>2.7800000000000002</c:v>
                </c:pt>
                <c:pt idx="119">
                  <c:v>2.52</c:v>
                </c:pt>
                <c:pt idx="120">
                  <c:v>2.325</c:v>
                </c:pt>
                <c:pt idx="121">
                  <c:v>2.1750000000000003</c:v>
                </c:pt>
                <c:pt idx="122">
                  <c:v>2.01</c:v>
                </c:pt>
                <c:pt idx="123">
                  <c:v>1.9049999999999998</c:v>
                </c:pt>
                <c:pt idx="124">
                  <c:v>1.6949999999999998</c:v>
                </c:pt>
                <c:pt idx="125">
                  <c:v>1.54</c:v>
                </c:pt>
                <c:pt idx="126">
                  <c:v>1.415</c:v>
                </c:pt>
                <c:pt idx="127">
                  <c:v>1.3</c:v>
                </c:pt>
                <c:pt idx="128">
                  <c:v>1.17</c:v>
                </c:pt>
                <c:pt idx="129">
                  <c:v>1.055</c:v>
                </c:pt>
                <c:pt idx="130">
                  <c:v>0.96</c:v>
                </c:pt>
                <c:pt idx="131">
                  <c:v>0.8800000000000001</c:v>
                </c:pt>
                <c:pt idx="132">
                  <c:v>0.835</c:v>
                </c:pt>
                <c:pt idx="133">
                  <c:v>0.73</c:v>
                </c:pt>
                <c:pt idx="134">
                  <c:v>0.6699999999999999</c:v>
                </c:pt>
                <c:pt idx="135">
                  <c:v>0.61</c:v>
                </c:pt>
                <c:pt idx="136">
                  <c:v>0.57</c:v>
                </c:pt>
                <c:pt idx="137">
                  <c:v>0.575</c:v>
                </c:pt>
                <c:pt idx="138">
                  <c:v>0.47</c:v>
                </c:pt>
                <c:pt idx="139">
                  <c:v>0.375</c:v>
                </c:pt>
                <c:pt idx="140">
                  <c:v>0.375</c:v>
                </c:pt>
                <c:pt idx="141">
                  <c:v>0.285</c:v>
                </c:pt>
                <c:pt idx="142">
                  <c:v>0.31</c:v>
                </c:pt>
                <c:pt idx="143">
                  <c:v>0.205</c:v>
                </c:pt>
                <c:pt idx="144">
                  <c:v>0.175</c:v>
                </c:pt>
                <c:pt idx="145">
                  <c:v>0.135</c:v>
                </c:pt>
                <c:pt idx="146">
                  <c:v>0.055</c:v>
                </c:pt>
                <c:pt idx="147">
                  <c:v>0.04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평균 EPS_SC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100.22</c:v>
                </c:pt>
                <c:pt idx="1">
                  <c:v>100.37</c:v>
                </c:pt>
                <c:pt idx="2">
                  <c:v>100.52000000000001</c:v>
                </c:pt>
                <c:pt idx="3">
                  <c:v>100.665</c:v>
                </c:pt>
                <c:pt idx="4">
                  <c:v>100.745</c:v>
                </c:pt>
                <c:pt idx="5">
                  <c:v>100.78</c:v>
                </c:pt>
                <c:pt idx="6">
                  <c:v>100.845</c:v>
                </c:pt>
                <c:pt idx="7">
                  <c:v>100.855</c:v>
                </c:pt>
                <c:pt idx="8">
                  <c:v>100.875</c:v>
                </c:pt>
                <c:pt idx="9">
                  <c:v>100.905</c:v>
                </c:pt>
                <c:pt idx="10">
                  <c:v>100.905</c:v>
                </c:pt>
                <c:pt idx="11">
                  <c:v>101.06</c:v>
                </c:pt>
                <c:pt idx="12">
                  <c:v>101.00999999999999</c:v>
                </c:pt>
                <c:pt idx="13">
                  <c:v>100.85499999999999</c:v>
                </c:pt>
                <c:pt idx="14">
                  <c:v>100.715</c:v>
                </c:pt>
                <c:pt idx="15">
                  <c:v>100.53</c:v>
                </c:pt>
                <c:pt idx="16">
                  <c:v>100.395</c:v>
                </c:pt>
                <c:pt idx="17">
                  <c:v>100.315</c:v>
                </c:pt>
                <c:pt idx="18">
                  <c:v>100.27</c:v>
                </c:pt>
                <c:pt idx="19">
                  <c:v>100.20500000000001</c:v>
                </c:pt>
                <c:pt idx="20">
                  <c:v>100.16499999999999</c:v>
                </c:pt>
                <c:pt idx="21">
                  <c:v>100.055</c:v>
                </c:pt>
                <c:pt idx="22">
                  <c:v>100.025</c:v>
                </c:pt>
                <c:pt idx="23">
                  <c:v>99.955</c:v>
                </c:pt>
                <c:pt idx="24">
                  <c:v>99.9</c:v>
                </c:pt>
                <c:pt idx="25">
                  <c:v>99.78</c:v>
                </c:pt>
                <c:pt idx="26">
                  <c:v>99.7</c:v>
                </c:pt>
                <c:pt idx="27">
                  <c:v>99.64500000000001</c:v>
                </c:pt>
                <c:pt idx="28">
                  <c:v>99.565</c:v>
                </c:pt>
                <c:pt idx="29">
                  <c:v>99.505</c:v>
                </c:pt>
                <c:pt idx="30">
                  <c:v>99.22999999999999</c:v>
                </c:pt>
                <c:pt idx="31">
                  <c:v>99.055</c:v>
                </c:pt>
                <c:pt idx="32">
                  <c:v>98.88499999999999</c:v>
                </c:pt>
                <c:pt idx="33">
                  <c:v>98.62</c:v>
                </c:pt>
                <c:pt idx="34">
                  <c:v>98.17500000000001</c:v>
                </c:pt>
                <c:pt idx="35">
                  <c:v>97.67</c:v>
                </c:pt>
                <c:pt idx="36">
                  <c:v>97.14</c:v>
                </c:pt>
                <c:pt idx="37">
                  <c:v>96.495</c:v>
                </c:pt>
                <c:pt idx="38">
                  <c:v>95.84</c:v>
                </c:pt>
                <c:pt idx="39">
                  <c:v>95.07</c:v>
                </c:pt>
                <c:pt idx="40">
                  <c:v>94.33500000000001</c:v>
                </c:pt>
                <c:pt idx="41">
                  <c:v>93.715</c:v>
                </c:pt>
                <c:pt idx="42">
                  <c:v>93.03</c:v>
                </c:pt>
                <c:pt idx="43">
                  <c:v>92.405</c:v>
                </c:pt>
                <c:pt idx="44">
                  <c:v>91.78</c:v>
                </c:pt>
                <c:pt idx="45">
                  <c:v>91.14500000000001</c:v>
                </c:pt>
                <c:pt idx="46">
                  <c:v>90.455</c:v>
                </c:pt>
                <c:pt idx="47">
                  <c:v>89.715</c:v>
                </c:pt>
                <c:pt idx="48">
                  <c:v>88.875</c:v>
                </c:pt>
                <c:pt idx="49">
                  <c:v>87.91499999999999</c:v>
                </c:pt>
                <c:pt idx="50">
                  <c:v>86.69</c:v>
                </c:pt>
                <c:pt idx="51">
                  <c:v>85.13499999999999</c:v>
                </c:pt>
                <c:pt idx="52">
                  <c:v>83.15</c:v>
                </c:pt>
                <c:pt idx="53">
                  <c:v>80.665</c:v>
                </c:pt>
                <c:pt idx="54">
                  <c:v>77.61500000000001</c:v>
                </c:pt>
                <c:pt idx="55">
                  <c:v>74.045</c:v>
                </c:pt>
                <c:pt idx="56">
                  <c:v>69.905</c:v>
                </c:pt>
                <c:pt idx="57">
                  <c:v>65.305</c:v>
                </c:pt>
                <c:pt idx="58">
                  <c:v>60.435</c:v>
                </c:pt>
                <c:pt idx="59">
                  <c:v>55.375</c:v>
                </c:pt>
                <c:pt idx="60">
                  <c:v>50.44</c:v>
                </c:pt>
                <c:pt idx="61">
                  <c:v>45.8</c:v>
                </c:pt>
                <c:pt idx="62">
                  <c:v>41.83</c:v>
                </c:pt>
                <c:pt idx="63">
                  <c:v>38.705</c:v>
                </c:pt>
                <c:pt idx="64">
                  <c:v>36.625</c:v>
                </c:pt>
                <c:pt idx="65">
                  <c:v>35.455</c:v>
                </c:pt>
                <c:pt idx="66">
                  <c:v>34.735</c:v>
                </c:pt>
                <c:pt idx="67">
                  <c:v>34.3</c:v>
                </c:pt>
                <c:pt idx="68">
                  <c:v>33.955</c:v>
                </c:pt>
                <c:pt idx="69">
                  <c:v>33.620000000000005</c:v>
                </c:pt>
                <c:pt idx="70">
                  <c:v>33.33</c:v>
                </c:pt>
                <c:pt idx="71">
                  <c:v>33.04</c:v>
                </c:pt>
                <c:pt idx="72">
                  <c:v>32.79</c:v>
                </c:pt>
                <c:pt idx="73">
                  <c:v>32.525</c:v>
                </c:pt>
                <c:pt idx="74">
                  <c:v>32.33</c:v>
                </c:pt>
                <c:pt idx="75">
                  <c:v>32.075</c:v>
                </c:pt>
                <c:pt idx="76">
                  <c:v>31.765</c:v>
                </c:pt>
                <c:pt idx="77">
                  <c:v>31.485</c:v>
                </c:pt>
                <c:pt idx="78">
                  <c:v>31.259999999999998</c:v>
                </c:pt>
                <c:pt idx="79">
                  <c:v>30.924999999999997</c:v>
                </c:pt>
                <c:pt idx="80">
                  <c:v>30.595</c:v>
                </c:pt>
                <c:pt idx="81">
                  <c:v>30.25</c:v>
                </c:pt>
                <c:pt idx="82">
                  <c:v>29.939999999999998</c:v>
                </c:pt>
                <c:pt idx="83">
                  <c:v>29.545</c:v>
                </c:pt>
                <c:pt idx="84">
                  <c:v>29.125</c:v>
                </c:pt>
                <c:pt idx="85">
                  <c:v>28.66</c:v>
                </c:pt>
                <c:pt idx="86">
                  <c:v>28.19</c:v>
                </c:pt>
                <c:pt idx="87">
                  <c:v>27.665</c:v>
                </c:pt>
                <c:pt idx="88">
                  <c:v>27.134999999999998</c:v>
                </c:pt>
                <c:pt idx="89">
                  <c:v>26.56</c:v>
                </c:pt>
                <c:pt idx="90">
                  <c:v>25.935000000000002</c:v>
                </c:pt>
                <c:pt idx="91">
                  <c:v>25.32</c:v>
                </c:pt>
                <c:pt idx="92">
                  <c:v>24.645</c:v>
                </c:pt>
                <c:pt idx="93">
                  <c:v>24.02</c:v>
                </c:pt>
                <c:pt idx="94">
                  <c:v>23.405</c:v>
                </c:pt>
                <c:pt idx="95">
                  <c:v>22.85</c:v>
                </c:pt>
                <c:pt idx="96">
                  <c:v>22.325</c:v>
                </c:pt>
                <c:pt idx="97">
                  <c:v>21.955</c:v>
                </c:pt>
                <c:pt idx="98">
                  <c:v>21.6</c:v>
                </c:pt>
                <c:pt idx="99">
                  <c:v>21.369999999999997</c:v>
                </c:pt>
                <c:pt idx="100">
                  <c:v>21.145</c:v>
                </c:pt>
                <c:pt idx="101">
                  <c:v>20.985</c:v>
                </c:pt>
                <c:pt idx="102">
                  <c:v>20.810000000000002</c:v>
                </c:pt>
                <c:pt idx="103">
                  <c:v>20.715</c:v>
                </c:pt>
                <c:pt idx="104">
                  <c:v>20.630000000000003</c:v>
                </c:pt>
                <c:pt idx="105">
                  <c:v>20.509999999999998</c:v>
                </c:pt>
                <c:pt idx="106">
                  <c:v>20.43</c:v>
                </c:pt>
                <c:pt idx="107">
                  <c:v>20.285</c:v>
                </c:pt>
                <c:pt idx="108">
                  <c:v>20.23</c:v>
                </c:pt>
                <c:pt idx="109">
                  <c:v>20.14</c:v>
                </c:pt>
                <c:pt idx="110">
                  <c:v>20</c:v>
                </c:pt>
                <c:pt idx="111">
                  <c:v>19.965</c:v>
                </c:pt>
                <c:pt idx="112">
                  <c:v>19.814999999999998</c:v>
                </c:pt>
                <c:pt idx="113">
                  <c:v>19.695</c:v>
                </c:pt>
                <c:pt idx="114">
                  <c:v>19.564999999999998</c:v>
                </c:pt>
                <c:pt idx="115">
                  <c:v>19.44</c:v>
                </c:pt>
                <c:pt idx="116">
                  <c:v>19.325</c:v>
                </c:pt>
                <c:pt idx="117">
                  <c:v>19.240000000000002</c:v>
                </c:pt>
                <c:pt idx="118">
                  <c:v>19.07</c:v>
                </c:pt>
                <c:pt idx="119">
                  <c:v>18.975</c:v>
                </c:pt>
                <c:pt idx="120">
                  <c:v>18.835</c:v>
                </c:pt>
                <c:pt idx="121">
                  <c:v>18.725</c:v>
                </c:pt>
                <c:pt idx="122">
                  <c:v>18.595</c:v>
                </c:pt>
                <c:pt idx="123">
                  <c:v>18.465</c:v>
                </c:pt>
                <c:pt idx="124">
                  <c:v>18.35</c:v>
                </c:pt>
                <c:pt idx="125">
                  <c:v>18.18</c:v>
                </c:pt>
                <c:pt idx="126">
                  <c:v>18.085</c:v>
                </c:pt>
                <c:pt idx="127">
                  <c:v>17.935000000000002</c:v>
                </c:pt>
                <c:pt idx="128">
                  <c:v>17.795</c:v>
                </c:pt>
                <c:pt idx="129">
                  <c:v>17.56</c:v>
                </c:pt>
                <c:pt idx="130">
                  <c:v>17.36</c:v>
                </c:pt>
                <c:pt idx="131">
                  <c:v>17.085</c:v>
                </c:pt>
                <c:pt idx="132">
                  <c:v>16.79</c:v>
                </c:pt>
                <c:pt idx="133">
                  <c:v>16.455</c:v>
                </c:pt>
                <c:pt idx="134">
                  <c:v>16.02</c:v>
                </c:pt>
                <c:pt idx="135">
                  <c:v>15.535</c:v>
                </c:pt>
                <c:pt idx="136">
                  <c:v>14.945</c:v>
                </c:pt>
                <c:pt idx="137">
                  <c:v>14.29</c:v>
                </c:pt>
                <c:pt idx="138">
                  <c:v>13.49</c:v>
                </c:pt>
                <c:pt idx="139">
                  <c:v>12.594999999999999</c:v>
                </c:pt>
                <c:pt idx="140">
                  <c:v>11.485</c:v>
                </c:pt>
                <c:pt idx="141">
                  <c:v>10.245</c:v>
                </c:pt>
                <c:pt idx="142">
                  <c:v>8.845</c:v>
                </c:pt>
                <c:pt idx="143">
                  <c:v>7.295</c:v>
                </c:pt>
                <c:pt idx="144">
                  <c:v>5.5649999999999995</c:v>
                </c:pt>
                <c:pt idx="145">
                  <c:v>3.755</c:v>
                </c:pt>
                <c:pt idx="146">
                  <c:v>1.935</c:v>
                </c:pt>
                <c:pt idx="147">
                  <c:v>0.095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DTG EPS_SC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-0.02845</c:v>
                </c:pt>
                <c:pt idx="1">
                  <c:v>-0.0225</c:v>
                </c:pt>
                <c:pt idx="2">
                  <c:v>-0.00010000000000000026</c:v>
                </c:pt>
                <c:pt idx="3">
                  <c:v>-0.01575</c:v>
                </c:pt>
                <c:pt idx="4">
                  <c:v>0.00195</c:v>
                </c:pt>
                <c:pt idx="5">
                  <c:v>-0.0075</c:v>
                </c:pt>
                <c:pt idx="6">
                  <c:v>0.0053</c:v>
                </c:pt>
                <c:pt idx="7">
                  <c:v>0.00265</c:v>
                </c:pt>
                <c:pt idx="8">
                  <c:v>0.03065</c:v>
                </c:pt>
                <c:pt idx="9">
                  <c:v>0.0234</c:v>
                </c:pt>
                <c:pt idx="10">
                  <c:v>0.0372</c:v>
                </c:pt>
                <c:pt idx="11">
                  <c:v>0.04065</c:v>
                </c:pt>
                <c:pt idx="12">
                  <c:v>0.033600000000000005</c:v>
                </c:pt>
                <c:pt idx="13">
                  <c:v>0.039599999999999996</c:v>
                </c:pt>
                <c:pt idx="14">
                  <c:v>0.024849999999999997</c:v>
                </c:pt>
                <c:pt idx="15">
                  <c:v>0.031</c:v>
                </c:pt>
                <c:pt idx="16">
                  <c:v>0.0447</c:v>
                </c:pt>
                <c:pt idx="17">
                  <c:v>0.02425</c:v>
                </c:pt>
                <c:pt idx="18">
                  <c:v>0.0218</c:v>
                </c:pt>
                <c:pt idx="19">
                  <c:v>0.031</c:v>
                </c:pt>
                <c:pt idx="20">
                  <c:v>0.02225</c:v>
                </c:pt>
                <c:pt idx="21">
                  <c:v>0.03795</c:v>
                </c:pt>
                <c:pt idx="22">
                  <c:v>0.0161</c:v>
                </c:pt>
                <c:pt idx="23">
                  <c:v>0.0189</c:v>
                </c:pt>
                <c:pt idx="24">
                  <c:v>0.02905</c:v>
                </c:pt>
                <c:pt idx="25">
                  <c:v>0.01795</c:v>
                </c:pt>
                <c:pt idx="26">
                  <c:v>0.04035</c:v>
                </c:pt>
                <c:pt idx="27">
                  <c:v>0.0278</c:v>
                </c:pt>
                <c:pt idx="28">
                  <c:v>0.02405</c:v>
                </c:pt>
                <c:pt idx="29">
                  <c:v>0.03945</c:v>
                </c:pt>
                <c:pt idx="30">
                  <c:v>0.018099999999999998</c:v>
                </c:pt>
                <c:pt idx="31">
                  <c:v>0.03615</c:v>
                </c:pt>
                <c:pt idx="32">
                  <c:v>0.02665</c:v>
                </c:pt>
                <c:pt idx="33">
                  <c:v>0.0509</c:v>
                </c:pt>
                <c:pt idx="34">
                  <c:v>0.06115</c:v>
                </c:pt>
                <c:pt idx="35">
                  <c:v>0.0645</c:v>
                </c:pt>
                <c:pt idx="36">
                  <c:v>0.07625</c:v>
                </c:pt>
                <c:pt idx="37">
                  <c:v>0.11465</c:v>
                </c:pt>
                <c:pt idx="38">
                  <c:v>0.1101</c:v>
                </c:pt>
                <c:pt idx="39">
                  <c:v>0.1381</c:v>
                </c:pt>
                <c:pt idx="40">
                  <c:v>0.1424</c:v>
                </c:pt>
                <c:pt idx="41">
                  <c:v>0.12764999999999999</c:v>
                </c:pt>
                <c:pt idx="42">
                  <c:v>0.11885000000000001</c:v>
                </c:pt>
                <c:pt idx="43">
                  <c:v>0.1188</c:v>
                </c:pt>
                <c:pt idx="44">
                  <c:v>0.1186</c:v>
                </c:pt>
                <c:pt idx="45">
                  <c:v>0.1052</c:v>
                </c:pt>
                <c:pt idx="46">
                  <c:v>0.12025</c:v>
                </c:pt>
                <c:pt idx="47">
                  <c:v>0.099</c:v>
                </c:pt>
                <c:pt idx="48">
                  <c:v>0.09605</c:v>
                </c:pt>
                <c:pt idx="49">
                  <c:v>0.11195000000000001</c:v>
                </c:pt>
                <c:pt idx="50">
                  <c:v>0.11195</c:v>
                </c:pt>
                <c:pt idx="51">
                  <c:v>0.12045</c:v>
                </c:pt>
                <c:pt idx="52">
                  <c:v>0.11560000000000001</c:v>
                </c:pt>
                <c:pt idx="53">
                  <c:v>0.12680000000000002</c:v>
                </c:pt>
                <c:pt idx="54">
                  <c:v>0.12755</c:v>
                </c:pt>
                <c:pt idx="55">
                  <c:v>0.1506</c:v>
                </c:pt>
                <c:pt idx="56">
                  <c:v>0.1717</c:v>
                </c:pt>
                <c:pt idx="57">
                  <c:v>0.1624</c:v>
                </c:pt>
                <c:pt idx="58">
                  <c:v>0.20829999999999999</c:v>
                </c:pt>
                <c:pt idx="59">
                  <c:v>0.20325</c:v>
                </c:pt>
                <c:pt idx="60">
                  <c:v>0.2381</c:v>
                </c:pt>
                <c:pt idx="61">
                  <c:v>0.27985</c:v>
                </c:pt>
                <c:pt idx="62">
                  <c:v>0.3095</c:v>
                </c:pt>
                <c:pt idx="63">
                  <c:v>0.36355000000000004</c:v>
                </c:pt>
                <c:pt idx="64">
                  <c:v>0.4071</c:v>
                </c:pt>
                <c:pt idx="65">
                  <c:v>0.5037</c:v>
                </c:pt>
                <c:pt idx="66">
                  <c:v>0.5822</c:v>
                </c:pt>
                <c:pt idx="67">
                  <c:v>0.6797</c:v>
                </c:pt>
                <c:pt idx="68">
                  <c:v>0.75275</c:v>
                </c:pt>
                <c:pt idx="69">
                  <c:v>0.85955</c:v>
                </c:pt>
                <c:pt idx="70">
                  <c:v>0.92715</c:v>
                </c:pt>
                <c:pt idx="71">
                  <c:v>1.0023499999999999</c:v>
                </c:pt>
                <c:pt idx="72">
                  <c:v>1.02585</c:v>
                </c:pt>
                <c:pt idx="73">
                  <c:v>1.0874</c:v>
                </c:pt>
                <c:pt idx="74">
                  <c:v>1.12185</c:v>
                </c:pt>
                <c:pt idx="75">
                  <c:v>1.13855</c:v>
                </c:pt>
                <c:pt idx="76">
                  <c:v>1.1115</c:v>
                </c:pt>
                <c:pt idx="77">
                  <c:v>1.0074999999999998</c:v>
                </c:pt>
                <c:pt idx="78">
                  <c:v>0.7071000000000001</c:v>
                </c:pt>
                <c:pt idx="79">
                  <c:v>0.2767</c:v>
                </c:pt>
                <c:pt idx="80">
                  <c:v>0.0498</c:v>
                </c:pt>
                <c:pt idx="81">
                  <c:v>0.0359</c:v>
                </c:pt>
                <c:pt idx="82">
                  <c:v>0.036199999999999996</c:v>
                </c:pt>
                <c:pt idx="83">
                  <c:v>0.03585</c:v>
                </c:pt>
                <c:pt idx="84">
                  <c:v>0.0504</c:v>
                </c:pt>
                <c:pt idx="85">
                  <c:v>0.038900000000000004</c:v>
                </c:pt>
                <c:pt idx="86">
                  <c:v>0.030850000000000002</c:v>
                </c:pt>
                <c:pt idx="87">
                  <c:v>0.03545</c:v>
                </c:pt>
                <c:pt idx="88">
                  <c:v>0.032</c:v>
                </c:pt>
                <c:pt idx="89">
                  <c:v>0.041749999999999995</c:v>
                </c:pt>
                <c:pt idx="90">
                  <c:v>0.022</c:v>
                </c:pt>
                <c:pt idx="91">
                  <c:v>0.03555</c:v>
                </c:pt>
                <c:pt idx="92">
                  <c:v>0.01845</c:v>
                </c:pt>
                <c:pt idx="93">
                  <c:v>0.0361</c:v>
                </c:pt>
                <c:pt idx="94">
                  <c:v>0.011300000000000001</c:v>
                </c:pt>
                <c:pt idx="95">
                  <c:v>0.0325</c:v>
                </c:pt>
                <c:pt idx="96">
                  <c:v>0.027000000000000003</c:v>
                </c:pt>
                <c:pt idx="97">
                  <c:v>0.04115</c:v>
                </c:pt>
                <c:pt idx="98">
                  <c:v>0.022699999999999998</c:v>
                </c:pt>
                <c:pt idx="99">
                  <c:v>0.01685</c:v>
                </c:pt>
                <c:pt idx="100">
                  <c:v>0.035949999999999996</c:v>
                </c:pt>
                <c:pt idx="101">
                  <c:v>0.0159</c:v>
                </c:pt>
                <c:pt idx="102">
                  <c:v>0.024399999999999998</c:v>
                </c:pt>
                <c:pt idx="103">
                  <c:v>0.023899999999999998</c:v>
                </c:pt>
                <c:pt idx="104">
                  <c:v>0.020999999999999998</c:v>
                </c:pt>
                <c:pt idx="105">
                  <c:v>0.04305</c:v>
                </c:pt>
                <c:pt idx="106">
                  <c:v>0.02715</c:v>
                </c:pt>
                <c:pt idx="107">
                  <c:v>0.03205</c:v>
                </c:pt>
                <c:pt idx="108">
                  <c:v>0.0138</c:v>
                </c:pt>
                <c:pt idx="109">
                  <c:v>0.044300000000000006</c:v>
                </c:pt>
                <c:pt idx="110">
                  <c:v>0.0325</c:v>
                </c:pt>
                <c:pt idx="111">
                  <c:v>0.04445</c:v>
                </c:pt>
                <c:pt idx="112">
                  <c:v>0.0249</c:v>
                </c:pt>
                <c:pt idx="113">
                  <c:v>0.03845</c:v>
                </c:pt>
                <c:pt idx="114">
                  <c:v>0.04465</c:v>
                </c:pt>
                <c:pt idx="115">
                  <c:v>0.0441</c:v>
                </c:pt>
                <c:pt idx="116">
                  <c:v>0.04325</c:v>
                </c:pt>
                <c:pt idx="117">
                  <c:v>0.0507</c:v>
                </c:pt>
                <c:pt idx="118">
                  <c:v>0.03955</c:v>
                </c:pt>
                <c:pt idx="119">
                  <c:v>0.046200000000000005</c:v>
                </c:pt>
                <c:pt idx="120">
                  <c:v>0.03105</c:v>
                </c:pt>
                <c:pt idx="121">
                  <c:v>0.030100000000000002</c:v>
                </c:pt>
                <c:pt idx="122">
                  <c:v>0.032299999999999995</c:v>
                </c:pt>
                <c:pt idx="123">
                  <c:v>0.020149999999999998</c:v>
                </c:pt>
                <c:pt idx="124">
                  <c:v>0.030400000000000003</c:v>
                </c:pt>
                <c:pt idx="125">
                  <c:v>0.02575</c:v>
                </c:pt>
                <c:pt idx="126">
                  <c:v>0.0191</c:v>
                </c:pt>
                <c:pt idx="127">
                  <c:v>0.02255</c:v>
                </c:pt>
                <c:pt idx="128">
                  <c:v>0.025</c:v>
                </c:pt>
                <c:pt idx="129">
                  <c:v>0.022350000000000002</c:v>
                </c:pt>
                <c:pt idx="130">
                  <c:v>0.02385</c:v>
                </c:pt>
                <c:pt idx="131">
                  <c:v>0.02345</c:v>
                </c:pt>
                <c:pt idx="132">
                  <c:v>0.007699999999999999</c:v>
                </c:pt>
                <c:pt idx="133">
                  <c:v>0.0162</c:v>
                </c:pt>
                <c:pt idx="134">
                  <c:v>-0.0043500000000000014</c:v>
                </c:pt>
                <c:pt idx="135">
                  <c:v>0.00345</c:v>
                </c:pt>
                <c:pt idx="136">
                  <c:v>0.01135</c:v>
                </c:pt>
                <c:pt idx="137">
                  <c:v>0.00365</c:v>
                </c:pt>
                <c:pt idx="138">
                  <c:v>0.0227</c:v>
                </c:pt>
                <c:pt idx="139">
                  <c:v>0.01045</c:v>
                </c:pt>
                <c:pt idx="140">
                  <c:v>0.007949999999999999</c:v>
                </c:pt>
                <c:pt idx="141">
                  <c:v>0.008799999999999999</c:v>
                </c:pt>
                <c:pt idx="142">
                  <c:v>0.0095</c:v>
                </c:pt>
                <c:pt idx="143">
                  <c:v>0.0089</c:v>
                </c:pt>
                <c:pt idx="144">
                  <c:v>0.0088</c:v>
                </c:pt>
                <c:pt idx="145">
                  <c:v>0.0137</c:v>
                </c:pt>
                <c:pt idx="146">
                  <c:v>0.02255</c:v>
                </c:pt>
                <c:pt idx="147">
                  <c:v>-0.02565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DTG EPS_SC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-0.0377</c:v>
                </c:pt>
                <c:pt idx="1">
                  <c:v>-0.02515</c:v>
                </c:pt>
                <c:pt idx="2">
                  <c:v>-0.030350000000000002</c:v>
                </c:pt>
                <c:pt idx="3">
                  <c:v>-0.0215</c:v>
                </c:pt>
                <c:pt idx="4">
                  <c:v>-0.016</c:v>
                </c:pt>
                <c:pt idx="5">
                  <c:v>-0.01085</c:v>
                </c:pt>
                <c:pt idx="6">
                  <c:v>0.00625</c:v>
                </c:pt>
                <c:pt idx="7">
                  <c:v>-0.01165</c:v>
                </c:pt>
                <c:pt idx="8">
                  <c:v>-0.0036000000000000008</c:v>
                </c:pt>
                <c:pt idx="9">
                  <c:v>-0.0016999999999999997</c:v>
                </c:pt>
                <c:pt idx="10">
                  <c:v>-0.01725</c:v>
                </c:pt>
                <c:pt idx="11">
                  <c:v>-0.01375</c:v>
                </c:pt>
                <c:pt idx="12">
                  <c:v>0.03045</c:v>
                </c:pt>
                <c:pt idx="13">
                  <c:v>0.02525</c:v>
                </c:pt>
                <c:pt idx="14">
                  <c:v>0.04105</c:v>
                </c:pt>
                <c:pt idx="15">
                  <c:v>0.03145</c:v>
                </c:pt>
                <c:pt idx="16">
                  <c:v>0.034</c:v>
                </c:pt>
                <c:pt idx="17">
                  <c:v>0.010499999999999999</c:v>
                </c:pt>
                <c:pt idx="18">
                  <c:v>0.0047</c:v>
                </c:pt>
                <c:pt idx="19">
                  <c:v>0.01275</c:v>
                </c:pt>
                <c:pt idx="20">
                  <c:v>0.020999999999999998</c:v>
                </c:pt>
                <c:pt idx="21">
                  <c:v>0.01355</c:v>
                </c:pt>
                <c:pt idx="22">
                  <c:v>0.0125</c:v>
                </c:pt>
                <c:pt idx="23">
                  <c:v>0.0145</c:v>
                </c:pt>
                <c:pt idx="24">
                  <c:v>0.0116</c:v>
                </c:pt>
                <c:pt idx="25">
                  <c:v>0.0158</c:v>
                </c:pt>
                <c:pt idx="26">
                  <c:v>0.01115</c:v>
                </c:pt>
                <c:pt idx="27">
                  <c:v>0.018549999999999997</c:v>
                </c:pt>
                <c:pt idx="28">
                  <c:v>0.0189</c:v>
                </c:pt>
                <c:pt idx="29">
                  <c:v>0.0266</c:v>
                </c:pt>
                <c:pt idx="30">
                  <c:v>0.0543</c:v>
                </c:pt>
                <c:pt idx="31">
                  <c:v>0.041499999999999995</c:v>
                </c:pt>
                <c:pt idx="32">
                  <c:v>0.04005</c:v>
                </c:pt>
                <c:pt idx="33">
                  <c:v>0.0568</c:v>
                </c:pt>
                <c:pt idx="34">
                  <c:v>0.09334999999999999</c:v>
                </c:pt>
                <c:pt idx="35">
                  <c:v>0.10445</c:v>
                </c:pt>
                <c:pt idx="36">
                  <c:v>0.1179</c:v>
                </c:pt>
                <c:pt idx="37">
                  <c:v>0.1196</c:v>
                </c:pt>
                <c:pt idx="38">
                  <c:v>0.15735</c:v>
                </c:pt>
                <c:pt idx="39">
                  <c:v>0.13635</c:v>
                </c:pt>
                <c:pt idx="40">
                  <c:v>0.13855</c:v>
                </c:pt>
                <c:pt idx="41">
                  <c:v>0.1365</c:v>
                </c:pt>
                <c:pt idx="42">
                  <c:v>0.12329999999999999</c:v>
                </c:pt>
                <c:pt idx="43">
                  <c:v>0.1306</c:v>
                </c:pt>
                <c:pt idx="44">
                  <c:v>0.1243</c:v>
                </c:pt>
                <c:pt idx="45">
                  <c:v>0.12995</c:v>
                </c:pt>
                <c:pt idx="46">
                  <c:v>0.13765</c:v>
                </c:pt>
                <c:pt idx="47">
                  <c:v>0.15944999999999998</c:v>
                </c:pt>
                <c:pt idx="48">
                  <c:v>0.1683</c:v>
                </c:pt>
                <c:pt idx="49">
                  <c:v>0.2185</c:v>
                </c:pt>
                <c:pt idx="50">
                  <c:v>0.266</c:v>
                </c:pt>
                <c:pt idx="51">
                  <c:v>0.35785</c:v>
                </c:pt>
                <c:pt idx="52">
                  <c:v>0.4458</c:v>
                </c:pt>
                <c:pt idx="53">
                  <c:v>0.55505</c:v>
                </c:pt>
                <c:pt idx="54">
                  <c:v>0.66415</c:v>
                </c:pt>
                <c:pt idx="55">
                  <c:v>0.77795</c:v>
                </c:pt>
                <c:pt idx="56">
                  <c:v>0.8764000000000001</c:v>
                </c:pt>
                <c:pt idx="57">
                  <c:v>0.94825</c:v>
                </c:pt>
                <c:pt idx="58">
                  <c:v>1.0068</c:v>
                </c:pt>
                <c:pt idx="59">
                  <c:v>1.0053</c:v>
                </c:pt>
                <c:pt idx="60">
                  <c:v>0.96645</c:v>
                </c:pt>
                <c:pt idx="61">
                  <c:v>0.8685</c:v>
                </c:pt>
                <c:pt idx="62">
                  <c:v>0.718</c:v>
                </c:pt>
                <c:pt idx="63">
                  <c:v>0.5136499999999999</c:v>
                </c:pt>
                <c:pt idx="64">
                  <c:v>0.3224</c:v>
                </c:pt>
                <c:pt idx="65">
                  <c:v>0.18325</c:v>
                </c:pt>
                <c:pt idx="66">
                  <c:v>0.10550000000000001</c:v>
                </c:pt>
                <c:pt idx="67">
                  <c:v>0.07170000000000001</c:v>
                </c:pt>
                <c:pt idx="68">
                  <c:v>0.07394999999999999</c:v>
                </c:pt>
                <c:pt idx="69">
                  <c:v>0.054650000000000004</c:v>
                </c:pt>
                <c:pt idx="70">
                  <c:v>0.05585</c:v>
                </c:pt>
                <c:pt idx="71">
                  <c:v>0.05245</c:v>
                </c:pt>
                <c:pt idx="72">
                  <c:v>0.0533</c:v>
                </c:pt>
                <c:pt idx="73">
                  <c:v>0.0477</c:v>
                </c:pt>
                <c:pt idx="74">
                  <c:v>0.0512</c:v>
                </c:pt>
                <c:pt idx="75">
                  <c:v>0.0518</c:v>
                </c:pt>
                <c:pt idx="76">
                  <c:v>0.0543</c:v>
                </c:pt>
                <c:pt idx="77">
                  <c:v>0.051000000000000004</c:v>
                </c:pt>
                <c:pt idx="78">
                  <c:v>0.0679</c:v>
                </c:pt>
                <c:pt idx="79">
                  <c:v>0.0632</c:v>
                </c:pt>
                <c:pt idx="80">
                  <c:v>0.0668</c:v>
                </c:pt>
                <c:pt idx="81">
                  <c:v>0.06645000000000001</c:v>
                </c:pt>
                <c:pt idx="82">
                  <c:v>0.0733</c:v>
                </c:pt>
                <c:pt idx="83">
                  <c:v>0.0837</c:v>
                </c:pt>
                <c:pt idx="84">
                  <c:v>0.0853</c:v>
                </c:pt>
                <c:pt idx="85">
                  <c:v>0.0927</c:v>
                </c:pt>
                <c:pt idx="86">
                  <c:v>0.09995000000000001</c:v>
                </c:pt>
                <c:pt idx="87">
                  <c:v>0.1052</c:v>
                </c:pt>
                <c:pt idx="88">
                  <c:v>0.1099</c:v>
                </c:pt>
                <c:pt idx="89">
                  <c:v>0.12895</c:v>
                </c:pt>
                <c:pt idx="90">
                  <c:v>0.1238</c:v>
                </c:pt>
                <c:pt idx="91">
                  <c:v>0.13695000000000002</c:v>
                </c:pt>
                <c:pt idx="92">
                  <c:v>0.12645</c:v>
                </c:pt>
                <c:pt idx="93">
                  <c:v>0.1377</c:v>
                </c:pt>
                <c:pt idx="94">
                  <c:v>0.11410000000000001</c:v>
                </c:pt>
                <c:pt idx="95">
                  <c:v>0.09995000000000001</c:v>
                </c:pt>
                <c:pt idx="96">
                  <c:v>0.09165000000000001</c:v>
                </c:pt>
                <c:pt idx="97">
                  <c:v>0.06945</c:v>
                </c:pt>
                <c:pt idx="98">
                  <c:v>0.0577</c:v>
                </c:pt>
                <c:pt idx="99">
                  <c:v>0.04455</c:v>
                </c:pt>
                <c:pt idx="100">
                  <c:v>0.0377</c:v>
                </c:pt>
                <c:pt idx="101">
                  <c:v>0.03025</c:v>
                </c:pt>
                <c:pt idx="102">
                  <c:v>0.02785</c:v>
                </c:pt>
                <c:pt idx="103">
                  <c:v>0.020999999999999998</c:v>
                </c:pt>
                <c:pt idx="104">
                  <c:v>0.025750000000000002</c:v>
                </c:pt>
                <c:pt idx="105">
                  <c:v>0.01335</c:v>
                </c:pt>
                <c:pt idx="106">
                  <c:v>0.015</c:v>
                </c:pt>
                <c:pt idx="107">
                  <c:v>0.01895</c:v>
                </c:pt>
                <c:pt idx="108">
                  <c:v>0.021150000000000002</c:v>
                </c:pt>
                <c:pt idx="109">
                  <c:v>0.0143</c:v>
                </c:pt>
                <c:pt idx="110">
                  <c:v>0.018000000000000002</c:v>
                </c:pt>
                <c:pt idx="111">
                  <c:v>0.0252</c:v>
                </c:pt>
                <c:pt idx="112">
                  <c:v>0.0245</c:v>
                </c:pt>
                <c:pt idx="113">
                  <c:v>0.01615</c:v>
                </c:pt>
                <c:pt idx="114">
                  <c:v>0.03025</c:v>
                </c:pt>
                <c:pt idx="115">
                  <c:v>0.01395</c:v>
                </c:pt>
                <c:pt idx="116">
                  <c:v>0.02645</c:v>
                </c:pt>
                <c:pt idx="117">
                  <c:v>0.0303</c:v>
                </c:pt>
                <c:pt idx="118">
                  <c:v>0.0262</c:v>
                </c:pt>
                <c:pt idx="119">
                  <c:v>0.02495</c:v>
                </c:pt>
                <c:pt idx="120">
                  <c:v>0.022600000000000002</c:v>
                </c:pt>
                <c:pt idx="121">
                  <c:v>0.0291</c:v>
                </c:pt>
                <c:pt idx="122">
                  <c:v>0.021400000000000002</c:v>
                </c:pt>
                <c:pt idx="123">
                  <c:v>0.0369</c:v>
                </c:pt>
                <c:pt idx="124">
                  <c:v>0.02205</c:v>
                </c:pt>
                <c:pt idx="125">
                  <c:v>0.028749999999999998</c:v>
                </c:pt>
                <c:pt idx="126">
                  <c:v>0.024050000000000002</c:v>
                </c:pt>
                <c:pt idx="127">
                  <c:v>0.03215</c:v>
                </c:pt>
                <c:pt idx="128">
                  <c:v>0.03415</c:v>
                </c:pt>
                <c:pt idx="129">
                  <c:v>0.03945</c:v>
                </c:pt>
                <c:pt idx="130">
                  <c:v>0.04405</c:v>
                </c:pt>
                <c:pt idx="131">
                  <c:v>0.0545</c:v>
                </c:pt>
                <c:pt idx="132">
                  <c:v>0.06305</c:v>
                </c:pt>
                <c:pt idx="133">
                  <c:v>0.0754</c:v>
                </c:pt>
                <c:pt idx="134">
                  <c:v>0.0943</c:v>
                </c:pt>
                <c:pt idx="135">
                  <c:v>0.10425</c:v>
                </c:pt>
                <c:pt idx="136">
                  <c:v>0.12855</c:v>
                </c:pt>
                <c:pt idx="137">
                  <c:v>0.1488</c:v>
                </c:pt>
                <c:pt idx="138">
                  <c:v>0.16499999999999998</c:v>
                </c:pt>
                <c:pt idx="139">
                  <c:v>0.19805</c:v>
                </c:pt>
                <c:pt idx="140">
                  <c:v>0.2378</c:v>
                </c:pt>
                <c:pt idx="141">
                  <c:v>0.2561</c:v>
                </c:pt>
                <c:pt idx="142">
                  <c:v>0.30584999999999996</c:v>
                </c:pt>
                <c:pt idx="143">
                  <c:v>0.33135000000000003</c:v>
                </c:pt>
                <c:pt idx="144">
                  <c:v>0.3597</c:v>
                </c:pt>
                <c:pt idx="145">
                  <c:v>0.36755</c:v>
                </c:pt>
                <c:pt idx="146">
                  <c:v>0.3667</c:v>
                </c:pt>
                <c:pt idx="147">
                  <c:v>0.3664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2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.4000000000000001"/>
          <c:min val="-0.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DSC EPS_SC #1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0.118</c:v>
                </c:pt>
                <c:pt idx="1">
                  <c:v>0.116</c:v>
                </c:pt>
                <c:pt idx="2">
                  <c:v>0.056</c:v>
                </c:pt>
                <c:pt idx="3">
                  <c:v>0.046</c:v>
                </c:pt>
                <c:pt idx="4">
                  <c:v>0.009</c:v>
                </c:pt>
                <c:pt idx="5">
                  <c:v>-0.019</c:v>
                </c:pt>
                <c:pt idx="6">
                  <c:v>-0.055</c:v>
                </c:pt>
                <c:pt idx="7">
                  <c:v>-0.067</c:v>
                </c:pt>
                <c:pt idx="8">
                  <c:v>-0.123</c:v>
                </c:pt>
                <c:pt idx="9">
                  <c:v>-0.151</c:v>
                </c:pt>
                <c:pt idx="10">
                  <c:v>-0.204</c:v>
                </c:pt>
                <c:pt idx="11">
                  <c:v>-0.225</c:v>
                </c:pt>
                <c:pt idx="12">
                  <c:v>-0.192</c:v>
                </c:pt>
                <c:pt idx="13">
                  <c:v>-0.032</c:v>
                </c:pt>
                <c:pt idx="14">
                  <c:v>0.222</c:v>
                </c:pt>
                <c:pt idx="15">
                  <c:v>0.427</c:v>
                </c:pt>
                <c:pt idx="16">
                  <c:v>0.412</c:v>
                </c:pt>
                <c:pt idx="17">
                  <c:v>0.517</c:v>
                </c:pt>
                <c:pt idx="18">
                  <c:v>0.605</c:v>
                </c:pt>
                <c:pt idx="19">
                  <c:v>0.329</c:v>
                </c:pt>
                <c:pt idx="20">
                  <c:v>-0.035</c:v>
                </c:pt>
                <c:pt idx="21">
                  <c:v>-0.143</c:v>
                </c:pt>
                <c:pt idx="22">
                  <c:v>-0.559</c:v>
                </c:pt>
                <c:pt idx="23">
                  <c:v>-0.498</c:v>
                </c:pt>
                <c:pt idx="24">
                  <c:v>-0.374</c:v>
                </c:pt>
                <c:pt idx="25">
                  <c:v>-0.201</c:v>
                </c:pt>
                <c:pt idx="26">
                  <c:v>-0.103</c:v>
                </c:pt>
                <c:pt idx="27">
                  <c:v>-0.004</c:v>
                </c:pt>
                <c:pt idx="28">
                  <c:v>0.094</c:v>
                </c:pt>
                <c:pt idx="29">
                  <c:v>0.096</c:v>
                </c:pt>
                <c:pt idx="30">
                  <c:v>0.097</c:v>
                </c:pt>
                <c:pt idx="31">
                  <c:v>0.083</c:v>
                </c:pt>
                <c:pt idx="32">
                  <c:v>0.08</c:v>
                </c:pt>
                <c:pt idx="33">
                  <c:v>0.066</c:v>
                </c:pt>
                <c:pt idx="34">
                  <c:v>0.059</c:v>
                </c:pt>
                <c:pt idx="35">
                  <c:v>0.026</c:v>
                </c:pt>
                <c:pt idx="36">
                  <c:v>0.01</c:v>
                </c:pt>
                <c:pt idx="37">
                  <c:v>-0.033</c:v>
                </c:pt>
                <c:pt idx="38">
                  <c:v>-0.083</c:v>
                </c:pt>
                <c:pt idx="39">
                  <c:v>-0.093</c:v>
                </c:pt>
                <c:pt idx="40">
                  <c:v>-0.109</c:v>
                </c:pt>
                <c:pt idx="41">
                  <c:v>-0.114</c:v>
                </c:pt>
                <c:pt idx="42">
                  <c:v>-0.092</c:v>
                </c:pt>
                <c:pt idx="43">
                  <c:v>-0.038</c:v>
                </c:pt>
                <c:pt idx="44">
                  <c:v>0.022</c:v>
                </c:pt>
                <c:pt idx="45">
                  <c:v>0.064</c:v>
                </c:pt>
                <c:pt idx="46">
                  <c:v>0.137</c:v>
                </c:pt>
                <c:pt idx="47">
                  <c:v>0.164</c:v>
                </c:pt>
                <c:pt idx="48">
                  <c:v>0.165</c:v>
                </c:pt>
                <c:pt idx="49">
                  <c:v>0.281</c:v>
                </c:pt>
                <c:pt idx="50">
                  <c:v>-0.35</c:v>
                </c:pt>
                <c:pt idx="51">
                  <c:v>-0.189</c:v>
                </c:pt>
                <c:pt idx="52">
                  <c:v>-0.13</c:v>
                </c:pt>
                <c:pt idx="53">
                  <c:v>-0.043</c:v>
                </c:pt>
                <c:pt idx="54">
                  <c:v>-0.003</c:v>
                </c:pt>
                <c:pt idx="55">
                  <c:v>0.091</c:v>
                </c:pt>
                <c:pt idx="56">
                  <c:v>0.098</c:v>
                </c:pt>
                <c:pt idx="57">
                  <c:v>0.001</c:v>
                </c:pt>
                <c:pt idx="58">
                  <c:v>-0.183</c:v>
                </c:pt>
                <c:pt idx="59">
                  <c:v>-0.145</c:v>
                </c:pt>
                <c:pt idx="60">
                  <c:v>0.001</c:v>
                </c:pt>
                <c:pt idx="61">
                  <c:v>0.331</c:v>
                </c:pt>
                <c:pt idx="62">
                  <c:v>0.043</c:v>
                </c:pt>
                <c:pt idx="63">
                  <c:v>-0.067</c:v>
                </c:pt>
                <c:pt idx="64">
                  <c:v>-0.092</c:v>
                </c:pt>
                <c:pt idx="65">
                  <c:v>-0.062</c:v>
                </c:pt>
                <c:pt idx="66">
                  <c:v>-0.042</c:v>
                </c:pt>
                <c:pt idx="67">
                  <c:v>-0.036</c:v>
                </c:pt>
                <c:pt idx="68">
                  <c:v>0.014</c:v>
                </c:pt>
                <c:pt idx="69">
                  <c:v>0.038</c:v>
                </c:pt>
                <c:pt idx="70">
                  <c:v>0.027</c:v>
                </c:pt>
                <c:pt idx="71">
                  <c:v>0.043</c:v>
                </c:pt>
                <c:pt idx="72">
                  <c:v>-0.024</c:v>
                </c:pt>
                <c:pt idx="73">
                  <c:v>-0.019</c:v>
                </c:pt>
                <c:pt idx="74">
                  <c:v>-0.041</c:v>
                </c:pt>
                <c:pt idx="75">
                  <c:v>-0.041</c:v>
                </c:pt>
                <c:pt idx="76">
                  <c:v>-0.042</c:v>
                </c:pt>
                <c:pt idx="77">
                  <c:v>0.014</c:v>
                </c:pt>
                <c:pt idx="78">
                  <c:v>0.031</c:v>
                </c:pt>
                <c:pt idx="79">
                  <c:v>0.013</c:v>
                </c:pt>
                <c:pt idx="80">
                  <c:v>-0.002</c:v>
                </c:pt>
                <c:pt idx="81">
                  <c:v>0.002</c:v>
                </c:pt>
                <c:pt idx="82">
                  <c:v>0.016</c:v>
                </c:pt>
                <c:pt idx="83">
                  <c:v>0.018</c:v>
                </c:pt>
                <c:pt idx="84">
                  <c:v>0.001</c:v>
                </c:pt>
                <c:pt idx="85">
                  <c:v>-0.029</c:v>
                </c:pt>
                <c:pt idx="86">
                  <c:v>-0.029</c:v>
                </c:pt>
                <c:pt idx="87">
                  <c:v>-0.006</c:v>
                </c:pt>
                <c:pt idx="88">
                  <c:v>-0.003</c:v>
                </c:pt>
                <c:pt idx="89">
                  <c:v>0.023</c:v>
                </c:pt>
                <c:pt idx="90">
                  <c:v>0.106</c:v>
                </c:pt>
                <c:pt idx="91">
                  <c:v>0.098</c:v>
                </c:pt>
                <c:pt idx="92">
                  <c:v>0.135</c:v>
                </c:pt>
                <c:pt idx="93">
                  <c:v>0.165</c:v>
                </c:pt>
                <c:pt idx="94">
                  <c:v>-1.003</c:v>
                </c:pt>
                <c:pt idx="95">
                  <c:v>-0.282</c:v>
                </c:pt>
                <c:pt idx="96">
                  <c:v>0.089</c:v>
                </c:pt>
                <c:pt idx="97">
                  <c:v>0.118</c:v>
                </c:pt>
                <c:pt idx="98">
                  <c:v>0.086</c:v>
                </c:pt>
                <c:pt idx="99">
                  <c:v>0.11</c:v>
                </c:pt>
                <c:pt idx="100">
                  <c:v>0.065</c:v>
                </c:pt>
                <c:pt idx="101">
                  <c:v>0.048</c:v>
                </c:pt>
                <c:pt idx="102">
                  <c:v>0.038</c:v>
                </c:pt>
                <c:pt idx="103">
                  <c:v>0.039</c:v>
                </c:pt>
                <c:pt idx="104">
                  <c:v>0.016</c:v>
                </c:pt>
                <c:pt idx="105">
                  <c:v>-0.01</c:v>
                </c:pt>
                <c:pt idx="106">
                  <c:v>0.006</c:v>
                </c:pt>
                <c:pt idx="107">
                  <c:v>0.028</c:v>
                </c:pt>
                <c:pt idx="108">
                  <c:v>-0.007</c:v>
                </c:pt>
                <c:pt idx="109">
                  <c:v>-0.051</c:v>
                </c:pt>
                <c:pt idx="110">
                  <c:v>-0.055</c:v>
                </c:pt>
                <c:pt idx="111">
                  <c:v>-0.005</c:v>
                </c:pt>
                <c:pt idx="112">
                  <c:v>0.074</c:v>
                </c:pt>
                <c:pt idx="113">
                  <c:v>0.047</c:v>
                </c:pt>
                <c:pt idx="114">
                  <c:v>0.011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DSC EPS_SC #2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-0.018</c:v>
                </c:pt>
                <c:pt idx="1">
                  <c:v>-0.033</c:v>
                </c:pt>
                <c:pt idx="2">
                  <c:v>-0.028</c:v>
                </c:pt>
                <c:pt idx="3">
                  <c:v>-0.027</c:v>
                </c:pt>
                <c:pt idx="4">
                  <c:v>-0.019</c:v>
                </c:pt>
                <c:pt idx="5">
                  <c:v>-0.02</c:v>
                </c:pt>
                <c:pt idx="6">
                  <c:v>-0.022</c:v>
                </c:pt>
                <c:pt idx="7">
                  <c:v>0.019</c:v>
                </c:pt>
                <c:pt idx="8">
                  <c:v>0.009</c:v>
                </c:pt>
                <c:pt idx="9">
                  <c:v>0.022</c:v>
                </c:pt>
                <c:pt idx="10">
                  <c:v>0.003</c:v>
                </c:pt>
                <c:pt idx="11">
                  <c:v>-0.006</c:v>
                </c:pt>
                <c:pt idx="12">
                  <c:v>-0.024</c:v>
                </c:pt>
                <c:pt idx="13">
                  <c:v>-0.076</c:v>
                </c:pt>
                <c:pt idx="14">
                  <c:v>-0.108</c:v>
                </c:pt>
                <c:pt idx="15">
                  <c:v>-0.145</c:v>
                </c:pt>
                <c:pt idx="16">
                  <c:v>0.014</c:v>
                </c:pt>
                <c:pt idx="17">
                  <c:v>0.179</c:v>
                </c:pt>
                <c:pt idx="18">
                  <c:v>0.151</c:v>
                </c:pt>
                <c:pt idx="19">
                  <c:v>0.099</c:v>
                </c:pt>
                <c:pt idx="20">
                  <c:v>0.071</c:v>
                </c:pt>
                <c:pt idx="21">
                  <c:v>0.049</c:v>
                </c:pt>
                <c:pt idx="22">
                  <c:v>-0.04</c:v>
                </c:pt>
                <c:pt idx="23">
                  <c:v>-0.115</c:v>
                </c:pt>
                <c:pt idx="24">
                  <c:v>-0.021</c:v>
                </c:pt>
                <c:pt idx="25">
                  <c:v>-0.027</c:v>
                </c:pt>
                <c:pt idx="26">
                  <c:v>0.004</c:v>
                </c:pt>
                <c:pt idx="27">
                  <c:v>-0.017</c:v>
                </c:pt>
                <c:pt idx="28">
                  <c:v>-0.024</c:v>
                </c:pt>
                <c:pt idx="29">
                  <c:v>-0.023</c:v>
                </c:pt>
                <c:pt idx="30">
                  <c:v>-0.01</c:v>
                </c:pt>
                <c:pt idx="31">
                  <c:v>0.019</c:v>
                </c:pt>
                <c:pt idx="32">
                  <c:v>-0.003</c:v>
                </c:pt>
                <c:pt idx="33">
                  <c:v>0.021</c:v>
                </c:pt>
                <c:pt idx="34">
                  <c:v>0.002</c:v>
                </c:pt>
                <c:pt idx="35">
                  <c:v>0.007</c:v>
                </c:pt>
                <c:pt idx="36">
                  <c:v>-0.01</c:v>
                </c:pt>
                <c:pt idx="37">
                  <c:v>-0.042</c:v>
                </c:pt>
                <c:pt idx="38">
                  <c:v>-0.027</c:v>
                </c:pt>
                <c:pt idx="39">
                  <c:v>-0.004</c:v>
                </c:pt>
                <c:pt idx="40">
                  <c:v>-0.014</c:v>
                </c:pt>
                <c:pt idx="41">
                  <c:v>0.022</c:v>
                </c:pt>
                <c:pt idx="42">
                  <c:v>0.034</c:v>
                </c:pt>
                <c:pt idx="43">
                  <c:v>0.052</c:v>
                </c:pt>
                <c:pt idx="44">
                  <c:v>0.044</c:v>
                </c:pt>
                <c:pt idx="45">
                  <c:v>0.034</c:v>
                </c:pt>
                <c:pt idx="46">
                  <c:v>-0.239</c:v>
                </c:pt>
                <c:pt idx="47">
                  <c:v>-0.122</c:v>
                </c:pt>
                <c:pt idx="48">
                  <c:v>-0.016</c:v>
                </c:pt>
                <c:pt idx="49">
                  <c:v>0.002</c:v>
                </c:pt>
                <c:pt idx="50">
                  <c:v>-0.031</c:v>
                </c:pt>
                <c:pt idx="51">
                  <c:v>-0.027</c:v>
                </c:pt>
                <c:pt idx="52">
                  <c:v>-0.027</c:v>
                </c:pt>
                <c:pt idx="53">
                  <c:v>0.02</c:v>
                </c:pt>
                <c:pt idx="54">
                  <c:v>0.061</c:v>
                </c:pt>
                <c:pt idx="55">
                  <c:v>0.158</c:v>
                </c:pt>
                <c:pt idx="56">
                  <c:v>0.269</c:v>
                </c:pt>
                <c:pt idx="57">
                  <c:v>0.335</c:v>
                </c:pt>
                <c:pt idx="58">
                  <c:v>0.272</c:v>
                </c:pt>
                <c:pt idx="59">
                  <c:v>0.019</c:v>
                </c:pt>
                <c:pt idx="60">
                  <c:v>-0.266</c:v>
                </c:pt>
                <c:pt idx="61">
                  <c:v>-0.295</c:v>
                </c:pt>
                <c:pt idx="62">
                  <c:v>-0.22</c:v>
                </c:pt>
                <c:pt idx="63">
                  <c:v>-0.125</c:v>
                </c:pt>
                <c:pt idx="64">
                  <c:v>-0.262</c:v>
                </c:pt>
                <c:pt idx="65">
                  <c:v>-0.007</c:v>
                </c:pt>
                <c:pt idx="66">
                  <c:v>0.11</c:v>
                </c:pt>
                <c:pt idx="67">
                  <c:v>0.134</c:v>
                </c:pt>
                <c:pt idx="68">
                  <c:v>0.126</c:v>
                </c:pt>
                <c:pt idx="69">
                  <c:v>0.1</c:v>
                </c:pt>
                <c:pt idx="70">
                  <c:v>0.086</c:v>
                </c:pt>
                <c:pt idx="71">
                  <c:v>0.022</c:v>
                </c:pt>
                <c:pt idx="72">
                  <c:v>-0.013</c:v>
                </c:pt>
                <c:pt idx="73">
                  <c:v>-0.04</c:v>
                </c:pt>
                <c:pt idx="74">
                  <c:v>-0.057</c:v>
                </c:pt>
                <c:pt idx="75">
                  <c:v>-0.038</c:v>
                </c:pt>
                <c:pt idx="76">
                  <c:v>-0.035</c:v>
                </c:pt>
                <c:pt idx="77">
                  <c:v>-0.014</c:v>
                </c:pt>
                <c:pt idx="78">
                  <c:v>-0.012</c:v>
                </c:pt>
                <c:pt idx="79">
                  <c:v>-0.002</c:v>
                </c:pt>
                <c:pt idx="80">
                  <c:v>0.002</c:v>
                </c:pt>
                <c:pt idx="81">
                  <c:v>0.011</c:v>
                </c:pt>
                <c:pt idx="82">
                  <c:v>0.031</c:v>
                </c:pt>
                <c:pt idx="83">
                  <c:v>0.024</c:v>
                </c:pt>
                <c:pt idx="84">
                  <c:v>0.006</c:v>
                </c:pt>
                <c:pt idx="85">
                  <c:v>0.014</c:v>
                </c:pt>
                <c:pt idx="86">
                  <c:v>0.015</c:v>
                </c:pt>
                <c:pt idx="87">
                  <c:v>0.018</c:v>
                </c:pt>
                <c:pt idx="88">
                  <c:v>0.016</c:v>
                </c:pt>
                <c:pt idx="89">
                  <c:v>-0.03</c:v>
                </c:pt>
                <c:pt idx="90">
                  <c:v>-0.011</c:v>
                </c:pt>
                <c:pt idx="91">
                  <c:v>-0.017</c:v>
                </c:pt>
                <c:pt idx="92">
                  <c:v>-0.013</c:v>
                </c:pt>
                <c:pt idx="93">
                  <c:v>-0.031</c:v>
                </c:pt>
                <c:pt idx="94">
                  <c:v>-0.002</c:v>
                </c:pt>
                <c:pt idx="95">
                  <c:v>0.021</c:v>
                </c:pt>
                <c:pt idx="96">
                  <c:v>-0.002</c:v>
                </c:pt>
                <c:pt idx="97">
                  <c:v>0.027</c:v>
                </c:pt>
                <c:pt idx="98">
                  <c:v>0.028</c:v>
                </c:pt>
                <c:pt idx="99">
                  <c:v>0.01</c:v>
                </c:pt>
                <c:pt idx="100">
                  <c:v>-0.002</c:v>
                </c:pt>
                <c:pt idx="101">
                  <c:v>0.051</c:v>
                </c:pt>
                <c:pt idx="102">
                  <c:v>0.06</c:v>
                </c:pt>
                <c:pt idx="103">
                  <c:v>0.043</c:v>
                </c:pt>
                <c:pt idx="104">
                  <c:v>0.017</c:v>
                </c:pt>
                <c:pt idx="105">
                  <c:v>0.027</c:v>
                </c:pt>
                <c:pt idx="106">
                  <c:v>0</c:v>
                </c:pt>
                <c:pt idx="107">
                  <c:v>-0.035</c:v>
                </c:pt>
                <c:pt idx="108">
                  <c:v>-0.092</c:v>
                </c:pt>
                <c:pt idx="109">
                  <c:v>-0.132</c:v>
                </c:pt>
                <c:pt idx="110">
                  <c:v>-0.093</c:v>
                </c:pt>
                <c:pt idx="111">
                  <c:v>-0.011</c:v>
                </c:pt>
                <c:pt idx="112">
                  <c:v>0.023</c:v>
                </c:pt>
                <c:pt idx="113">
                  <c:v>0.064</c:v>
                </c:pt>
                <c:pt idx="114">
                  <c:v>0.062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 DSC EPS_SC #1</c:v>
                </c:pt>
              </c:strCache>
            </c:strRef>
          </c:tx>
          <c:spPr>
            <a:solidFill>
              <a:srgbClr val="E87BA4"/>
            </a:solidFill>
            <a:ln w="1587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0.033</c:v>
                </c:pt>
                <c:pt idx="1">
                  <c:v>-0.023</c:v>
                </c:pt>
                <c:pt idx="2">
                  <c:v>-0.041</c:v>
                </c:pt>
                <c:pt idx="3">
                  <c:v>-0.052</c:v>
                </c:pt>
                <c:pt idx="4">
                  <c:v>-0.07</c:v>
                </c:pt>
                <c:pt idx="5">
                  <c:v>-0.068</c:v>
                </c:pt>
                <c:pt idx="6">
                  <c:v>-0.062</c:v>
                </c:pt>
                <c:pt idx="7">
                  <c:v>-0.058</c:v>
                </c:pt>
                <c:pt idx="8">
                  <c:v>-0.073</c:v>
                </c:pt>
                <c:pt idx="9">
                  <c:v>-0.053</c:v>
                </c:pt>
                <c:pt idx="10">
                  <c:v>0.093</c:v>
                </c:pt>
                <c:pt idx="11">
                  <c:v>0.011</c:v>
                </c:pt>
                <c:pt idx="12">
                  <c:v>0.013</c:v>
                </c:pt>
                <c:pt idx="13">
                  <c:v>0.06</c:v>
                </c:pt>
                <c:pt idx="14">
                  <c:v>0.069</c:v>
                </c:pt>
                <c:pt idx="15">
                  <c:v>0.056</c:v>
                </c:pt>
                <c:pt idx="16">
                  <c:v>0.152</c:v>
                </c:pt>
                <c:pt idx="17">
                  <c:v>0.306</c:v>
                </c:pt>
                <c:pt idx="18">
                  <c:v>0.301</c:v>
                </c:pt>
                <c:pt idx="19">
                  <c:v>0</c:v>
                </c:pt>
                <c:pt idx="20">
                  <c:v>-0.339</c:v>
                </c:pt>
                <c:pt idx="21">
                  <c:v>-0.332</c:v>
                </c:pt>
                <c:pt idx="22">
                  <c:v>-0.187</c:v>
                </c:pt>
                <c:pt idx="23">
                  <c:v>-0.024</c:v>
                </c:pt>
                <c:pt idx="24">
                  <c:v>-0.055</c:v>
                </c:pt>
                <c:pt idx="25">
                  <c:v>0.172</c:v>
                </c:pt>
                <c:pt idx="26">
                  <c:v>0.215</c:v>
                </c:pt>
                <c:pt idx="27">
                  <c:v>0.055</c:v>
                </c:pt>
                <c:pt idx="28">
                  <c:v>-0.071</c:v>
                </c:pt>
                <c:pt idx="29">
                  <c:v>-0.146</c:v>
                </c:pt>
                <c:pt idx="30">
                  <c:v>-0.096</c:v>
                </c:pt>
                <c:pt idx="31">
                  <c:v>-0.027</c:v>
                </c:pt>
                <c:pt idx="32">
                  <c:v>0.009</c:v>
                </c:pt>
                <c:pt idx="33">
                  <c:v>0.053</c:v>
                </c:pt>
                <c:pt idx="34">
                  <c:v>0.088</c:v>
                </c:pt>
                <c:pt idx="35">
                  <c:v>0.069</c:v>
                </c:pt>
                <c:pt idx="36">
                  <c:v>0.011</c:v>
                </c:pt>
                <c:pt idx="37">
                  <c:v>-0.014</c:v>
                </c:pt>
                <c:pt idx="38">
                  <c:v>-0.045</c:v>
                </c:pt>
                <c:pt idx="39">
                  <c:v>-0.087</c:v>
                </c:pt>
                <c:pt idx="40">
                  <c:v>-0.116</c:v>
                </c:pt>
                <c:pt idx="41">
                  <c:v>-0.116</c:v>
                </c:pt>
                <c:pt idx="42">
                  <c:v>-0.106</c:v>
                </c:pt>
                <c:pt idx="43">
                  <c:v>-0.024</c:v>
                </c:pt>
                <c:pt idx="44">
                  <c:v>0.041</c:v>
                </c:pt>
                <c:pt idx="45">
                  <c:v>0.1</c:v>
                </c:pt>
                <c:pt idx="46">
                  <c:v>0.09</c:v>
                </c:pt>
                <c:pt idx="47">
                  <c:v>0.038</c:v>
                </c:pt>
                <c:pt idx="48">
                  <c:v>-0.041</c:v>
                </c:pt>
                <c:pt idx="49">
                  <c:v>0.011</c:v>
                </c:pt>
                <c:pt idx="50">
                  <c:v>0.076</c:v>
                </c:pt>
                <c:pt idx="51">
                  <c:v>0.058</c:v>
                </c:pt>
                <c:pt idx="52">
                  <c:v>0.117</c:v>
                </c:pt>
                <c:pt idx="53">
                  <c:v>0.119</c:v>
                </c:pt>
                <c:pt idx="54">
                  <c:v>0.075</c:v>
                </c:pt>
                <c:pt idx="55">
                  <c:v>0.008</c:v>
                </c:pt>
                <c:pt idx="56">
                  <c:v>-0.097</c:v>
                </c:pt>
                <c:pt idx="57">
                  <c:v>-0.157</c:v>
                </c:pt>
                <c:pt idx="58">
                  <c:v>-0.219</c:v>
                </c:pt>
                <c:pt idx="59">
                  <c:v>-0.272</c:v>
                </c:pt>
                <c:pt idx="60">
                  <c:v>-0.397</c:v>
                </c:pt>
                <c:pt idx="61">
                  <c:v>0.353</c:v>
                </c:pt>
                <c:pt idx="62">
                  <c:v>0.357</c:v>
                </c:pt>
                <c:pt idx="63">
                  <c:v>0.381</c:v>
                </c:pt>
                <c:pt idx="64">
                  <c:v>0.373</c:v>
                </c:pt>
                <c:pt idx="65">
                  <c:v>0.271</c:v>
                </c:pt>
                <c:pt idx="66">
                  <c:v>0.134</c:v>
                </c:pt>
                <c:pt idx="67">
                  <c:v>-0.057</c:v>
                </c:pt>
                <c:pt idx="68">
                  <c:v>-0.281</c:v>
                </c:pt>
                <c:pt idx="69">
                  <c:v>-0.529</c:v>
                </c:pt>
                <c:pt idx="70">
                  <c:v>-0.73</c:v>
                </c:pt>
                <c:pt idx="71">
                  <c:v>-0.923</c:v>
                </c:pt>
                <c:pt idx="72">
                  <c:v>0.746</c:v>
                </c:pt>
                <c:pt idx="73">
                  <c:v>0.652</c:v>
                </c:pt>
                <c:pt idx="74">
                  <c:v>0.457</c:v>
                </c:pt>
                <c:pt idx="75">
                  <c:v>0.301</c:v>
                </c:pt>
                <c:pt idx="76">
                  <c:v>0.154</c:v>
                </c:pt>
                <c:pt idx="77">
                  <c:v>0.035</c:v>
                </c:pt>
                <c:pt idx="78">
                  <c:v>-0.043</c:v>
                </c:pt>
                <c:pt idx="79">
                  <c:v>-0.125</c:v>
                </c:pt>
                <c:pt idx="80">
                  <c:v>-0.186</c:v>
                </c:pt>
                <c:pt idx="81">
                  <c:v>-0.175</c:v>
                </c:pt>
                <c:pt idx="82">
                  <c:v>-0.108</c:v>
                </c:pt>
                <c:pt idx="83">
                  <c:v>-0.108</c:v>
                </c:pt>
                <c:pt idx="84">
                  <c:v>0.171</c:v>
                </c:pt>
                <c:pt idx="85">
                  <c:v>0.146</c:v>
                </c:pt>
                <c:pt idx="86">
                  <c:v>0.117</c:v>
                </c:pt>
                <c:pt idx="87">
                  <c:v>0.073</c:v>
                </c:pt>
                <c:pt idx="88">
                  <c:v>0.049</c:v>
                </c:pt>
                <c:pt idx="89">
                  <c:v>-0.033</c:v>
                </c:pt>
                <c:pt idx="90">
                  <c:v>-0.068</c:v>
                </c:pt>
                <c:pt idx="91">
                  <c:v>-0.094</c:v>
                </c:pt>
                <c:pt idx="92">
                  <c:v>-0.051</c:v>
                </c:pt>
                <c:pt idx="93">
                  <c:v>-0.037</c:v>
                </c:pt>
                <c:pt idx="94">
                  <c:v>-0.048</c:v>
                </c:pt>
                <c:pt idx="95">
                  <c:v>-0.072</c:v>
                </c:pt>
                <c:pt idx="96">
                  <c:v>-0.028</c:v>
                </c:pt>
                <c:pt idx="97">
                  <c:v>-0.011</c:v>
                </c:pt>
                <c:pt idx="98">
                  <c:v>-0.036</c:v>
                </c:pt>
                <c:pt idx="99">
                  <c:v>-0.025</c:v>
                </c:pt>
                <c:pt idx="100">
                  <c:v>0.053</c:v>
                </c:pt>
                <c:pt idx="101">
                  <c:v>0.096</c:v>
                </c:pt>
                <c:pt idx="102">
                  <c:v>0.076</c:v>
                </c:pt>
                <c:pt idx="103">
                  <c:v>0.069</c:v>
                </c:pt>
                <c:pt idx="104">
                  <c:v>0.026</c:v>
                </c:pt>
                <c:pt idx="105">
                  <c:v>-0.047</c:v>
                </c:pt>
                <c:pt idx="106">
                  <c:v>-0.088</c:v>
                </c:pt>
                <c:pt idx="107">
                  <c:v>-0.087</c:v>
                </c:pt>
                <c:pt idx="108">
                  <c:v>0.037</c:v>
                </c:pt>
                <c:pt idx="109">
                  <c:v>0.198</c:v>
                </c:pt>
                <c:pt idx="110">
                  <c:v>0.382</c:v>
                </c:pt>
                <c:pt idx="111">
                  <c:v>0.531</c:v>
                </c:pt>
                <c:pt idx="112">
                  <c:v>0.55</c:v>
                </c:pt>
                <c:pt idx="113">
                  <c:v>0.304</c:v>
                </c:pt>
                <c:pt idx="114">
                  <c:v>0.18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 DSC EPS_SC #2</c:v>
                </c:pt>
              </c:strCache>
            </c:strRef>
          </c:tx>
          <c:spPr>
            <a:solidFill>
              <a:srgbClr val="E87BA4"/>
            </a:solidFill>
            <a:ln w="15875" cap="flat">
              <a:solidFill>
                <a:srgbClr val="E87BA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-0.018</c:v>
                </c:pt>
                <c:pt idx="1">
                  <c:v>-0.048</c:v>
                </c:pt>
                <c:pt idx="2">
                  <c:v>-0.065</c:v>
                </c:pt>
                <c:pt idx="3">
                  <c:v>-0.067</c:v>
                </c:pt>
                <c:pt idx="4">
                  <c:v>-0.055</c:v>
                </c:pt>
                <c:pt idx="5">
                  <c:v>-0.041</c:v>
                </c:pt>
                <c:pt idx="6">
                  <c:v>-0.012</c:v>
                </c:pt>
                <c:pt idx="7">
                  <c:v>-0.054</c:v>
                </c:pt>
                <c:pt idx="8">
                  <c:v>-0.08</c:v>
                </c:pt>
                <c:pt idx="9">
                  <c:v>-0.099</c:v>
                </c:pt>
                <c:pt idx="10">
                  <c:v>-0.103</c:v>
                </c:pt>
                <c:pt idx="11">
                  <c:v>-0.122</c:v>
                </c:pt>
                <c:pt idx="12">
                  <c:v>-0.092</c:v>
                </c:pt>
                <c:pt idx="13">
                  <c:v>-0.02</c:v>
                </c:pt>
                <c:pt idx="14">
                  <c:v>0.063</c:v>
                </c:pt>
                <c:pt idx="15">
                  <c:v>0.326</c:v>
                </c:pt>
                <c:pt idx="16">
                  <c:v>0.493</c:v>
                </c:pt>
                <c:pt idx="17">
                  <c:v>0.445</c:v>
                </c:pt>
                <c:pt idx="18">
                  <c:v>0.584</c:v>
                </c:pt>
                <c:pt idx="19">
                  <c:v>0.401</c:v>
                </c:pt>
                <c:pt idx="20">
                  <c:v>-0.188</c:v>
                </c:pt>
                <c:pt idx="21">
                  <c:v>-0.563</c:v>
                </c:pt>
                <c:pt idx="22">
                  <c:v>-0.757</c:v>
                </c:pt>
                <c:pt idx="23">
                  <c:v>-0.406</c:v>
                </c:pt>
                <c:pt idx="24">
                  <c:v>-0.117</c:v>
                </c:pt>
                <c:pt idx="25">
                  <c:v>0.105</c:v>
                </c:pt>
                <c:pt idx="26">
                  <c:v>-0.082</c:v>
                </c:pt>
                <c:pt idx="27">
                  <c:v>-0.002</c:v>
                </c:pt>
                <c:pt idx="28">
                  <c:v>0.12</c:v>
                </c:pt>
                <c:pt idx="29">
                  <c:v>0.113</c:v>
                </c:pt>
                <c:pt idx="30">
                  <c:v>0.071</c:v>
                </c:pt>
                <c:pt idx="31">
                  <c:v>0.112</c:v>
                </c:pt>
                <c:pt idx="32">
                  <c:v>0.073</c:v>
                </c:pt>
                <c:pt idx="33">
                  <c:v>0.07</c:v>
                </c:pt>
                <c:pt idx="34">
                  <c:v>0.061</c:v>
                </c:pt>
                <c:pt idx="35">
                  <c:v>-0.022</c:v>
                </c:pt>
                <c:pt idx="36">
                  <c:v>-0.065</c:v>
                </c:pt>
                <c:pt idx="37">
                  <c:v>-0.084</c:v>
                </c:pt>
                <c:pt idx="38">
                  <c:v>-0.101</c:v>
                </c:pt>
                <c:pt idx="39">
                  <c:v>-0.138</c:v>
                </c:pt>
                <c:pt idx="40">
                  <c:v>-0.155</c:v>
                </c:pt>
                <c:pt idx="41">
                  <c:v>-0.171</c:v>
                </c:pt>
                <c:pt idx="42">
                  <c:v>-0.149</c:v>
                </c:pt>
                <c:pt idx="43">
                  <c:v>-0.037</c:v>
                </c:pt>
                <c:pt idx="44">
                  <c:v>0.08</c:v>
                </c:pt>
                <c:pt idx="45">
                  <c:v>0.236</c:v>
                </c:pt>
                <c:pt idx="46">
                  <c:v>0.278</c:v>
                </c:pt>
                <c:pt idx="47">
                  <c:v>0.175</c:v>
                </c:pt>
                <c:pt idx="48">
                  <c:v>0.058</c:v>
                </c:pt>
                <c:pt idx="49">
                  <c:v>-0.015</c:v>
                </c:pt>
                <c:pt idx="50">
                  <c:v>-0.053</c:v>
                </c:pt>
                <c:pt idx="51">
                  <c:v>-0.061</c:v>
                </c:pt>
                <c:pt idx="52">
                  <c:v>-0.036</c:v>
                </c:pt>
                <c:pt idx="53">
                  <c:v>-0.007</c:v>
                </c:pt>
                <c:pt idx="54">
                  <c:v>-0.001</c:v>
                </c:pt>
                <c:pt idx="55">
                  <c:v>0.086</c:v>
                </c:pt>
                <c:pt idx="56">
                  <c:v>0.161</c:v>
                </c:pt>
                <c:pt idx="57">
                  <c:v>0.168</c:v>
                </c:pt>
                <c:pt idx="58">
                  <c:v>0.097</c:v>
                </c:pt>
                <c:pt idx="59">
                  <c:v>0.026</c:v>
                </c:pt>
                <c:pt idx="60">
                  <c:v>-0.098</c:v>
                </c:pt>
                <c:pt idx="61">
                  <c:v>-0.358</c:v>
                </c:pt>
                <c:pt idx="62">
                  <c:v>-0.57</c:v>
                </c:pt>
                <c:pt idx="63">
                  <c:v>-0.814</c:v>
                </c:pt>
                <c:pt idx="64">
                  <c:v>-0.235</c:v>
                </c:pt>
                <c:pt idx="65">
                  <c:v>0.79</c:v>
                </c:pt>
                <c:pt idx="66">
                  <c:v>0.618</c:v>
                </c:pt>
                <c:pt idx="67">
                  <c:v>0.419</c:v>
                </c:pt>
                <c:pt idx="68">
                  <c:v>0.205</c:v>
                </c:pt>
                <c:pt idx="69">
                  <c:v>0.04</c:v>
                </c:pt>
                <c:pt idx="70">
                  <c:v>-0.122</c:v>
                </c:pt>
                <c:pt idx="71">
                  <c:v>-0.226</c:v>
                </c:pt>
                <c:pt idx="72">
                  <c:v>-0.268</c:v>
                </c:pt>
                <c:pt idx="73">
                  <c:v>-0.242</c:v>
                </c:pt>
                <c:pt idx="74">
                  <c:v>-0.107</c:v>
                </c:pt>
                <c:pt idx="75">
                  <c:v>-0.058</c:v>
                </c:pt>
                <c:pt idx="76">
                  <c:v>0.019</c:v>
                </c:pt>
                <c:pt idx="77">
                  <c:v>0.098</c:v>
                </c:pt>
                <c:pt idx="78">
                  <c:v>0.119</c:v>
                </c:pt>
                <c:pt idx="79">
                  <c:v>0.091</c:v>
                </c:pt>
                <c:pt idx="80">
                  <c:v>0.086</c:v>
                </c:pt>
                <c:pt idx="81">
                  <c:v>0.047</c:v>
                </c:pt>
                <c:pt idx="82">
                  <c:v>0.03</c:v>
                </c:pt>
                <c:pt idx="83">
                  <c:v>0.027</c:v>
                </c:pt>
                <c:pt idx="84">
                  <c:v>0.001</c:v>
                </c:pt>
                <c:pt idx="85">
                  <c:v>-0.045</c:v>
                </c:pt>
                <c:pt idx="86">
                  <c:v>-0.008</c:v>
                </c:pt>
                <c:pt idx="87">
                  <c:v>0.01</c:v>
                </c:pt>
                <c:pt idx="88">
                  <c:v>0.054</c:v>
                </c:pt>
                <c:pt idx="89">
                  <c:v>0.038</c:v>
                </c:pt>
                <c:pt idx="90">
                  <c:v>0.001</c:v>
                </c:pt>
                <c:pt idx="91">
                  <c:v>-0.022</c:v>
                </c:pt>
                <c:pt idx="92">
                  <c:v>-0.022</c:v>
                </c:pt>
                <c:pt idx="93">
                  <c:v>-0.045</c:v>
                </c:pt>
                <c:pt idx="94">
                  <c:v>-0.05</c:v>
                </c:pt>
                <c:pt idx="95">
                  <c:v>-0.055</c:v>
                </c:pt>
                <c:pt idx="96">
                  <c:v>-0.057</c:v>
                </c:pt>
                <c:pt idx="97">
                  <c:v>-0.019</c:v>
                </c:pt>
                <c:pt idx="98">
                  <c:v>0</c:v>
                </c:pt>
                <c:pt idx="99">
                  <c:v>0.022</c:v>
                </c:pt>
                <c:pt idx="100">
                  <c:v>-0.01</c:v>
                </c:pt>
                <c:pt idx="101">
                  <c:v>0.01</c:v>
                </c:pt>
                <c:pt idx="102">
                  <c:v>0.001</c:v>
                </c:pt>
                <c:pt idx="103">
                  <c:v>-0.023</c:v>
                </c:pt>
                <c:pt idx="104">
                  <c:v>-0.012</c:v>
                </c:pt>
                <c:pt idx="105">
                  <c:v>0.066</c:v>
                </c:pt>
                <c:pt idx="106">
                  <c:v>0.185</c:v>
                </c:pt>
                <c:pt idx="107">
                  <c:v>0.261</c:v>
                </c:pt>
                <c:pt idx="108">
                  <c:v>0.282</c:v>
                </c:pt>
                <c:pt idx="109">
                  <c:v>0.145</c:v>
                </c:pt>
                <c:pt idx="110">
                  <c:v>-0.098</c:v>
                </c:pt>
                <c:pt idx="111">
                  <c:v>-0.318</c:v>
                </c:pt>
                <c:pt idx="112">
                  <c:v>-0.625</c:v>
                </c:pt>
                <c:pt idx="113">
                  <c:v>-0.937</c:v>
                </c:pt>
                <c:pt idx="114">
                  <c:v>-1.36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1.5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"/>
          <c:min val="-1.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평균 PIR_C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99.99000000000001</c:v>
                </c:pt>
                <c:pt idx="1">
                  <c:v>99.97999999999999</c:v>
                </c:pt>
                <c:pt idx="2">
                  <c:v>100.00999999999999</c:v>
                </c:pt>
                <c:pt idx="3">
                  <c:v>100.025</c:v>
                </c:pt>
                <c:pt idx="4">
                  <c:v>100.02000000000001</c:v>
                </c:pt>
                <c:pt idx="5">
                  <c:v>100.03999999999999</c:v>
                </c:pt>
                <c:pt idx="6">
                  <c:v>100.035</c:v>
                </c:pt>
                <c:pt idx="7">
                  <c:v>100.005</c:v>
                </c:pt>
                <c:pt idx="8">
                  <c:v>99.92</c:v>
                </c:pt>
                <c:pt idx="9">
                  <c:v>99.905</c:v>
                </c:pt>
                <c:pt idx="10">
                  <c:v>99.87</c:v>
                </c:pt>
                <c:pt idx="11">
                  <c:v>99.77000000000001</c:v>
                </c:pt>
                <c:pt idx="12">
                  <c:v>99.63</c:v>
                </c:pt>
                <c:pt idx="13">
                  <c:v>99.55000000000001</c:v>
                </c:pt>
                <c:pt idx="14">
                  <c:v>99.44999999999999</c:v>
                </c:pt>
                <c:pt idx="15">
                  <c:v>99.31</c:v>
                </c:pt>
                <c:pt idx="16">
                  <c:v>99.19</c:v>
                </c:pt>
                <c:pt idx="17">
                  <c:v>98.805</c:v>
                </c:pt>
                <c:pt idx="18">
                  <c:v>98.67500000000001</c:v>
                </c:pt>
                <c:pt idx="19">
                  <c:v>98.565</c:v>
                </c:pt>
                <c:pt idx="20">
                  <c:v>98.435</c:v>
                </c:pt>
                <c:pt idx="21">
                  <c:v>98.33</c:v>
                </c:pt>
                <c:pt idx="22">
                  <c:v>98.16499999999999</c:v>
                </c:pt>
                <c:pt idx="23">
                  <c:v>98.07</c:v>
                </c:pt>
                <c:pt idx="24">
                  <c:v>97.965</c:v>
                </c:pt>
                <c:pt idx="25">
                  <c:v>97.82</c:v>
                </c:pt>
                <c:pt idx="26">
                  <c:v>97.695</c:v>
                </c:pt>
                <c:pt idx="27">
                  <c:v>97.545</c:v>
                </c:pt>
                <c:pt idx="28">
                  <c:v>97.41499999999999</c:v>
                </c:pt>
                <c:pt idx="29">
                  <c:v>97.27000000000001</c:v>
                </c:pt>
                <c:pt idx="30">
                  <c:v>97.11500000000001</c:v>
                </c:pt>
                <c:pt idx="31">
                  <c:v>96.96000000000001</c:v>
                </c:pt>
                <c:pt idx="32">
                  <c:v>96.765</c:v>
                </c:pt>
                <c:pt idx="33">
                  <c:v>96.595</c:v>
                </c:pt>
                <c:pt idx="34">
                  <c:v>96.33500000000001</c:v>
                </c:pt>
                <c:pt idx="35">
                  <c:v>96.12</c:v>
                </c:pt>
                <c:pt idx="36">
                  <c:v>95.815</c:v>
                </c:pt>
                <c:pt idx="37">
                  <c:v>95.485</c:v>
                </c:pt>
                <c:pt idx="38">
                  <c:v>95.11</c:v>
                </c:pt>
                <c:pt idx="39">
                  <c:v>94.67500000000001</c:v>
                </c:pt>
                <c:pt idx="40">
                  <c:v>94.19</c:v>
                </c:pt>
                <c:pt idx="41">
                  <c:v>93.695</c:v>
                </c:pt>
                <c:pt idx="42">
                  <c:v>93.105</c:v>
                </c:pt>
                <c:pt idx="43">
                  <c:v>92.5</c:v>
                </c:pt>
                <c:pt idx="44">
                  <c:v>91.68</c:v>
                </c:pt>
                <c:pt idx="45">
                  <c:v>90.765</c:v>
                </c:pt>
                <c:pt idx="46">
                  <c:v>89.58500000000001</c:v>
                </c:pt>
                <c:pt idx="47">
                  <c:v>88.045</c:v>
                </c:pt>
                <c:pt idx="48">
                  <c:v>86.17</c:v>
                </c:pt>
                <c:pt idx="49">
                  <c:v>83.935</c:v>
                </c:pt>
                <c:pt idx="50">
                  <c:v>81.35</c:v>
                </c:pt>
                <c:pt idx="51">
                  <c:v>78.44</c:v>
                </c:pt>
                <c:pt idx="52">
                  <c:v>75.265</c:v>
                </c:pt>
                <c:pt idx="53">
                  <c:v>71.805</c:v>
                </c:pt>
                <c:pt idx="54">
                  <c:v>68.35</c:v>
                </c:pt>
                <c:pt idx="55">
                  <c:v>64.995</c:v>
                </c:pt>
                <c:pt idx="56">
                  <c:v>62.08</c:v>
                </c:pt>
                <c:pt idx="57">
                  <c:v>59.605000000000004</c:v>
                </c:pt>
                <c:pt idx="58">
                  <c:v>57.685</c:v>
                </c:pt>
                <c:pt idx="59">
                  <c:v>56.04</c:v>
                </c:pt>
                <c:pt idx="60">
                  <c:v>54.769999999999996</c:v>
                </c:pt>
                <c:pt idx="61">
                  <c:v>53.565</c:v>
                </c:pt>
                <c:pt idx="62">
                  <c:v>52.495000000000005</c:v>
                </c:pt>
                <c:pt idx="63">
                  <c:v>51.525</c:v>
                </c:pt>
                <c:pt idx="64">
                  <c:v>50.614999999999995</c:v>
                </c:pt>
                <c:pt idx="65">
                  <c:v>49.775</c:v>
                </c:pt>
                <c:pt idx="66">
                  <c:v>48.925</c:v>
                </c:pt>
                <c:pt idx="67">
                  <c:v>48.165</c:v>
                </c:pt>
                <c:pt idx="68">
                  <c:v>47.41</c:v>
                </c:pt>
                <c:pt idx="69">
                  <c:v>46.715</c:v>
                </c:pt>
                <c:pt idx="70">
                  <c:v>46.03</c:v>
                </c:pt>
                <c:pt idx="71">
                  <c:v>45.36</c:v>
                </c:pt>
                <c:pt idx="72">
                  <c:v>44.71</c:v>
                </c:pt>
                <c:pt idx="73">
                  <c:v>44.095</c:v>
                </c:pt>
                <c:pt idx="74">
                  <c:v>43.475</c:v>
                </c:pt>
                <c:pt idx="75">
                  <c:v>42.870000000000005</c:v>
                </c:pt>
                <c:pt idx="76">
                  <c:v>42.28</c:v>
                </c:pt>
                <c:pt idx="77">
                  <c:v>41.685</c:v>
                </c:pt>
                <c:pt idx="78">
                  <c:v>41.120000000000005</c:v>
                </c:pt>
                <c:pt idx="79">
                  <c:v>40.63</c:v>
                </c:pt>
                <c:pt idx="80">
                  <c:v>40.16</c:v>
                </c:pt>
                <c:pt idx="81">
                  <c:v>39.68</c:v>
                </c:pt>
                <c:pt idx="82">
                  <c:v>39.265</c:v>
                </c:pt>
                <c:pt idx="83">
                  <c:v>38.86</c:v>
                </c:pt>
                <c:pt idx="84">
                  <c:v>38.47</c:v>
                </c:pt>
                <c:pt idx="85">
                  <c:v>38.095</c:v>
                </c:pt>
                <c:pt idx="86">
                  <c:v>37.73</c:v>
                </c:pt>
                <c:pt idx="87">
                  <c:v>37.385000000000005</c:v>
                </c:pt>
                <c:pt idx="88">
                  <c:v>37.005</c:v>
                </c:pt>
                <c:pt idx="89">
                  <c:v>36.655</c:v>
                </c:pt>
                <c:pt idx="90">
                  <c:v>36.33</c:v>
                </c:pt>
                <c:pt idx="91">
                  <c:v>35.98</c:v>
                </c:pt>
                <c:pt idx="92">
                  <c:v>35.64</c:v>
                </c:pt>
                <c:pt idx="93">
                  <c:v>35.31</c:v>
                </c:pt>
                <c:pt idx="94">
                  <c:v>34.989999999999995</c:v>
                </c:pt>
                <c:pt idx="95">
                  <c:v>34.645</c:v>
                </c:pt>
                <c:pt idx="96">
                  <c:v>34.325</c:v>
                </c:pt>
                <c:pt idx="97">
                  <c:v>33.985</c:v>
                </c:pt>
                <c:pt idx="98">
                  <c:v>33.66</c:v>
                </c:pt>
                <c:pt idx="99">
                  <c:v>33.3</c:v>
                </c:pt>
                <c:pt idx="100">
                  <c:v>32.965</c:v>
                </c:pt>
                <c:pt idx="101">
                  <c:v>32.61</c:v>
                </c:pt>
                <c:pt idx="102">
                  <c:v>32.285</c:v>
                </c:pt>
                <c:pt idx="103">
                  <c:v>31.915</c:v>
                </c:pt>
                <c:pt idx="104">
                  <c:v>31.58</c:v>
                </c:pt>
                <c:pt idx="105">
                  <c:v>31.195</c:v>
                </c:pt>
                <c:pt idx="106">
                  <c:v>30.744999999999997</c:v>
                </c:pt>
                <c:pt idx="107">
                  <c:v>30.345</c:v>
                </c:pt>
                <c:pt idx="108">
                  <c:v>29.9</c:v>
                </c:pt>
                <c:pt idx="109">
                  <c:v>29.42</c:v>
                </c:pt>
                <c:pt idx="110">
                  <c:v>28.935000000000002</c:v>
                </c:pt>
                <c:pt idx="111">
                  <c:v>28.354999999999997</c:v>
                </c:pt>
                <c:pt idx="112">
                  <c:v>27.845</c:v>
                </c:pt>
                <c:pt idx="113">
                  <c:v>27.255000000000003</c:v>
                </c:pt>
                <c:pt idx="114">
                  <c:v>26.655</c:v>
                </c:pt>
                <c:pt idx="115">
                  <c:v>26.015</c:v>
                </c:pt>
                <c:pt idx="116">
                  <c:v>25.35</c:v>
                </c:pt>
                <c:pt idx="117">
                  <c:v>24.665</c:v>
                </c:pt>
                <c:pt idx="118">
                  <c:v>23.93</c:v>
                </c:pt>
                <c:pt idx="119">
                  <c:v>23.21</c:v>
                </c:pt>
                <c:pt idx="120">
                  <c:v>22.475</c:v>
                </c:pt>
                <c:pt idx="121">
                  <c:v>21.729999999999997</c:v>
                </c:pt>
                <c:pt idx="122">
                  <c:v>20.939999999999998</c:v>
                </c:pt>
                <c:pt idx="123">
                  <c:v>20.155</c:v>
                </c:pt>
                <c:pt idx="124">
                  <c:v>19.365000000000002</c:v>
                </c:pt>
                <c:pt idx="125">
                  <c:v>18.57</c:v>
                </c:pt>
                <c:pt idx="126">
                  <c:v>17.765</c:v>
                </c:pt>
                <c:pt idx="127">
                  <c:v>16.965</c:v>
                </c:pt>
                <c:pt idx="128">
                  <c:v>16.12</c:v>
                </c:pt>
                <c:pt idx="129">
                  <c:v>15.275</c:v>
                </c:pt>
                <c:pt idx="130">
                  <c:v>14.465</c:v>
                </c:pt>
                <c:pt idx="131">
                  <c:v>13.625</c:v>
                </c:pt>
                <c:pt idx="132">
                  <c:v>12.795</c:v>
                </c:pt>
                <c:pt idx="133">
                  <c:v>11.989999999999998</c:v>
                </c:pt>
                <c:pt idx="134">
                  <c:v>11.125</c:v>
                </c:pt>
                <c:pt idx="135">
                  <c:v>10.344999999999999</c:v>
                </c:pt>
                <c:pt idx="136">
                  <c:v>9.535</c:v>
                </c:pt>
                <c:pt idx="137">
                  <c:v>8.7</c:v>
                </c:pt>
                <c:pt idx="138">
                  <c:v>7.835000000000001</c:v>
                </c:pt>
                <c:pt idx="139">
                  <c:v>6.95</c:v>
                </c:pt>
                <c:pt idx="140">
                  <c:v>6.095000000000001</c:v>
                </c:pt>
                <c:pt idx="141">
                  <c:v>5.24</c:v>
                </c:pt>
                <c:pt idx="142">
                  <c:v>4.38</c:v>
                </c:pt>
                <c:pt idx="143">
                  <c:v>3.52</c:v>
                </c:pt>
                <c:pt idx="144">
                  <c:v>2.6500000000000004</c:v>
                </c:pt>
                <c:pt idx="145">
                  <c:v>1.77</c:v>
                </c:pt>
                <c:pt idx="146">
                  <c:v>0.89</c:v>
                </c:pt>
                <c:pt idx="147">
                  <c:v>0.045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평균 PIR_C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100.18</c:v>
                </c:pt>
                <c:pt idx="1">
                  <c:v>100.25999999999999</c:v>
                </c:pt>
                <c:pt idx="2">
                  <c:v>100.33500000000001</c:v>
                </c:pt>
                <c:pt idx="3">
                  <c:v>100.435</c:v>
                </c:pt>
                <c:pt idx="4">
                  <c:v>100.52000000000001</c:v>
                </c:pt>
                <c:pt idx="5">
                  <c:v>100.60499999999999</c:v>
                </c:pt>
                <c:pt idx="6">
                  <c:v>100.66999999999999</c:v>
                </c:pt>
                <c:pt idx="7">
                  <c:v>100.695</c:v>
                </c:pt>
                <c:pt idx="8">
                  <c:v>100.705</c:v>
                </c:pt>
                <c:pt idx="9">
                  <c:v>100.685</c:v>
                </c:pt>
                <c:pt idx="10">
                  <c:v>100.65</c:v>
                </c:pt>
                <c:pt idx="11">
                  <c:v>100.605</c:v>
                </c:pt>
                <c:pt idx="12">
                  <c:v>100.605</c:v>
                </c:pt>
                <c:pt idx="13">
                  <c:v>100.47999999999999</c:v>
                </c:pt>
                <c:pt idx="14">
                  <c:v>100.47999999999999</c:v>
                </c:pt>
                <c:pt idx="15">
                  <c:v>100.38</c:v>
                </c:pt>
                <c:pt idx="16">
                  <c:v>100.27000000000001</c:v>
                </c:pt>
                <c:pt idx="17">
                  <c:v>100.185</c:v>
                </c:pt>
                <c:pt idx="18">
                  <c:v>100.11</c:v>
                </c:pt>
                <c:pt idx="19">
                  <c:v>100.00999999999999</c:v>
                </c:pt>
                <c:pt idx="20">
                  <c:v>99.955</c:v>
                </c:pt>
                <c:pt idx="21">
                  <c:v>99.845</c:v>
                </c:pt>
                <c:pt idx="22">
                  <c:v>99.78999999999999</c:v>
                </c:pt>
                <c:pt idx="23">
                  <c:v>99.70500000000001</c:v>
                </c:pt>
                <c:pt idx="24">
                  <c:v>99.62</c:v>
                </c:pt>
                <c:pt idx="25">
                  <c:v>99.49</c:v>
                </c:pt>
                <c:pt idx="26">
                  <c:v>99.37</c:v>
                </c:pt>
                <c:pt idx="27">
                  <c:v>99.24000000000001</c:v>
                </c:pt>
                <c:pt idx="28">
                  <c:v>99.15</c:v>
                </c:pt>
                <c:pt idx="29">
                  <c:v>99.06</c:v>
                </c:pt>
                <c:pt idx="30">
                  <c:v>98.91499999999999</c:v>
                </c:pt>
                <c:pt idx="31">
                  <c:v>98.745</c:v>
                </c:pt>
                <c:pt idx="32">
                  <c:v>98.605</c:v>
                </c:pt>
                <c:pt idx="33">
                  <c:v>98.445</c:v>
                </c:pt>
                <c:pt idx="34">
                  <c:v>98.25</c:v>
                </c:pt>
                <c:pt idx="35">
                  <c:v>97.99000000000001</c:v>
                </c:pt>
                <c:pt idx="36">
                  <c:v>97.77000000000001</c:v>
                </c:pt>
                <c:pt idx="37">
                  <c:v>97.47</c:v>
                </c:pt>
                <c:pt idx="38">
                  <c:v>97.185</c:v>
                </c:pt>
                <c:pt idx="39">
                  <c:v>96.765</c:v>
                </c:pt>
                <c:pt idx="40">
                  <c:v>96.34</c:v>
                </c:pt>
                <c:pt idx="41">
                  <c:v>95.885</c:v>
                </c:pt>
                <c:pt idx="42">
                  <c:v>95.38</c:v>
                </c:pt>
                <c:pt idx="43">
                  <c:v>94.78</c:v>
                </c:pt>
                <c:pt idx="44">
                  <c:v>94.125</c:v>
                </c:pt>
                <c:pt idx="45">
                  <c:v>93.285</c:v>
                </c:pt>
                <c:pt idx="46">
                  <c:v>92.255</c:v>
                </c:pt>
                <c:pt idx="47">
                  <c:v>90.95500000000001</c:v>
                </c:pt>
                <c:pt idx="48">
                  <c:v>89.53</c:v>
                </c:pt>
                <c:pt idx="49">
                  <c:v>87.83500000000001</c:v>
                </c:pt>
                <c:pt idx="50">
                  <c:v>86.045</c:v>
                </c:pt>
                <c:pt idx="51">
                  <c:v>84.215</c:v>
                </c:pt>
                <c:pt idx="52">
                  <c:v>82.45</c:v>
                </c:pt>
                <c:pt idx="53">
                  <c:v>80.715</c:v>
                </c:pt>
                <c:pt idx="54">
                  <c:v>79.015</c:v>
                </c:pt>
                <c:pt idx="55">
                  <c:v>77.495</c:v>
                </c:pt>
                <c:pt idx="56">
                  <c:v>76.18</c:v>
                </c:pt>
                <c:pt idx="57">
                  <c:v>75.1</c:v>
                </c:pt>
                <c:pt idx="58">
                  <c:v>74.23</c:v>
                </c:pt>
                <c:pt idx="59">
                  <c:v>73.485</c:v>
                </c:pt>
                <c:pt idx="60">
                  <c:v>72.845</c:v>
                </c:pt>
                <c:pt idx="61">
                  <c:v>72.275</c:v>
                </c:pt>
                <c:pt idx="62">
                  <c:v>71.67</c:v>
                </c:pt>
                <c:pt idx="63">
                  <c:v>71.095</c:v>
                </c:pt>
                <c:pt idx="64">
                  <c:v>70.505</c:v>
                </c:pt>
                <c:pt idx="65">
                  <c:v>69.86500000000001</c:v>
                </c:pt>
                <c:pt idx="66">
                  <c:v>69.28</c:v>
                </c:pt>
                <c:pt idx="67">
                  <c:v>68.66</c:v>
                </c:pt>
                <c:pt idx="68">
                  <c:v>67.91</c:v>
                </c:pt>
                <c:pt idx="69">
                  <c:v>67.235</c:v>
                </c:pt>
                <c:pt idx="70">
                  <c:v>66.555</c:v>
                </c:pt>
                <c:pt idx="71">
                  <c:v>65.81</c:v>
                </c:pt>
                <c:pt idx="72">
                  <c:v>65.055</c:v>
                </c:pt>
                <c:pt idx="73">
                  <c:v>64.29499999999999</c:v>
                </c:pt>
                <c:pt idx="74">
                  <c:v>63.495000000000005</c:v>
                </c:pt>
                <c:pt idx="75">
                  <c:v>62.66</c:v>
                </c:pt>
                <c:pt idx="76">
                  <c:v>61.815</c:v>
                </c:pt>
                <c:pt idx="77">
                  <c:v>60.93000000000001</c:v>
                </c:pt>
                <c:pt idx="78">
                  <c:v>59.95</c:v>
                </c:pt>
                <c:pt idx="79">
                  <c:v>58.995</c:v>
                </c:pt>
                <c:pt idx="80">
                  <c:v>57.955</c:v>
                </c:pt>
                <c:pt idx="81">
                  <c:v>56.825</c:v>
                </c:pt>
                <c:pt idx="82">
                  <c:v>55.625</c:v>
                </c:pt>
                <c:pt idx="83">
                  <c:v>54.349999999999994</c:v>
                </c:pt>
                <c:pt idx="84">
                  <c:v>52.989999999999995</c:v>
                </c:pt>
                <c:pt idx="85">
                  <c:v>51.47</c:v>
                </c:pt>
                <c:pt idx="86">
                  <c:v>49.849999999999994</c:v>
                </c:pt>
                <c:pt idx="87">
                  <c:v>48.065</c:v>
                </c:pt>
                <c:pt idx="88">
                  <c:v>46.07</c:v>
                </c:pt>
                <c:pt idx="89">
                  <c:v>43.870000000000005</c:v>
                </c:pt>
                <c:pt idx="90">
                  <c:v>41.425</c:v>
                </c:pt>
                <c:pt idx="91">
                  <c:v>38.7</c:v>
                </c:pt>
                <c:pt idx="92">
                  <c:v>35.650000000000006</c:v>
                </c:pt>
                <c:pt idx="93">
                  <c:v>32.35</c:v>
                </c:pt>
                <c:pt idx="94">
                  <c:v>28.78</c:v>
                </c:pt>
                <c:pt idx="95">
                  <c:v>25.09</c:v>
                </c:pt>
                <c:pt idx="96">
                  <c:v>21.39</c:v>
                </c:pt>
                <c:pt idx="97">
                  <c:v>17.85</c:v>
                </c:pt>
                <c:pt idx="98">
                  <c:v>14.620000000000001</c:v>
                </c:pt>
                <c:pt idx="99">
                  <c:v>11.795</c:v>
                </c:pt>
                <c:pt idx="100">
                  <c:v>9.51</c:v>
                </c:pt>
                <c:pt idx="101">
                  <c:v>7.6</c:v>
                </c:pt>
                <c:pt idx="102">
                  <c:v>6.07</c:v>
                </c:pt>
                <c:pt idx="103">
                  <c:v>4.77</c:v>
                </c:pt>
                <c:pt idx="104">
                  <c:v>3.75</c:v>
                </c:pt>
                <c:pt idx="105">
                  <c:v>2.875</c:v>
                </c:pt>
                <c:pt idx="106">
                  <c:v>2.12</c:v>
                </c:pt>
                <c:pt idx="107">
                  <c:v>1.46</c:v>
                </c:pt>
                <c:pt idx="108">
                  <c:v>0.9400000000000001</c:v>
                </c:pt>
                <c:pt idx="109">
                  <c:v>0.51</c:v>
                </c:pt>
                <c:pt idx="110">
                  <c:v>0.1</c:v>
                </c:pt>
                <c:pt idx="111">
                  <c:v>-0.11000000000000001</c:v>
                </c:pt>
                <c:pt idx="112">
                  <c:v>-0.20500000000000002</c:v>
                </c:pt>
                <c:pt idx="113">
                  <c:v>-0.295</c:v>
                </c:pt>
                <c:pt idx="114">
                  <c:v>-0.36</c:v>
                </c:pt>
                <c:pt idx="115">
                  <c:v>-0.365</c:v>
                </c:pt>
                <c:pt idx="116">
                  <c:v>-0.385</c:v>
                </c:pt>
                <c:pt idx="117">
                  <c:v>-0.375</c:v>
                </c:pt>
                <c:pt idx="118">
                  <c:v>-0.395</c:v>
                </c:pt>
                <c:pt idx="119">
                  <c:v>-0.39</c:v>
                </c:pt>
                <c:pt idx="120">
                  <c:v>-0.4</c:v>
                </c:pt>
                <c:pt idx="121">
                  <c:v>-0.385</c:v>
                </c:pt>
                <c:pt idx="122">
                  <c:v>-0.41500000000000004</c:v>
                </c:pt>
                <c:pt idx="123">
                  <c:v>-0.41500000000000004</c:v>
                </c:pt>
                <c:pt idx="124">
                  <c:v>-0.44</c:v>
                </c:pt>
                <c:pt idx="125">
                  <c:v>-0.41500000000000004</c:v>
                </c:pt>
                <c:pt idx="126">
                  <c:v>-0.425</c:v>
                </c:pt>
                <c:pt idx="127">
                  <c:v>-0.41000000000000003</c:v>
                </c:pt>
                <c:pt idx="128">
                  <c:v>-0.4</c:v>
                </c:pt>
                <c:pt idx="129">
                  <c:v>-0.43000000000000005</c:v>
                </c:pt>
                <c:pt idx="130">
                  <c:v>-0.355</c:v>
                </c:pt>
                <c:pt idx="131">
                  <c:v>-0.35</c:v>
                </c:pt>
                <c:pt idx="132">
                  <c:v>-0.38</c:v>
                </c:pt>
                <c:pt idx="133">
                  <c:v>-0.35</c:v>
                </c:pt>
                <c:pt idx="134">
                  <c:v>-0.315</c:v>
                </c:pt>
                <c:pt idx="135">
                  <c:v>-0.305</c:v>
                </c:pt>
                <c:pt idx="136">
                  <c:v>-0.305</c:v>
                </c:pt>
                <c:pt idx="137">
                  <c:v>-0.27999999999999997</c:v>
                </c:pt>
                <c:pt idx="138">
                  <c:v>-0.27</c:v>
                </c:pt>
                <c:pt idx="139">
                  <c:v>-0.255</c:v>
                </c:pt>
                <c:pt idx="140">
                  <c:v>-0.225</c:v>
                </c:pt>
                <c:pt idx="141">
                  <c:v>-0.195</c:v>
                </c:pt>
                <c:pt idx="142">
                  <c:v>-0.18</c:v>
                </c:pt>
                <c:pt idx="143">
                  <c:v>-0.15000000000000002</c:v>
                </c:pt>
                <c:pt idx="144">
                  <c:v>-0.05</c:v>
                </c:pt>
                <c:pt idx="145">
                  <c:v>-0.075</c:v>
                </c:pt>
                <c:pt idx="146">
                  <c:v>-0.060000000000000005</c:v>
                </c:pt>
                <c:pt idx="147">
                  <c:v>-0.01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DTG PIR_C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0.00010000000000000005</c:v>
                </c:pt>
                <c:pt idx="1">
                  <c:v>-0.0031000000000000003</c:v>
                </c:pt>
                <c:pt idx="2">
                  <c:v>-0.0012000000000000001</c:v>
                </c:pt>
                <c:pt idx="3">
                  <c:v>0.00605</c:v>
                </c:pt>
                <c:pt idx="4">
                  <c:v>-0.00425</c:v>
                </c:pt>
                <c:pt idx="5">
                  <c:v>0.00295</c:v>
                </c:pt>
                <c:pt idx="6">
                  <c:v>0.00305</c:v>
                </c:pt>
                <c:pt idx="7">
                  <c:v>0.0058</c:v>
                </c:pt>
                <c:pt idx="8">
                  <c:v>0.0156</c:v>
                </c:pt>
                <c:pt idx="9">
                  <c:v>0.006350000000000001</c:v>
                </c:pt>
                <c:pt idx="10">
                  <c:v>0.01265</c:v>
                </c:pt>
                <c:pt idx="11">
                  <c:v>0.0183</c:v>
                </c:pt>
                <c:pt idx="12">
                  <c:v>0.01785</c:v>
                </c:pt>
                <c:pt idx="13">
                  <c:v>0.016149999999999998</c:v>
                </c:pt>
                <c:pt idx="14">
                  <c:v>0.025750000000000002</c:v>
                </c:pt>
                <c:pt idx="15">
                  <c:v>0.0186</c:v>
                </c:pt>
                <c:pt idx="16">
                  <c:v>0.08134999999999999</c:v>
                </c:pt>
                <c:pt idx="17">
                  <c:v>0.007049999999999999</c:v>
                </c:pt>
                <c:pt idx="18">
                  <c:v>0.0293</c:v>
                </c:pt>
                <c:pt idx="19">
                  <c:v>0.024</c:v>
                </c:pt>
                <c:pt idx="20">
                  <c:v>0.0234</c:v>
                </c:pt>
                <c:pt idx="21">
                  <c:v>0.01795</c:v>
                </c:pt>
                <c:pt idx="22">
                  <c:v>0.0201</c:v>
                </c:pt>
                <c:pt idx="23">
                  <c:v>0.032</c:v>
                </c:pt>
                <c:pt idx="24">
                  <c:v>0.027250000000000003</c:v>
                </c:pt>
                <c:pt idx="25">
                  <c:v>0.0258</c:v>
                </c:pt>
                <c:pt idx="26">
                  <c:v>0.03225</c:v>
                </c:pt>
                <c:pt idx="27">
                  <c:v>0.02615</c:v>
                </c:pt>
                <c:pt idx="28">
                  <c:v>0.02805</c:v>
                </c:pt>
                <c:pt idx="29">
                  <c:v>0.036000000000000004</c:v>
                </c:pt>
                <c:pt idx="30">
                  <c:v>0.03295</c:v>
                </c:pt>
                <c:pt idx="31">
                  <c:v>0.03535</c:v>
                </c:pt>
                <c:pt idx="32">
                  <c:v>0.03815</c:v>
                </c:pt>
                <c:pt idx="33">
                  <c:v>0.03745</c:v>
                </c:pt>
                <c:pt idx="34">
                  <c:v>0.0501</c:v>
                </c:pt>
                <c:pt idx="35">
                  <c:v>0.04725</c:v>
                </c:pt>
                <c:pt idx="36">
                  <c:v>0.06770000000000001</c:v>
                </c:pt>
                <c:pt idx="37">
                  <c:v>0.07014999999999999</c:v>
                </c:pt>
                <c:pt idx="38">
                  <c:v>0.0829</c:v>
                </c:pt>
                <c:pt idx="39">
                  <c:v>0.0883</c:v>
                </c:pt>
                <c:pt idx="40">
                  <c:v>0.09565</c:v>
                </c:pt>
                <c:pt idx="41">
                  <c:v>0.1048</c:v>
                </c:pt>
                <c:pt idx="42">
                  <c:v>0.11985000000000001</c:v>
                </c:pt>
                <c:pt idx="43">
                  <c:v>0.13765</c:v>
                </c:pt>
                <c:pt idx="44">
                  <c:v>0.17215</c:v>
                </c:pt>
                <c:pt idx="45">
                  <c:v>0.21125</c:v>
                </c:pt>
                <c:pt idx="46">
                  <c:v>0.27354999999999996</c:v>
                </c:pt>
                <c:pt idx="47">
                  <c:v>0.3398</c:v>
                </c:pt>
                <c:pt idx="48">
                  <c:v>0.40985</c:v>
                </c:pt>
                <c:pt idx="49">
                  <c:v>0.48945</c:v>
                </c:pt>
                <c:pt idx="50">
                  <c:v>0.55045</c:v>
                </c:pt>
                <c:pt idx="51">
                  <c:v>0.6167</c:v>
                </c:pt>
                <c:pt idx="52">
                  <c:v>0.6628499999999999</c:v>
                </c:pt>
                <c:pt idx="53">
                  <c:v>0.7038</c:v>
                </c:pt>
                <c:pt idx="54">
                  <c:v>0.6904</c:v>
                </c:pt>
                <c:pt idx="55">
                  <c:v>0.6371</c:v>
                </c:pt>
                <c:pt idx="56">
                  <c:v>0.5372</c:v>
                </c:pt>
                <c:pt idx="57">
                  <c:v>0.43595</c:v>
                </c:pt>
                <c:pt idx="58">
                  <c:v>0.34995</c:v>
                </c:pt>
                <c:pt idx="59">
                  <c:v>0.2853</c:v>
                </c:pt>
                <c:pt idx="60">
                  <c:v>0.24609999999999999</c:v>
                </c:pt>
                <c:pt idx="61">
                  <c:v>0.22615</c:v>
                </c:pt>
                <c:pt idx="62">
                  <c:v>0.2041</c:v>
                </c:pt>
                <c:pt idx="63">
                  <c:v>0.18409999999999999</c:v>
                </c:pt>
                <c:pt idx="64">
                  <c:v>0.17435</c:v>
                </c:pt>
                <c:pt idx="65">
                  <c:v>0.17825</c:v>
                </c:pt>
                <c:pt idx="66">
                  <c:v>0.15455000000000002</c:v>
                </c:pt>
                <c:pt idx="67">
                  <c:v>0.157</c:v>
                </c:pt>
                <c:pt idx="68">
                  <c:v>0.14179999999999998</c:v>
                </c:pt>
                <c:pt idx="69">
                  <c:v>0.14305</c:v>
                </c:pt>
                <c:pt idx="70">
                  <c:v>0.13105</c:v>
                </c:pt>
                <c:pt idx="71">
                  <c:v>0.13565</c:v>
                </c:pt>
                <c:pt idx="72">
                  <c:v>0.1273</c:v>
                </c:pt>
                <c:pt idx="73">
                  <c:v>0.1205</c:v>
                </c:pt>
                <c:pt idx="74">
                  <c:v>0.13065</c:v>
                </c:pt>
                <c:pt idx="75">
                  <c:v>0.1138</c:v>
                </c:pt>
                <c:pt idx="76">
                  <c:v>0.12575</c:v>
                </c:pt>
                <c:pt idx="77">
                  <c:v>0.11460000000000001</c:v>
                </c:pt>
                <c:pt idx="78">
                  <c:v>0.10565</c:v>
                </c:pt>
                <c:pt idx="79">
                  <c:v>0.09985</c:v>
                </c:pt>
                <c:pt idx="80">
                  <c:v>0.0885</c:v>
                </c:pt>
                <c:pt idx="81">
                  <c:v>0.08845</c:v>
                </c:pt>
                <c:pt idx="82">
                  <c:v>0.08125</c:v>
                </c:pt>
                <c:pt idx="83">
                  <c:v>0.0805</c:v>
                </c:pt>
                <c:pt idx="84">
                  <c:v>0.0774</c:v>
                </c:pt>
                <c:pt idx="85">
                  <c:v>0.06975</c:v>
                </c:pt>
                <c:pt idx="86">
                  <c:v>0.0763</c:v>
                </c:pt>
                <c:pt idx="87">
                  <c:v>0.07045000000000001</c:v>
                </c:pt>
                <c:pt idx="88">
                  <c:v>0.07475000000000001</c:v>
                </c:pt>
                <c:pt idx="89">
                  <c:v>0.0658</c:v>
                </c:pt>
                <c:pt idx="90">
                  <c:v>0.06855</c:v>
                </c:pt>
                <c:pt idx="91">
                  <c:v>0.0673</c:v>
                </c:pt>
                <c:pt idx="92">
                  <c:v>0.06555</c:v>
                </c:pt>
                <c:pt idx="93">
                  <c:v>0.0685</c:v>
                </c:pt>
                <c:pt idx="94">
                  <c:v>0.061649999999999996</c:v>
                </c:pt>
                <c:pt idx="95">
                  <c:v>0.0692</c:v>
                </c:pt>
                <c:pt idx="96">
                  <c:v>0.0653</c:v>
                </c:pt>
                <c:pt idx="97">
                  <c:v>0.06475</c:v>
                </c:pt>
                <c:pt idx="98">
                  <c:v>0.07325000000000001</c:v>
                </c:pt>
                <c:pt idx="99">
                  <c:v>0.061399999999999996</c:v>
                </c:pt>
                <c:pt idx="100">
                  <c:v>0.0706</c:v>
                </c:pt>
                <c:pt idx="101">
                  <c:v>0.07200000000000001</c:v>
                </c:pt>
                <c:pt idx="102">
                  <c:v>0.0676</c:v>
                </c:pt>
                <c:pt idx="103">
                  <c:v>0.06995</c:v>
                </c:pt>
                <c:pt idx="104">
                  <c:v>0.07345</c:v>
                </c:pt>
                <c:pt idx="105">
                  <c:v>0.0789</c:v>
                </c:pt>
                <c:pt idx="106">
                  <c:v>0.08324999999999999</c:v>
                </c:pt>
                <c:pt idx="107">
                  <c:v>0.07919999999999999</c:v>
                </c:pt>
                <c:pt idx="108">
                  <c:v>0.0939</c:v>
                </c:pt>
                <c:pt idx="109">
                  <c:v>0.0892</c:v>
                </c:pt>
                <c:pt idx="110">
                  <c:v>0.09584999999999999</c:v>
                </c:pt>
                <c:pt idx="111">
                  <c:v>0.1074</c:v>
                </c:pt>
                <c:pt idx="112">
                  <c:v>0.1149</c:v>
                </c:pt>
                <c:pt idx="113">
                  <c:v>0.11710000000000001</c:v>
                </c:pt>
                <c:pt idx="114">
                  <c:v>0.126</c:v>
                </c:pt>
                <c:pt idx="115">
                  <c:v>0.12315</c:v>
                </c:pt>
                <c:pt idx="116">
                  <c:v>0.1411</c:v>
                </c:pt>
                <c:pt idx="117">
                  <c:v>0.14429999999999998</c:v>
                </c:pt>
                <c:pt idx="118">
                  <c:v>0.1362</c:v>
                </c:pt>
                <c:pt idx="119">
                  <c:v>0.14989999999999998</c:v>
                </c:pt>
                <c:pt idx="120">
                  <c:v>0.15465</c:v>
                </c:pt>
                <c:pt idx="121">
                  <c:v>0.15875</c:v>
                </c:pt>
                <c:pt idx="122">
                  <c:v>0.154</c:v>
                </c:pt>
                <c:pt idx="123">
                  <c:v>0.15785</c:v>
                </c:pt>
                <c:pt idx="124">
                  <c:v>0.15795</c:v>
                </c:pt>
                <c:pt idx="125">
                  <c:v>0.16405</c:v>
                </c:pt>
                <c:pt idx="126">
                  <c:v>0.15835</c:v>
                </c:pt>
                <c:pt idx="127">
                  <c:v>0.16595</c:v>
                </c:pt>
                <c:pt idx="128">
                  <c:v>0.1656</c:v>
                </c:pt>
                <c:pt idx="129">
                  <c:v>0.1603</c:v>
                </c:pt>
                <c:pt idx="130">
                  <c:v>0.1658</c:v>
                </c:pt>
                <c:pt idx="131">
                  <c:v>0.16795</c:v>
                </c:pt>
                <c:pt idx="132">
                  <c:v>0.1656</c:v>
                </c:pt>
                <c:pt idx="133">
                  <c:v>0.1661</c:v>
                </c:pt>
                <c:pt idx="134">
                  <c:v>0.1597</c:v>
                </c:pt>
                <c:pt idx="135">
                  <c:v>0.16695</c:v>
                </c:pt>
                <c:pt idx="136">
                  <c:v>0.1661</c:v>
                </c:pt>
                <c:pt idx="137">
                  <c:v>0.17365</c:v>
                </c:pt>
                <c:pt idx="138">
                  <c:v>0.16899999999999998</c:v>
                </c:pt>
                <c:pt idx="139">
                  <c:v>0.17309999999999998</c:v>
                </c:pt>
                <c:pt idx="140">
                  <c:v>0.17170000000000002</c:v>
                </c:pt>
                <c:pt idx="141">
                  <c:v>0.16920000000000002</c:v>
                </c:pt>
                <c:pt idx="142">
                  <c:v>0.1784</c:v>
                </c:pt>
                <c:pt idx="143">
                  <c:v>0.17135</c:v>
                </c:pt>
                <c:pt idx="144">
                  <c:v>0.17175</c:v>
                </c:pt>
                <c:pt idx="145">
                  <c:v>0.17745</c:v>
                </c:pt>
                <c:pt idx="146">
                  <c:v>0.17035</c:v>
                </c:pt>
                <c:pt idx="147">
                  <c:v>0.16915000000000002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DTG PIR_C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-0.0154</c:v>
                </c:pt>
                <c:pt idx="1">
                  <c:v>-0.017</c:v>
                </c:pt>
                <c:pt idx="2">
                  <c:v>-0.01425</c:v>
                </c:pt>
                <c:pt idx="3">
                  <c:v>-0.02095</c:v>
                </c:pt>
                <c:pt idx="4">
                  <c:v>-0.01115</c:v>
                </c:pt>
                <c:pt idx="5">
                  <c:v>-0.011800000000000001</c:v>
                </c:pt>
                <c:pt idx="6">
                  <c:v>-0.01145</c:v>
                </c:pt>
                <c:pt idx="7">
                  <c:v>-0.00145</c:v>
                </c:pt>
                <c:pt idx="8">
                  <c:v>0.0091</c:v>
                </c:pt>
                <c:pt idx="9">
                  <c:v>0.0015999999999999999</c:v>
                </c:pt>
                <c:pt idx="10">
                  <c:v>0.0095</c:v>
                </c:pt>
                <c:pt idx="11">
                  <c:v>0.01115</c:v>
                </c:pt>
                <c:pt idx="12">
                  <c:v>0.0097</c:v>
                </c:pt>
                <c:pt idx="13">
                  <c:v>0.0146</c:v>
                </c:pt>
                <c:pt idx="14">
                  <c:v>0.011699999999999999</c:v>
                </c:pt>
                <c:pt idx="15">
                  <c:v>0.01885</c:v>
                </c:pt>
                <c:pt idx="16">
                  <c:v>0.02545</c:v>
                </c:pt>
                <c:pt idx="17">
                  <c:v>0.01615</c:v>
                </c:pt>
                <c:pt idx="18">
                  <c:v>0.0204</c:v>
                </c:pt>
                <c:pt idx="19">
                  <c:v>0.019700000000000002</c:v>
                </c:pt>
                <c:pt idx="20">
                  <c:v>0.01315</c:v>
                </c:pt>
                <c:pt idx="21">
                  <c:v>0.01575</c:v>
                </c:pt>
                <c:pt idx="22">
                  <c:v>0.0097</c:v>
                </c:pt>
                <c:pt idx="23">
                  <c:v>0.019</c:v>
                </c:pt>
                <c:pt idx="24">
                  <c:v>0.028550000000000002</c:v>
                </c:pt>
                <c:pt idx="25">
                  <c:v>0.02015</c:v>
                </c:pt>
                <c:pt idx="26">
                  <c:v>0.0384</c:v>
                </c:pt>
                <c:pt idx="27">
                  <c:v>0.0112</c:v>
                </c:pt>
                <c:pt idx="28">
                  <c:v>0.0257</c:v>
                </c:pt>
                <c:pt idx="29">
                  <c:v>0.02225</c:v>
                </c:pt>
                <c:pt idx="30">
                  <c:v>0.02965</c:v>
                </c:pt>
                <c:pt idx="31">
                  <c:v>0.03535</c:v>
                </c:pt>
                <c:pt idx="32">
                  <c:v>0.027499999999999997</c:v>
                </c:pt>
                <c:pt idx="33">
                  <c:v>0.03465</c:v>
                </c:pt>
                <c:pt idx="34">
                  <c:v>0.0535</c:v>
                </c:pt>
                <c:pt idx="35">
                  <c:v>0.04725</c:v>
                </c:pt>
                <c:pt idx="36">
                  <c:v>0.048350000000000004</c:v>
                </c:pt>
                <c:pt idx="37">
                  <c:v>0.0687</c:v>
                </c:pt>
                <c:pt idx="38">
                  <c:v>0.05185</c:v>
                </c:pt>
                <c:pt idx="39">
                  <c:v>0.09175</c:v>
                </c:pt>
                <c:pt idx="40">
                  <c:v>0.0908</c:v>
                </c:pt>
                <c:pt idx="41">
                  <c:v>0.09955</c:v>
                </c:pt>
                <c:pt idx="42">
                  <c:v>0.1122</c:v>
                </c:pt>
                <c:pt idx="43">
                  <c:v>0.12075</c:v>
                </c:pt>
                <c:pt idx="44">
                  <c:v>0.1542</c:v>
                </c:pt>
                <c:pt idx="45">
                  <c:v>0.1871</c:v>
                </c:pt>
                <c:pt idx="46">
                  <c:v>0.23565</c:v>
                </c:pt>
                <c:pt idx="47">
                  <c:v>0.28175</c:v>
                </c:pt>
                <c:pt idx="48">
                  <c:v>0.31775</c:v>
                </c:pt>
                <c:pt idx="49">
                  <c:v>0.349</c:v>
                </c:pt>
                <c:pt idx="50">
                  <c:v>0.36419999999999997</c:v>
                </c:pt>
                <c:pt idx="51">
                  <c:v>0.3648</c:v>
                </c:pt>
                <c:pt idx="52">
                  <c:v>0.3528</c:v>
                </c:pt>
                <c:pt idx="53">
                  <c:v>0.3433</c:v>
                </c:pt>
                <c:pt idx="54">
                  <c:v>0.31795</c:v>
                </c:pt>
                <c:pt idx="55">
                  <c:v>0.27965</c:v>
                </c:pt>
                <c:pt idx="56">
                  <c:v>0.24075000000000002</c:v>
                </c:pt>
                <c:pt idx="57">
                  <c:v>0.19319999999999998</c:v>
                </c:pt>
                <c:pt idx="58">
                  <c:v>0.16185</c:v>
                </c:pt>
                <c:pt idx="59">
                  <c:v>0.12605</c:v>
                </c:pt>
                <c:pt idx="60">
                  <c:v>0.11965</c:v>
                </c:pt>
                <c:pt idx="61">
                  <c:v>0.11499999999999999</c:v>
                </c:pt>
                <c:pt idx="62">
                  <c:v>0.11399999999999999</c:v>
                </c:pt>
                <c:pt idx="63">
                  <c:v>0.113</c:v>
                </c:pt>
                <c:pt idx="64">
                  <c:v>0.11965</c:v>
                </c:pt>
                <c:pt idx="65">
                  <c:v>0.1257</c:v>
                </c:pt>
                <c:pt idx="66">
                  <c:v>0.12845</c:v>
                </c:pt>
                <c:pt idx="67">
                  <c:v>0.13390000000000002</c:v>
                </c:pt>
                <c:pt idx="68">
                  <c:v>0.13655</c:v>
                </c:pt>
                <c:pt idx="69">
                  <c:v>0.14155</c:v>
                </c:pt>
                <c:pt idx="70">
                  <c:v>0.1529</c:v>
                </c:pt>
                <c:pt idx="71">
                  <c:v>0.14150000000000001</c:v>
                </c:pt>
                <c:pt idx="72">
                  <c:v>0.1565</c:v>
                </c:pt>
                <c:pt idx="73">
                  <c:v>0.14700000000000002</c:v>
                </c:pt>
                <c:pt idx="74">
                  <c:v>0.1617</c:v>
                </c:pt>
                <c:pt idx="75">
                  <c:v>0.17220000000000002</c:v>
                </c:pt>
                <c:pt idx="76">
                  <c:v>0.1716</c:v>
                </c:pt>
                <c:pt idx="77">
                  <c:v>0.1822</c:v>
                </c:pt>
                <c:pt idx="78">
                  <c:v>0.18680000000000002</c:v>
                </c:pt>
                <c:pt idx="79">
                  <c:v>0.19615</c:v>
                </c:pt>
                <c:pt idx="80">
                  <c:v>0.2188</c:v>
                </c:pt>
                <c:pt idx="81">
                  <c:v>0.22949999999999998</c:v>
                </c:pt>
                <c:pt idx="82">
                  <c:v>0.24885000000000002</c:v>
                </c:pt>
                <c:pt idx="83">
                  <c:v>0.2661</c:v>
                </c:pt>
                <c:pt idx="84">
                  <c:v>0.28659999999999997</c:v>
                </c:pt>
                <c:pt idx="85">
                  <c:v>0.3106</c:v>
                </c:pt>
                <c:pt idx="86">
                  <c:v>0.3355</c:v>
                </c:pt>
                <c:pt idx="87">
                  <c:v>0.37605</c:v>
                </c:pt>
                <c:pt idx="88">
                  <c:v>0.4128</c:v>
                </c:pt>
                <c:pt idx="89">
                  <c:v>0.46604999999999996</c:v>
                </c:pt>
                <c:pt idx="90">
                  <c:v>0.5125500000000001</c:v>
                </c:pt>
                <c:pt idx="91">
                  <c:v>0.57625</c:v>
                </c:pt>
                <c:pt idx="92">
                  <c:v>0.6437999999999999</c:v>
                </c:pt>
                <c:pt idx="93">
                  <c:v>0.6925</c:v>
                </c:pt>
                <c:pt idx="94">
                  <c:v>0.7272000000000001</c:v>
                </c:pt>
                <c:pt idx="95">
                  <c:v>0.7444500000000001</c:v>
                </c:pt>
                <c:pt idx="96">
                  <c:v>0.73445</c:v>
                </c:pt>
                <c:pt idx="97">
                  <c:v>0.6801999999999999</c:v>
                </c:pt>
                <c:pt idx="98">
                  <c:v>0.60365</c:v>
                </c:pt>
                <c:pt idx="99">
                  <c:v>0.5124</c:v>
                </c:pt>
                <c:pt idx="100">
                  <c:v>0.4199</c:v>
                </c:pt>
                <c:pt idx="101">
                  <c:v>0.3478</c:v>
                </c:pt>
                <c:pt idx="102">
                  <c:v>0.27949999999999997</c:v>
                </c:pt>
                <c:pt idx="103">
                  <c:v>0.23035</c:v>
                </c:pt>
                <c:pt idx="104">
                  <c:v>0.18795</c:v>
                </c:pt>
                <c:pt idx="105">
                  <c:v>0.15975</c:v>
                </c:pt>
                <c:pt idx="106">
                  <c:v>0.1405</c:v>
                </c:pt>
                <c:pt idx="107">
                  <c:v>0.1157</c:v>
                </c:pt>
                <c:pt idx="108">
                  <c:v>0.0964</c:v>
                </c:pt>
                <c:pt idx="109">
                  <c:v>0.07475000000000001</c:v>
                </c:pt>
                <c:pt idx="110">
                  <c:v>0.05965</c:v>
                </c:pt>
                <c:pt idx="111">
                  <c:v>0.03025</c:v>
                </c:pt>
                <c:pt idx="112">
                  <c:v>0.01445</c:v>
                </c:pt>
                <c:pt idx="113">
                  <c:v>0.012150000000000001</c:v>
                </c:pt>
                <c:pt idx="114">
                  <c:v>0.0053</c:v>
                </c:pt>
                <c:pt idx="115">
                  <c:v>0.0038</c:v>
                </c:pt>
                <c:pt idx="116">
                  <c:v>-0.0007499999999999998</c:v>
                </c:pt>
                <c:pt idx="117">
                  <c:v>-0.0042</c:v>
                </c:pt>
                <c:pt idx="118">
                  <c:v>-0.003</c:v>
                </c:pt>
                <c:pt idx="119">
                  <c:v>0.00215</c:v>
                </c:pt>
                <c:pt idx="120">
                  <c:v>-0.00425</c:v>
                </c:pt>
                <c:pt idx="121">
                  <c:v>0.0040999999999999995</c:v>
                </c:pt>
                <c:pt idx="122">
                  <c:v>-0.0006499999999999995</c:v>
                </c:pt>
                <c:pt idx="123">
                  <c:v>0.00245</c:v>
                </c:pt>
                <c:pt idx="124">
                  <c:v>-0.0021999999999999997</c:v>
                </c:pt>
                <c:pt idx="125">
                  <c:v>-0.00605</c:v>
                </c:pt>
                <c:pt idx="126">
                  <c:v>-0.00275</c:v>
                </c:pt>
                <c:pt idx="127">
                  <c:v>0.00475</c:v>
                </c:pt>
                <c:pt idx="128">
                  <c:v>0.0004499999999999999</c:v>
                </c:pt>
                <c:pt idx="129">
                  <c:v>-0.002450000000000001</c:v>
                </c:pt>
                <c:pt idx="130">
                  <c:v>-0.0020499999999999997</c:v>
                </c:pt>
                <c:pt idx="131">
                  <c:v>-0.0088</c:v>
                </c:pt>
                <c:pt idx="132">
                  <c:v>0.010950000000000001</c:v>
                </c:pt>
                <c:pt idx="133">
                  <c:v>-0.0102</c:v>
                </c:pt>
                <c:pt idx="134">
                  <c:v>0.00795</c:v>
                </c:pt>
                <c:pt idx="135">
                  <c:v>-0.007350000000000001</c:v>
                </c:pt>
                <c:pt idx="136">
                  <c:v>-0.0118</c:v>
                </c:pt>
                <c:pt idx="137">
                  <c:v>-0.00405</c:v>
                </c:pt>
                <c:pt idx="138">
                  <c:v>-0.00039999999999999996</c:v>
                </c:pt>
                <c:pt idx="139">
                  <c:v>-0.0005500000000000001</c:v>
                </c:pt>
                <c:pt idx="140">
                  <c:v>-0.0023500000000000005</c:v>
                </c:pt>
                <c:pt idx="141">
                  <c:v>-0.0077</c:v>
                </c:pt>
                <c:pt idx="142">
                  <c:v>-0.0010500000000000002</c:v>
                </c:pt>
                <c:pt idx="143">
                  <c:v>-0.01595</c:v>
                </c:pt>
                <c:pt idx="144">
                  <c:v>-0.00295</c:v>
                </c:pt>
                <c:pt idx="145">
                  <c:v>-0.0034</c:v>
                </c:pt>
                <c:pt idx="146">
                  <c:v>-0.00035000000000000005</c:v>
                </c:pt>
                <c:pt idx="147">
                  <c:v>-0.00955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2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"/>
          <c:min val="-0.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DSC PIR_C #1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-0.039</c:v>
                </c:pt>
                <c:pt idx="1">
                  <c:v>-0.02</c:v>
                </c:pt>
                <c:pt idx="2">
                  <c:v>-0.012</c:v>
                </c:pt>
                <c:pt idx="3">
                  <c:v>-0.006</c:v>
                </c:pt>
                <c:pt idx="4">
                  <c:v>-0.001</c:v>
                </c:pt>
                <c:pt idx="5">
                  <c:v>0.011</c:v>
                </c:pt>
                <c:pt idx="6">
                  <c:v>0.027</c:v>
                </c:pt>
                <c:pt idx="7">
                  <c:v>-0.01</c:v>
                </c:pt>
                <c:pt idx="8">
                  <c:v>0.012</c:v>
                </c:pt>
                <c:pt idx="9">
                  <c:v>0.013</c:v>
                </c:pt>
                <c:pt idx="10">
                  <c:v>0.01</c:v>
                </c:pt>
                <c:pt idx="11">
                  <c:v>0</c:v>
                </c:pt>
                <c:pt idx="12">
                  <c:v>-0.01</c:v>
                </c:pt>
                <c:pt idx="13">
                  <c:v>-0.016</c:v>
                </c:pt>
                <c:pt idx="14">
                  <c:v>-0.021</c:v>
                </c:pt>
                <c:pt idx="15">
                  <c:v>-0.039</c:v>
                </c:pt>
                <c:pt idx="16">
                  <c:v>-0.044</c:v>
                </c:pt>
                <c:pt idx="17">
                  <c:v>-0.005</c:v>
                </c:pt>
                <c:pt idx="18">
                  <c:v>0.05</c:v>
                </c:pt>
                <c:pt idx="19">
                  <c:v>0.059</c:v>
                </c:pt>
                <c:pt idx="20">
                  <c:v>0.059</c:v>
                </c:pt>
                <c:pt idx="21">
                  <c:v>0.044</c:v>
                </c:pt>
                <c:pt idx="22">
                  <c:v>0.045</c:v>
                </c:pt>
                <c:pt idx="23">
                  <c:v>0.008</c:v>
                </c:pt>
                <c:pt idx="24">
                  <c:v>-0.036</c:v>
                </c:pt>
                <c:pt idx="25">
                  <c:v>-0.049</c:v>
                </c:pt>
                <c:pt idx="26">
                  <c:v>-0.04</c:v>
                </c:pt>
                <c:pt idx="27">
                  <c:v>-0.049</c:v>
                </c:pt>
                <c:pt idx="28">
                  <c:v>-0.051</c:v>
                </c:pt>
                <c:pt idx="29">
                  <c:v>-0.035</c:v>
                </c:pt>
                <c:pt idx="30">
                  <c:v>-0.049</c:v>
                </c:pt>
                <c:pt idx="31">
                  <c:v>-0.032</c:v>
                </c:pt>
                <c:pt idx="32">
                  <c:v>-0.015</c:v>
                </c:pt>
                <c:pt idx="33">
                  <c:v>-0.026</c:v>
                </c:pt>
                <c:pt idx="34">
                  <c:v>0.003</c:v>
                </c:pt>
                <c:pt idx="35">
                  <c:v>0.041</c:v>
                </c:pt>
                <c:pt idx="36">
                  <c:v>0.066</c:v>
                </c:pt>
                <c:pt idx="37">
                  <c:v>0.086</c:v>
                </c:pt>
                <c:pt idx="38">
                  <c:v>0.099</c:v>
                </c:pt>
                <c:pt idx="39">
                  <c:v>0.076</c:v>
                </c:pt>
                <c:pt idx="40">
                  <c:v>0.023</c:v>
                </c:pt>
                <c:pt idx="41">
                  <c:v>-0.039</c:v>
                </c:pt>
                <c:pt idx="42">
                  <c:v>-0.047</c:v>
                </c:pt>
                <c:pt idx="43">
                  <c:v>-0.07</c:v>
                </c:pt>
                <c:pt idx="44">
                  <c:v>-0.062</c:v>
                </c:pt>
                <c:pt idx="45">
                  <c:v>-0.037</c:v>
                </c:pt>
                <c:pt idx="46">
                  <c:v>-0.037</c:v>
                </c:pt>
                <c:pt idx="47">
                  <c:v>0.005</c:v>
                </c:pt>
                <c:pt idx="48">
                  <c:v>0.008</c:v>
                </c:pt>
                <c:pt idx="49">
                  <c:v>0.044</c:v>
                </c:pt>
                <c:pt idx="50">
                  <c:v>0.067</c:v>
                </c:pt>
                <c:pt idx="51">
                  <c:v>0.092</c:v>
                </c:pt>
                <c:pt idx="52">
                  <c:v>-0.01</c:v>
                </c:pt>
                <c:pt idx="53">
                  <c:v>-0.03</c:v>
                </c:pt>
                <c:pt idx="54">
                  <c:v>-0.02</c:v>
                </c:pt>
                <c:pt idx="55">
                  <c:v>-0.006</c:v>
                </c:pt>
                <c:pt idx="56">
                  <c:v>-0.023</c:v>
                </c:pt>
                <c:pt idx="57">
                  <c:v>-0.055</c:v>
                </c:pt>
                <c:pt idx="58">
                  <c:v>-0.049</c:v>
                </c:pt>
                <c:pt idx="59">
                  <c:v>-0.032</c:v>
                </c:pt>
                <c:pt idx="60">
                  <c:v>0.012</c:v>
                </c:pt>
                <c:pt idx="61">
                  <c:v>0.05</c:v>
                </c:pt>
                <c:pt idx="62">
                  <c:v>0.034</c:v>
                </c:pt>
                <c:pt idx="63">
                  <c:v>0.043</c:v>
                </c:pt>
                <c:pt idx="64">
                  <c:v>0.01</c:v>
                </c:pt>
                <c:pt idx="65">
                  <c:v>0.021</c:v>
                </c:pt>
                <c:pt idx="66">
                  <c:v>0.055</c:v>
                </c:pt>
                <c:pt idx="67">
                  <c:v>0.055</c:v>
                </c:pt>
                <c:pt idx="68">
                  <c:v>0.037</c:v>
                </c:pt>
                <c:pt idx="69">
                  <c:v>0.029</c:v>
                </c:pt>
                <c:pt idx="70">
                  <c:v>0.015</c:v>
                </c:pt>
                <c:pt idx="71">
                  <c:v>-0.007</c:v>
                </c:pt>
                <c:pt idx="72">
                  <c:v>-0.011</c:v>
                </c:pt>
                <c:pt idx="73">
                  <c:v>-0.006</c:v>
                </c:pt>
                <c:pt idx="74">
                  <c:v>0.012</c:v>
                </c:pt>
                <c:pt idx="75">
                  <c:v>-0.02</c:v>
                </c:pt>
                <c:pt idx="76">
                  <c:v>-0.017</c:v>
                </c:pt>
                <c:pt idx="77">
                  <c:v>-0.041</c:v>
                </c:pt>
                <c:pt idx="78">
                  <c:v>-0.07</c:v>
                </c:pt>
                <c:pt idx="79">
                  <c:v>-0.111</c:v>
                </c:pt>
                <c:pt idx="80">
                  <c:v>-0.087</c:v>
                </c:pt>
                <c:pt idx="81">
                  <c:v>-0.088</c:v>
                </c:pt>
                <c:pt idx="82">
                  <c:v>0.038</c:v>
                </c:pt>
                <c:pt idx="83">
                  <c:v>0.08</c:v>
                </c:pt>
                <c:pt idx="84">
                  <c:v>0.069</c:v>
                </c:pt>
                <c:pt idx="85">
                  <c:v>0.041</c:v>
                </c:pt>
                <c:pt idx="86">
                  <c:v>-0.039</c:v>
                </c:pt>
                <c:pt idx="87">
                  <c:v>-0.113</c:v>
                </c:pt>
                <c:pt idx="88">
                  <c:v>-0.128</c:v>
                </c:pt>
                <c:pt idx="89">
                  <c:v>-0.096</c:v>
                </c:pt>
                <c:pt idx="90">
                  <c:v>-0.072</c:v>
                </c:pt>
                <c:pt idx="91">
                  <c:v>-0.021</c:v>
                </c:pt>
                <c:pt idx="92">
                  <c:v>0.024</c:v>
                </c:pt>
                <c:pt idx="93">
                  <c:v>0.048</c:v>
                </c:pt>
                <c:pt idx="94">
                  <c:v>0.03</c:v>
                </c:pt>
                <c:pt idx="95">
                  <c:v>0.018</c:v>
                </c:pt>
                <c:pt idx="96">
                  <c:v>0.073</c:v>
                </c:pt>
                <c:pt idx="97">
                  <c:v>0.164</c:v>
                </c:pt>
                <c:pt idx="98">
                  <c:v>0.188</c:v>
                </c:pt>
                <c:pt idx="99">
                  <c:v>0.24</c:v>
                </c:pt>
                <c:pt idx="100">
                  <c:v>0.182</c:v>
                </c:pt>
                <c:pt idx="101">
                  <c:v>0.224</c:v>
                </c:pt>
                <c:pt idx="102">
                  <c:v>0.009</c:v>
                </c:pt>
                <c:pt idx="103">
                  <c:v>0.003</c:v>
                </c:pt>
                <c:pt idx="104">
                  <c:v>-0.229</c:v>
                </c:pt>
                <c:pt idx="105">
                  <c:v>-0.411</c:v>
                </c:pt>
                <c:pt idx="106">
                  <c:v>-0.443</c:v>
                </c:pt>
                <c:pt idx="107">
                  <c:v>-0.054</c:v>
                </c:pt>
                <c:pt idx="108">
                  <c:v>0.12</c:v>
                </c:pt>
                <c:pt idx="109">
                  <c:v>0.094</c:v>
                </c:pt>
                <c:pt idx="110">
                  <c:v>0.246</c:v>
                </c:pt>
                <c:pt idx="111">
                  <c:v>0.293</c:v>
                </c:pt>
                <c:pt idx="112">
                  <c:v>0.281</c:v>
                </c:pt>
                <c:pt idx="113">
                  <c:v>0.191</c:v>
                </c:pt>
                <c:pt idx="114">
                  <c:v>0.137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DSC PIR_C #2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-0.04</c:v>
                </c:pt>
                <c:pt idx="1">
                  <c:v>-0.054</c:v>
                </c:pt>
                <c:pt idx="2">
                  <c:v>-0.038</c:v>
                </c:pt>
                <c:pt idx="3">
                  <c:v>-0.028</c:v>
                </c:pt>
                <c:pt idx="4">
                  <c:v>-0.016</c:v>
                </c:pt>
                <c:pt idx="5">
                  <c:v>0</c:v>
                </c:pt>
                <c:pt idx="6">
                  <c:v>-0.022</c:v>
                </c:pt>
                <c:pt idx="7">
                  <c:v>-0.002</c:v>
                </c:pt>
                <c:pt idx="8">
                  <c:v>-0.002</c:v>
                </c:pt>
                <c:pt idx="9">
                  <c:v>0.022</c:v>
                </c:pt>
                <c:pt idx="10">
                  <c:v>0.011</c:v>
                </c:pt>
                <c:pt idx="11">
                  <c:v>0.01</c:v>
                </c:pt>
                <c:pt idx="12">
                  <c:v>-0.005</c:v>
                </c:pt>
                <c:pt idx="13">
                  <c:v>-0.019</c:v>
                </c:pt>
                <c:pt idx="14">
                  <c:v>-0.015</c:v>
                </c:pt>
                <c:pt idx="15">
                  <c:v>-0.045</c:v>
                </c:pt>
                <c:pt idx="16">
                  <c:v>-0.034</c:v>
                </c:pt>
                <c:pt idx="17">
                  <c:v>0.009</c:v>
                </c:pt>
                <c:pt idx="18">
                  <c:v>0.075</c:v>
                </c:pt>
                <c:pt idx="19">
                  <c:v>0.115</c:v>
                </c:pt>
                <c:pt idx="20">
                  <c:v>0.134</c:v>
                </c:pt>
                <c:pt idx="21">
                  <c:v>0.125</c:v>
                </c:pt>
                <c:pt idx="22">
                  <c:v>0.099</c:v>
                </c:pt>
                <c:pt idx="23">
                  <c:v>0.025</c:v>
                </c:pt>
                <c:pt idx="24">
                  <c:v>-0.082</c:v>
                </c:pt>
                <c:pt idx="25">
                  <c:v>-0.135</c:v>
                </c:pt>
                <c:pt idx="26">
                  <c:v>-0.189</c:v>
                </c:pt>
                <c:pt idx="27">
                  <c:v>-0.204</c:v>
                </c:pt>
                <c:pt idx="28">
                  <c:v>-0.242</c:v>
                </c:pt>
                <c:pt idx="29">
                  <c:v>-0.16</c:v>
                </c:pt>
                <c:pt idx="30">
                  <c:v>-0.153</c:v>
                </c:pt>
                <c:pt idx="31">
                  <c:v>-0.107</c:v>
                </c:pt>
                <c:pt idx="32">
                  <c:v>-0.06</c:v>
                </c:pt>
                <c:pt idx="33">
                  <c:v>-0.02</c:v>
                </c:pt>
                <c:pt idx="34">
                  <c:v>0.143</c:v>
                </c:pt>
                <c:pt idx="35">
                  <c:v>0.257</c:v>
                </c:pt>
                <c:pt idx="36">
                  <c:v>0.229</c:v>
                </c:pt>
                <c:pt idx="37">
                  <c:v>0.167</c:v>
                </c:pt>
                <c:pt idx="38">
                  <c:v>0.091</c:v>
                </c:pt>
                <c:pt idx="39">
                  <c:v>0.039</c:v>
                </c:pt>
                <c:pt idx="40">
                  <c:v>0.045</c:v>
                </c:pt>
                <c:pt idx="41">
                  <c:v>0.057</c:v>
                </c:pt>
                <c:pt idx="42">
                  <c:v>-0.066</c:v>
                </c:pt>
                <c:pt idx="43">
                  <c:v>-0.016</c:v>
                </c:pt>
                <c:pt idx="44">
                  <c:v>-0.016</c:v>
                </c:pt>
                <c:pt idx="45">
                  <c:v>-0.063</c:v>
                </c:pt>
                <c:pt idx="46">
                  <c:v>-0.016</c:v>
                </c:pt>
                <c:pt idx="47">
                  <c:v>-0.082</c:v>
                </c:pt>
                <c:pt idx="48">
                  <c:v>-0.038</c:v>
                </c:pt>
                <c:pt idx="49">
                  <c:v>0.022</c:v>
                </c:pt>
                <c:pt idx="50">
                  <c:v>0.046</c:v>
                </c:pt>
                <c:pt idx="51">
                  <c:v>0.088</c:v>
                </c:pt>
                <c:pt idx="52">
                  <c:v>0.029</c:v>
                </c:pt>
                <c:pt idx="53">
                  <c:v>-0.029</c:v>
                </c:pt>
                <c:pt idx="54">
                  <c:v>0.029</c:v>
                </c:pt>
                <c:pt idx="55">
                  <c:v>-0.001</c:v>
                </c:pt>
                <c:pt idx="56">
                  <c:v>-0.004</c:v>
                </c:pt>
                <c:pt idx="57">
                  <c:v>-0.023</c:v>
                </c:pt>
                <c:pt idx="58">
                  <c:v>-0.028</c:v>
                </c:pt>
                <c:pt idx="59">
                  <c:v>-0.05</c:v>
                </c:pt>
                <c:pt idx="60">
                  <c:v>-0.03</c:v>
                </c:pt>
                <c:pt idx="61">
                  <c:v>0.003</c:v>
                </c:pt>
                <c:pt idx="62">
                  <c:v>0.003</c:v>
                </c:pt>
                <c:pt idx="63">
                  <c:v>0.032</c:v>
                </c:pt>
                <c:pt idx="64">
                  <c:v>0.011</c:v>
                </c:pt>
                <c:pt idx="65">
                  <c:v>0.02</c:v>
                </c:pt>
                <c:pt idx="66">
                  <c:v>0.033</c:v>
                </c:pt>
                <c:pt idx="67">
                  <c:v>0.037</c:v>
                </c:pt>
                <c:pt idx="68">
                  <c:v>0.026</c:v>
                </c:pt>
                <c:pt idx="69">
                  <c:v>0.044</c:v>
                </c:pt>
                <c:pt idx="70">
                  <c:v>0.051</c:v>
                </c:pt>
                <c:pt idx="71">
                  <c:v>0.024</c:v>
                </c:pt>
                <c:pt idx="72">
                  <c:v>0</c:v>
                </c:pt>
                <c:pt idx="73">
                  <c:v>-0.013</c:v>
                </c:pt>
                <c:pt idx="74">
                  <c:v>-0.036</c:v>
                </c:pt>
                <c:pt idx="75">
                  <c:v>-0.049</c:v>
                </c:pt>
                <c:pt idx="76">
                  <c:v>-0.029</c:v>
                </c:pt>
                <c:pt idx="77">
                  <c:v>-0.007</c:v>
                </c:pt>
                <c:pt idx="78">
                  <c:v>0.008</c:v>
                </c:pt>
                <c:pt idx="79">
                  <c:v>-0.016</c:v>
                </c:pt>
                <c:pt idx="80">
                  <c:v>0.009</c:v>
                </c:pt>
                <c:pt idx="81">
                  <c:v>0</c:v>
                </c:pt>
                <c:pt idx="82">
                  <c:v>-0.029</c:v>
                </c:pt>
                <c:pt idx="83">
                  <c:v>0.13</c:v>
                </c:pt>
                <c:pt idx="84">
                  <c:v>0.245</c:v>
                </c:pt>
                <c:pt idx="85">
                  <c:v>0.296</c:v>
                </c:pt>
                <c:pt idx="86">
                  <c:v>0.19</c:v>
                </c:pt>
                <c:pt idx="87">
                  <c:v>0.13</c:v>
                </c:pt>
                <c:pt idx="88">
                  <c:v>-0.099</c:v>
                </c:pt>
                <c:pt idx="89">
                  <c:v>-0.389</c:v>
                </c:pt>
                <c:pt idx="90">
                  <c:v>-0.8</c:v>
                </c:pt>
                <c:pt idx="91">
                  <c:v>-1.364</c:v>
                </c:pt>
                <c:pt idx="92">
                  <c:v>-2.046</c:v>
                </c:pt>
                <c:pt idx="93">
                  <c:v>1.372</c:v>
                </c:pt>
                <c:pt idx="94">
                  <c:v>1.269</c:v>
                </c:pt>
                <c:pt idx="95">
                  <c:v>1.021</c:v>
                </c:pt>
                <c:pt idx="96">
                  <c:v>0.725</c:v>
                </c:pt>
                <c:pt idx="97">
                  <c:v>0.364</c:v>
                </c:pt>
                <c:pt idx="98">
                  <c:v>0.034</c:v>
                </c:pt>
                <c:pt idx="99">
                  <c:v>-0.161</c:v>
                </c:pt>
                <c:pt idx="100">
                  <c:v>-0.295</c:v>
                </c:pt>
                <c:pt idx="101">
                  <c:v>-0.48</c:v>
                </c:pt>
                <c:pt idx="102">
                  <c:v>-0.487</c:v>
                </c:pt>
                <c:pt idx="103">
                  <c:v>-0.484</c:v>
                </c:pt>
                <c:pt idx="104">
                  <c:v>0.532</c:v>
                </c:pt>
                <c:pt idx="105">
                  <c:v>0.19</c:v>
                </c:pt>
                <c:pt idx="106">
                  <c:v>-0.13</c:v>
                </c:pt>
                <c:pt idx="107">
                  <c:v>-0.115</c:v>
                </c:pt>
                <c:pt idx="108">
                  <c:v>0.929</c:v>
                </c:pt>
                <c:pt idx="109">
                  <c:v>0.658</c:v>
                </c:pt>
                <c:pt idx="110">
                  <c:v>0.348</c:v>
                </c:pt>
                <c:pt idx="111">
                  <c:v>0.073</c:v>
                </c:pt>
                <c:pt idx="112">
                  <c:v>-0.162</c:v>
                </c:pt>
                <c:pt idx="113">
                  <c:v>-0.261</c:v>
                </c:pt>
                <c:pt idx="114">
                  <c:v>-0.31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 DSC PIR_C #1</c:v>
                </c:pt>
              </c:strCache>
            </c:strRef>
          </c:tx>
          <c:spPr>
            <a:solidFill>
              <a:srgbClr val="6250D6"/>
            </a:solidFill>
            <a:ln w="1587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0.012</c:v>
                </c:pt>
                <c:pt idx="1">
                  <c:v>-0.001</c:v>
                </c:pt>
                <c:pt idx="2">
                  <c:v>-0.019</c:v>
                </c:pt>
                <c:pt idx="3">
                  <c:v>-0.021</c:v>
                </c:pt>
                <c:pt idx="4">
                  <c:v>-0.034</c:v>
                </c:pt>
                <c:pt idx="5">
                  <c:v>-0.013</c:v>
                </c:pt>
                <c:pt idx="6">
                  <c:v>-0.01</c:v>
                </c:pt>
                <c:pt idx="7">
                  <c:v>-0.001</c:v>
                </c:pt>
                <c:pt idx="8">
                  <c:v>-0.007</c:v>
                </c:pt>
                <c:pt idx="9">
                  <c:v>0.003</c:v>
                </c:pt>
                <c:pt idx="10">
                  <c:v>0.017</c:v>
                </c:pt>
                <c:pt idx="11">
                  <c:v>-0.001</c:v>
                </c:pt>
                <c:pt idx="12">
                  <c:v>0.019</c:v>
                </c:pt>
                <c:pt idx="13">
                  <c:v>-0.003</c:v>
                </c:pt>
                <c:pt idx="14">
                  <c:v>-0.019</c:v>
                </c:pt>
                <c:pt idx="15">
                  <c:v>-0.053</c:v>
                </c:pt>
                <c:pt idx="16">
                  <c:v>-0.056</c:v>
                </c:pt>
                <c:pt idx="17">
                  <c:v>-0.036</c:v>
                </c:pt>
                <c:pt idx="18">
                  <c:v>0.004</c:v>
                </c:pt>
                <c:pt idx="19">
                  <c:v>-0.014</c:v>
                </c:pt>
                <c:pt idx="20">
                  <c:v>0.025</c:v>
                </c:pt>
                <c:pt idx="21">
                  <c:v>0.015</c:v>
                </c:pt>
                <c:pt idx="22">
                  <c:v>0.01</c:v>
                </c:pt>
                <c:pt idx="23">
                  <c:v>0.022</c:v>
                </c:pt>
                <c:pt idx="24">
                  <c:v>0.019</c:v>
                </c:pt>
                <c:pt idx="25">
                  <c:v>0.048</c:v>
                </c:pt>
                <c:pt idx="26">
                  <c:v>0.1</c:v>
                </c:pt>
                <c:pt idx="27">
                  <c:v>0.124</c:v>
                </c:pt>
                <c:pt idx="28">
                  <c:v>0.126</c:v>
                </c:pt>
                <c:pt idx="29">
                  <c:v>0.105</c:v>
                </c:pt>
                <c:pt idx="30">
                  <c:v>0.071</c:v>
                </c:pt>
                <c:pt idx="31">
                  <c:v>-0.021</c:v>
                </c:pt>
                <c:pt idx="32">
                  <c:v>-0.085</c:v>
                </c:pt>
                <c:pt idx="33">
                  <c:v>-0.156</c:v>
                </c:pt>
                <c:pt idx="34">
                  <c:v>-0.184</c:v>
                </c:pt>
                <c:pt idx="35">
                  <c:v>-0.198</c:v>
                </c:pt>
                <c:pt idx="36">
                  <c:v>-0.166</c:v>
                </c:pt>
                <c:pt idx="37">
                  <c:v>-0.102</c:v>
                </c:pt>
                <c:pt idx="38">
                  <c:v>-0.03</c:v>
                </c:pt>
                <c:pt idx="39">
                  <c:v>0.034</c:v>
                </c:pt>
                <c:pt idx="40">
                  <c:v>0.086</c:v>
                </c:pt>
                <c:pt idx="41">
                  <c:v>0.077</c:v>
                </c:pt>
                <c:pt idx="42">
                  <c:v>0.065</c:v>
                </c:pt>
                <c:pt idx="43">
                  <c:v>0.05</c:v>
                </c:pt>
                <c:pt idx="44">
                  <c:v>0.033</c:v>
                </c:pt>
                <c:pt idx="45">
                  <c:v>0.01</c:v>
                </c:pt>
                <c:pt idx="46">
                  <c:v>0.035</c:v>
                </c:pt>
                <c:pt idx="47">
                  <c:v>0.036</c:v>
                </c:pt>
                <c:pt idx="48">
                  <c:v>0.02</c:v>
                </c:pt>
                <c:pt idx="49">
                  <c:v>-0.01</c:v>
                </c:pt>
                <c:pt idx="50">
                  <c:v>0.001</c:v>
                </c:pt>
                <c:pt idx="51">
                  <c:v>-0.008</c:v>
                </c:pt>
                <c:pt idx="52">
                  <c:v>-0.027</c:v>
                </c:pt>
                <c:pt idx="53">
                  <c:v>-0.011</c:v>
                </c:pt>
                <c:pt idx="54">
                  <c:v>-0.024</c:v>
                </c:pt>
                <c:pt idx="55">
                  <c:v>-0.029</c:v>
                </c:pt>
                <c:pt idx="56">
                  <c:v>-0.014</c:v>
                </c:pt>
                <c:pt idx="57">
                  <c:v>0.007</c:v>
                </c:pt>
                <c:pt idx="58">
                  <c:v>0.03</c:v>
                </c:pt>
                <c:pt idx="59">
                  <c:v>0.101</c:v>
                </c:pt>
                <c:pt idx="60">
                  <c:v>0.127</c:v>
                </c:pt>
                <c:pt idx="61">
                  <c:v>0.162</c:v>
                </c:pt>
                <c:pt idx="62">
                  <c:v>0.261</c:v>
                </c:pt>
                <c:pt idx="63">
                  <c:v>0.114</c:v>
                </c:pt>
                <c:pt idx="64">
                  <c:v>0.23</c:v>
                </c:pt>
                <c:pt idx="65">
                  <c:v>0.265</c:v>
                </c:pt>
                <c:pt idx="66">
                  <c:v>0.194</c:v>
                </c:pt>
                <c:pt idx="67">
                  <c:v>0.012</c:v>
                </c:pt>
                <c:pt idx="68">
                  <c:v>-0.335</c:v>
                </c:pt>
                <c:pt idx="69">
                  <c:v>-0.639</c:v>
                </c:pt>
                <c:pt idx="70">
                  <c:v>-0.873</c:v>
                </c:pt>
                <c:pt idx="71">
                  <c:v>-0.3</c:v>
                </c:pt>
                <c:pt idx="72">
                  <c:v>-0.01</c:v>
                </c:pt>
                <c:pt idx="73">
                  <c:v>-0.034</c:v>
                </c:pt>
                <c:pt idx="74">
                  <c:v>-0.387</c:v>
                </c:pt>
                <c:pt idx="75">
                  <c:v>-0.581</c:v>
                </c:pt>
                <c:pt idx="76">
                  <c:v>-0.437</c:v>
                </c:pt>
                <c:pt idx="77">
                  <c:v>-0.162</c:v>
                </c:pt>
                <c:pt idx="78">
                  <c:v>0.339</c:v>
                </c:pt>
                <c:pt idx="79">
                  <c:v>0.59</c:v>
                </c:pt>
                <c:pt idx="80">
                  <c:v>0.744</c:v>
                </c:pt>
                <c:pt idx="81">
                  <c:v>0.718</c:v>
                </c:pt>
                <c:pt idx="82">
                  <c:v>0.612</c:v>
                </c:pt>
                <c:pt idx="83">
                  <c:v>0.42</c:v>
                </c:pt>
                <c:pt idx="84">
                  <c:v>0.211</c:v>
                </c:pt>
                <c:pt idx="85">
                  <c:v>0.192</c:v>
                </c:pt>
                <c:pt idx="86">
                  <c:v>0.071</c:v>
                </c:pt>
                <c:pt idx="87">
                  <c:v>0.01</c:v>
                </c:pt>
                <c:pt idx="88">
                  <c:v>-0.06</c:v>
                </c:pt>
                <c:pt idx="89">
                  <c:v>-0.256</c:v>
                </c:pt>
                <c:pt idx="90">
                  <c:v>-0.484</c:v>
                </c:pt>
                <c:pt idx="91">
                  <c:v>-0.535</c:v>
                </c:pt>
                <c:pt idx="92">
                  <c:v>-0.415</c:v>
                </c:pt>
                <c:pt idx="93">
                  <c:v>-0.254</c:v>
                </c:pt>
                <c:pt idx="94">
                  <c:v>-0.076</c:v>
                </c:pt>
                <c:pt idx="95">
                  <c:v>0.063</c:v>
                </c:pt>
                <c:pt idx="96">
                  <c:v>0.092</c:v>
                </c:pt>
                <c:pt idx="97">
                  <c:v>0.12</c:v>
                </c:pt>
                <c:pt idx="98">
                  <c:v>0.09</c:v>
                </c:pt>
                <c:pt idx="99">
                  <c:v>0.061</c:v>
                </c:pt>
                <c:pt idx="100">
                  <c:v>0.07</c:v>
                </c:pt>
                <c:pt idx="101">
                  <c:v>0.048</c:v>
                </c:pt>
                <c:pt idx="102">
                  <c:v>0.037</c:v>
                </c:pt>
                <c:pt idx="103">
                  <c:v>0.019</c:v>
                </c:pt>
                <c:pt idx="104">
                  <c:v>0.04</c:v>
                </c:pt>
                <c:pt idx="105">
                  <c:v>0.008</c:v>
                </c:pt>
                <c:pt idx="106">
                  <c:v>0.013</c:v>
                </c:pt>
                <c:pt idx="107">
                  <c:v>0</c:v>
                </c:pt>
                <c:pt idx="108">
                  <c:v>-0.025</c:v>
                </c:pt>
                <c:pt idx="109">
                  <c:v>-0.03</c:v>
                </c:pt>
                <c:pt idx="110">
                  <c:v>-0.041</c:v>
                </c:pt>
                <c:pt idx="111">
                  <c:v>-0.035</c:v>
                </c:pt>
                <c:pt idx="112">
                  <c:v>-0.015</c:v>
                </c:pt>
                <c:pt idx="113">
                  <c:v>0.024</c:v>
                </c:pt>
                <c:pt idx="114">
                  <c:v>0.025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 DSC PIR_C #2</c:v>
                </c:pt>
              </c:strCache>
            </c:strRef>
          </c:tx>
          <c:spPr>
            <a:solidFill>
              <a:srgbClr val="6250D6"/>
            </a:solidFill>
            <a:ln w="15875" cap="flat">
              <a:solidFill>
                <a:srgbClr val="6250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-0.007</c:v>
                </c:pt>
                <c:pt idx="1">
                  <c:v>0.002</c:v>
                </c:pt>
                <c:pt idx="2">
                  <c:v>-0.01</c:v>
                </c:pt>
                <c:pt idx="3">
                  <c:v>-0.016</c:v>
                </c:pt>
                <c:pt idx="4">
                  <c:v>-0.048</c:v>
                </c:pt>
                <c:pt idx="5">
                  <c:v>-0.037</c:v>
                </c:pt>
                <c:pt idx="6">
                  <c:v>-0.01</c:v>
                </c:pt>
                <c:pt idx="7">
                  <c:v>0.005</c:v>
                </c:pt>
                <c:pt idx="8">
                  <c:v>-0.004</c:v>
                </c:pt>
                <c:pt idx="9">
                  <c:v>-0.013</c:v>
                </c:pt>
                <c:pt idx="10">
                  <c:v>0.028</c:v>
                </c:pt>
                <c:pt idx="11">
                  <c:v>0.021</c:v>
                </c:pt>
                <c:pt idx="12">
                  <c:v>0.009</c:v>
                </c:pt>
                <c:pt idx="13">
                  <c:v>-0.007</c:v>
                </c:pt>
                <c:pt idx="14">
                  <c:v>-0.027</c:v>
                </c:pt>
                <c:pt idx="15">
                  <c:v>-0.028</c:v>
                </c:pt>
                <c:pt idx="16">
                  <c:v>-0.045</c:v>
                </c:pt>
                <c:pt idx="17">
                  <c:v>-0.038</c:v>
                </c:pt>
                <c:pt idx="18">
                  <c:v>0.01</c:v>
                </c:pt>
                <c:pt idx="19">
                  <c:v>0.016</c:v>
                </c:pt>
                <c:pt idx="20">
                  <c:v>0.024</c:v>
                </c:pt>
                <c:pt idx="21">
                  <c:v>0.032</c:v>
                </c:pt>
                <c:pt idx="22">
                  <c:v>0.015</c:v>
                </c:pt>
                <c:pt idx="23">
                  <c:v>0.033</c:v>
                </c:pt>
                <c:pt idx="24">
                  <c:v>0.044</c:v>
                </c:pt>
                <c:pt idx="25">
                  <c:v>0.045</c:v>
                </c:pt>
                <c:pt idx="26">
                  <c:v>0.064</c:v>
                </c:pt>
                <c:pt idx="27">
                  <c:v>0.11</c:v>
                </c:pt>
                <c:pt idx="28">
                  <c:v>0.11</c:v>
                </c:pt>
                <c:pt idx="29">
                  <c:v>0.108</c:v>
                </c:pt>
                <c:pt idx="30">
                  <c:v>0.05</c:v>
                </c:pt>
                <c:pt idx="31">
                  <c:v>-0.011</c:v>
                </c:pt>
                <c:pt idx="32">
                  <c:v>-0.076</c:v>
                </c:pt>
                <c:pt idx="33">
                  <c:v>-0.137</c:v>
                </c:pt>
                <c:pt idx="34">
                  <c:v>-0.19</c:v>
                </c:pt>
                <c:pt idx="35">
                  <c:v>-0.212</c:v>
                </c:pt>
                <c:pt idx="36">
                  <c:v>-0.191</c:v>
                </c:pt>
                <c:pt idx="37">
                  <c:v>-0.132</c:v>
                </c:pt>
                <c:pt idx="38">
                  <c:v>-0.072</c:v>
                </c:pt>
                <c:pt idx="39">
                  <c:v>0.02</c:v>
                </c:pt>
                <c:pt idx="40">
                  <c:v>0.07</c:v>
                </c:pt>
                <c:pt idx="41">
                  <c:v>0.086</c:v>
                </c:pt>
                <c:pt idx="42">
                  <c:v>0.077</c:v>
                </c:pt>
                <c:pt idx="43">
                  <c:v>0.062</c:v>
                </c:pt>
                <c:pt idx="44">
                  <c:v>0.062</c:v>
                </c:pt>
                <c:pt idx="45">
                  <c:v>0.032</c:v>
                </c:pt>
                <c:pt idx="46">
                  <c:v>0.021</c:v>
                </c:pt>
                <c:pt idx="47">
                  <c:v>0.037</c:v>
                </c:pt>
                <c:pt idx="48">
                  <c:v>0.036</c:v>
                </c:pt>
                <c:pt idx="49">
                  <c:v>0.019</c:v>
                </c:pt>
                <c:pt idx="50">
                  <c:v>0</c:v>
                </c:pt>
                <c:pt idx="51">
                  <c:v>0.01</c:v>
                </c:pt>
                <c:pt idx="52">
                  <c:v>-0.023</c:v>
                </c:pt>
                <c:pt idx="53">
                  <c:v>-0.037</c:v>
                </c:pt>
                <c:pt idx="54">
                  <c:v>-0.029</c:v>
                </c:pt>
                <c:pt idx="55">
                  <c:v>-0.023</c:v>
                </c:pt>
                <c:pt idx="56">
                  <c:v>-0.078</c:v>
                </c:pt>
                <c:pt idx="57">
                  <c:v>-0.089</c:v>
                </c:pt>
                <c:pt idx="58">
                  <c:v>-0.065</c:v>
                </c:pt>
                <c:pt idx="59">
                  <c:v>0.04</c:v>
                </c:pt>
                <c:pt idx="60">
                  <c:v>0.138</c:v>
                </c:pt>
                <c:pt idx="61">
                  <c:v>0.184</c:v>
                </c:pt>
                <c:pt idx="62">
                  <c:v>0.249</c:v>
                </c:pt>
                <c:pt idx="63">
                  <c:v>0.296</c:v>
                </c:pt>
                <c:pt idx="64">
                  <c:v>0.301</c:v>
                </c:pt>
                <c:pt idx="65">
                  <c:v>0.191</c:v>
                </c:pt>
                <c:pt idx="66">
                  <c:v>0.11</c:v>
                </c:pt>
                <c:pt idx="67">
                  <c:v>0.003</c:v>
                </c:pt>
                <c:pt idx="68">
                  <c:v>-0.165</c:v>
                </c:pt>
                <c:pt idx="69">
                  <c:v>-0.368</c:v>
                </c:pt>
                <c:pt idx="70">
                  <c:v>0.075</c:v>
                </c:pt>
                <c:pt idx="71">
                  <c:v>-0.099</c:v>
                </c:pt>
                <c:pt idx="72">
                  <c:v>-0.423</c:v>
                </c:pt>
                <c:pt idx="73">
                  <c:v>-0.752</c:v>
                </c:pt>
                <c:pt idx="74">
                  <c:v>-1.039</c:v>
                </c:pt>
                <c:pt idx="75">
                  <c:v>-0.964</c:v>
                </c:pt>
                <c:pt idx="76">
                  <c:v>-0.786</c:v>
                </c:pt>
                <c:pt idx="77">
                  <c:v>-0.326</c:v>
                </c:pt>
                <c:pt idx="78">
                  <c:v>0.356</c:v>
                </c:pt>
                <c:pt idx="79">
                  <c:v>1.027</c:v>
                </c:pt>
                <c:pt idx="80">
                  <c:v>1.056</c:v>
                </c:pt>
                <c:pt idx="81">
                  <c:v>0.872</c:v>
                </c:pt>
                <c:pt idx="82">
                  <c:v>0.7</c:v>
                </c:pt>
                <c:pt idx="83">
                  <c:v>0.505</c:v>
                </c:pt>
                <c:pt idx="84">
                  <c:v>0.276</c:v>
                </c:pt>
                <c:pt idx="85">
                  <c:v>0.118</c:v>
                </c:pt>
                <c:pt idx="86">
                  <c:v>0.079</c:v>
                </c:pt>
                <c:pt idx="87">
                  <c:v>0.017</c:v>
                </c:pt>
                <c:pt idx="88">
                  <c:v>-0.066</c:v>
                </c:pt>
                <c:pt idx="89">
                  <c:v>-0.223</c:v>
                </c:pt>
                <c:pt idx="90">
                  <c:v>-0.415</c:v>
                </c:pt>
                <c:pt idx="91">
                  <c:v>-0.566</c:v>
                </c:pt>
                <c:pt idx="92">
                  <c:v>-0.507</c:v>
                </c:pt>
                <c:pt idx="93">
                  <c:v>-0.243</c:v>
                </c:pt>
                <c:pt idx="94">
                  <c:v>-0.053</c:v>
                </c:pt>
                <c:pt idx="95">
                  <c:v>0.07</c:v>
                </c:pt>
                <c:pt idx="96">
                  <c:v>0.122</c:v>
                </c:pt>
                <c:pt idx="97">
                  <c:v>0.11</c:v>
                </c:pt>
                <c:pt idx="98">
                  <c:v>0.049</c:v>
                </c:pt>
                <c:pt idx="99">
                  <c:v>-0.003</c:v>
                </c:pt>
                <c:pt idx="100">
                  <c:v>0.031</c:v>
                </c:pt>
                <c:pt idx="101">
                  <c:v>0.009</c:v>
                </c:pt>
                <c:pt idx="102">
                  <c:v>0.027</c:v>
                </c:pt>
                <c:pt idx="103">
                  <c:v>0.035</c:v>
                </c:pt>
                <c:pt idx="104">
                  <c:v>0.063</c:v>
                </c:pt>
                <c:pt idx="105">
                  <c:v>0.05</c:v>
                </c:pt>
                <c:pt idx="106">
                  <c:v>0.022</c:v>
                </c:pt>
                <c:pt idx="107">
                  <c:v>-0.003</c:v>
                </c:pt>
                <c:pt idx="108">
                  <c:v>-0.024</c:v>
                </c:pt>
                <c:pt idx="109">
                  <c:v>-0.033</c:v>
                </c:pt>
                <c:pt idx="110">
                  <c:v>-0.052</c:v>
                </c:pt>
                <c:pt idx="111">
                  <c:v>-0.05</c:v>
                </c:pt>
                <c:pt idx="112">
                  <c:v>-0.032</c:v>
                </c:pt>
                <c:pt idx="113">
                  <c:v>-0.032</c:v>
                </c:pt>
                <c:pt idx="114">
                  <c:v>0.048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3"/>
        <c:auto val="1"/>
        <c:lblAlgn val="ctr"/>
        <c:noMultiLvlLbl val="1"/>
        <c:majorUnit val="100"/>
      </c:valAx>
      <c:valAx>
        <c:axId val="2094734552"/>
        <c:scaling>
          <c:orientation val="minMax"/>
          <c:max val="2"/>
          <c:min val="-3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평균 PIR_SC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100.105</c:v>
                </c:pt>
                <c:pt idx="1">
                  <c:v>100.12</c:v>
                </c:pt>
                <c:pt idx="2">
                  <c:v>100.15</c:v>
                </c:pt>
                <c:pt idx="3">
                  <c:v>100.08</c:v>
                </c:pt>
                <c:pt idx="4">
                  <c:v>100.06</c:v>
                </c:pt>
                <c:pt idx="5">
                  <c:v>100.05</c:v>
                </c:pt>
                <c:pt idx="6">
                  <c:v>99.935</c:v>
                </c:pt>
                <c:pt idx="7">
                  <c:v>99.75999999999999</c:v>
                </c:pt>
                <c:pt idx="8">
                  <c:v>99.635</c:v>
                </c:pt>
                <c:pt idx="9">
                  <c:v>99.48</c:v>
                </c:pt>
                <c:pt idx="10">
                  <c:v>99.285</c:v>
                </c:pt>
                <c:pt idx="11">
                  <c:v>99.08500000000001</c:v>
                </c:pt>
                <c:pt idx="12">
                  <c:v>98.86500000000001</c:v>
                </c:pt>
                <c:pt idx="13">
                  <c:v>98.6</c:v>
                </c:pt>
                <c:pt idx="14">
                  <c:v>98.35</c:v>
                </c:pt>
                <c:pt idx="15">
                  <c:v>98.05</c:v>
                </c:pt>
                <c:pt idx="16">
                  <c:v>97.71</c:v>
                </c:pt>
                <c:pt idx="17">
                  <c:v>97.43</c:v>
                </c:pt>
                <c:pt idx="18">
                  <c:v>97.10499999999999</c:v>
                </c:pt>
                <c:pt idx="19">
                  <c:v>96.74000000000001</c:v>
                </c:pt>
                <c:pt idx="20">
                  <c:v>96.38</c:v>
                </c:pt>
                <c:pt idx="21">
                  <c:v>96.11500000000001</c:v>
                </c:pt>
                <c:pt idx="22">
                  <c:v>95.78999999999999</c:v>
                </c:pt>
                <c:pt idx="23">
                  <c:v>95.435</c:v>
                </c:pt>
                <c:pt idx="24">
                  <c:v>95.36500000000001</c:v>
                </c:pt>
                <c:pt idx="25">
                  <c:v>94.80000000000001</c:v>
                </c:pt>
                <c:pt idx="26">
                  <c:v>94.28</c:v>
                </c:pt>
                <c:pt idx="27">
                  <c:v>93.7</c:v>
                </c:pt>
                <c:pt idx="28">
                  <c:v>93.22</c:v>
                </c:pt>
                <c:pt idx="29">
                  <c:v>92.745</c:v>
                </c:pt>
                <c:pt idx="30">
                  <c:v>92.215</c:v>
                </c:pt>
                <c:pt idx="31">
                  <c:v>91.63499999999999</c:v>
                </c:pt>
                <c:pt idx="32">
                  <c:v>91.06</c:v>
                </c:pt>
                <c:pt idx="33">
                  <c:v>90.44999999999999</c:v>
                </c:pt>
                <c:pt idx="34">
                  <c:v>89.82</c:v>
                </c:pt>
                <c:pt idx="35">
                  <c:v>89.16499999999999</c:v>
                </c:pt>
                <c:pt idx="36">
                  <c:v>88.53999999999999</c:v>
                </c:pt>
                <c:pt idx="37">
                  <c:v>87.91</c:v>
                </c:pt>
                <c:pt idx="38">
                  <c:v>87.32</c:v>
                </c:pt>
                <c:pt idx="39">
                  <c:v>86.905</c:v>
                </c:pt>
                <c:pt idx="40">
                  <c:v>86.42</c:v>
                </c:pt>
                <c:pt idx="41">
                  <c:v>85.98</c:v>
                </c:pt>
                <c:pt idx="42">
                  <c:v>85.46</c:v>
                </c:pt>
                <c:pt idx="43">
                  <c:v>84.88499999999999</c:v>
                </c:pt>
                <c:pt idx="44">
                  <c:v>84.225</c:v>
                </c:pt>
                <c:pt idx="45">
                  <c:v>83.245</c:v>
                </c:pt>
                <c:pt idx="46">
                  <c:v>82.13</c:v>
                </c:pt>
                <c:pt idx="47">
                  <c:v>80.78999999999999</c:v>
                </c:pt>
                <c:pt idx="48">
                  <c:v>79.22999999999999</c:v>
                </c:pt>
                <c:pt idx="49">
                  <c:v>77.535</c:v>
                </c:pt>
                <c:pt idx="50">
                  <c:v>75.785</c:v>
                </c:pt>
                <c:pt idx="51">
                  <c:v>73.97</c:v>
                </c:pt>
                <c:pt idx="52">
                  <c:v>72.105</c:v>
                </c:pt>
                <c:pt idx="53">
                  <c:v>70.09</c:v>
                </c:pt>
                <c:pt idx="54">
                  <c:v>67.905</c:v>
                </c:pt>
                <c:pt idx="55">
                  <c:v>65.545</c:v>
                </c:pt>
                <c:pt idx="56">
                  <c:v>63.115</c:v>
                </c:pt>
                <c:pt idx="57">
                  <c:v>60.510000000000005</c:v>
                </c:pt>
                <c:pt idx="58">
                  <c:v>58.07</c:v>
                </c:pt>
                <c:pt idx="59">
                  <c:v>55.785</c:v>
                </c:pt>
                <c:pt idx="60">
                  <c:v>53.655</c:v>
                </c:pt>
                <c:pt idx="61">
                  <c:v>51.935</c:v>
                </c:pt>
                <c:pt idx="62">
                  <c:v>50.455</c:v>
                </c:pt>
                <c:pt idx="63">
                  <c:v>49.239999999999995</c:v>
                </c:pt>
                <c:pt idx="64">
                  <c:v>48.205</c:v>
                </c:pt>
                <c:pt idx="65">
                  <c:v>47.22</c:v>
                </c:pt>
                <c:pt idx="66">
                  <c:v>46.33</c:v>
                </c:pt>
                <c:pt idx="67">
                  <c:v>45.394999999999996</c:v>
                </c:pt>
                <c:pt idx="68">
                  <c:v>44.515</c:v>
                </c:pt>
                <c:pt idx="69">
                  <c:v>43.775</c:v>
                </c:pt>
                <c:pt idx="70">
                  <c:v>42.980000000000004</c:v>
                </c:pt>
                <c:pt idx="71">
                  <c:v>42.295</c:v>
                </c:pt>
                <c:pt idx="72">
                  <c:v>41.644999999999996</c:v>
                </c:pt>
                <c:pt idx="73">
                  <c:v>41.019999999999996</c:v>
                </c:pt>
                <c:pt idx="74">
                  <c:v>40.47</c:v>
                </c:pt>
                <c:pt idx="75">
                  <c:v>39.885</c:v>
                </c:pt>
                <c:pt idx="76">
                  <c:v>39.47</c:v>
                </c:pt>
                <c:pt idx="77">
                  <c:v>38.94</c:v>
                </c:pt>
                <c:pt idx="78">
                  <c:v>38.519999999999996</c:v>
                </c:pt>
                <c:pt idx="79">
                  <c:v>38.135</c:v>
                </c:pt>
                <c:pt idx="80">
                  <c:v>37.754999999999995</c:v>
                </c:pt>
                <c:pt idx="81">
                  <c:v>37.355000000000004</c:v>
                </c:pt>
                <c:pt idx="82">
                  <c:v>36.974999999999994</c:v>
                </c:pt>
                <c:pt idx="83">
                  <c:v>36.63</c:v>
                </c:pt>
                <c:pt idx="84">
                  <c:v>36.335</c:v>
                </c:pt>
                <c:pt idx="85">
                  <c:v>36.019999999999996</c:v>
                </c:pt>
                <c:pt idx="86">
                  <c:v>35.715</c:v>
                </c:pt>
                <c:pt idx="87">
                  <c:v>35.42</c:v>
                </c:pt>
                <c:pt idx="88">
                  <c:v>35.205</c:v>
                </c:pt>
                <c:pt idx="89">
                  <c:v>34.980000000000004</c:v>
                </c:pt>
                <c:pt idx="90">
                  <c:v>34.695</c:v>
                </c:pt>
                <c:pt idx="91">
                  <c:v>34.459999999999994</c:v>
                </c:pt>
                <c:pt idx="92">
                  <c:v>34.225</c:v>
                </c:pt>
                <c:pt idx="93">
                  <c:v>33.935</c:v>
                </c:pt>
                <c:pt idx="94">
                  <c:v>33.55</c:v>
                </c:pt>
                <c:pt idx="95">
                  <c:v>33.230000000000004</c:v>
                </c:pt>
                <c:pt idx="96">
                  <c:v>32.92</c:v>
                </c:pt>
                <c:pt idx="97">
                  <c:v>32.615</c:v>
                </c:pt>
                <c:pt idx="98">
                  <c:v>32.295</c:v>
                </c:pt>
                <c:pt idx="99">
                  <c:v>31.995</c:v>
                </c:pt>
                <c:pt idx="100">
                  <c:v>31.715</c:v>
                </c:pt>
                <c:pt idx="101">
                  <c:v>31.439999999999998</c:v>
                </c:pt>
                <c:pt idx="102">
                  <c:v>31.15</c:v>
                </c:pt>
                <c:pt idx="103">
                  <c:v>30.939999999999998</c:v>
                </c:pt>
                <c:pt idx="104">
                  <c:v>30.65</c:v>
                </c:pt>
                <c:pt idx="105">
                  <c:v>30.425</c:v>
                </c:pt>
                <c:pt idx="106">
                  <c:v>30.11</c:v>
                </c:pt>
                <c:pt idx="107">
                  <c:v>29.869999999999997</c:v>
                </c:pt>
                <c:pt idx="108">
                  <c:v>29.55</c:v>
                </c:pt>
                <c:pt idx="109">
                  <c:v>29.305</c:v>
                </c:pt>
                <c:pt idx="110">
                  <c:v>28.995</c:v>
                </c:pt>
                <c:pt idx="111">
                  <c:v>28.695</c:v>
                </c:pt>
                <c:pt idx="112">
                  <c:v>28.375</c:v>
                </c:pt>
                <c:pt idx="113">
                  <c:v>28.035</c:v>
                </c:pt>
                <c:pt idx="114">
                  <c:v>27.675</c:v>
                </c:pt>
                <c:pt idx="115">
                  <c:v>27.285</c:v>
                </c:pt>
                <c:pt idx="116">
                  <c:v>26.84</c:v>
                </c:pt>
                <c:pt idx="117">
                  <c:v>26.425</c:v>
                </c:pt>
                <c:pt idx="118">
                  <c:v>25.85</c:v>
                </c:pt>
                <c:pt idx="119">
                  <c:v>25.37</c:v>
                </c:pt>
                <c:pt idx="120">
                  <c:v>24.785</c:v>
                </c:pt>
                <c:pt idx="121">
                  <c:v>24.195</c:v>
                </c:pt>
                <c:pt idx="122">
                  <c:v>23.494999999999997</c:v>
                </c:pt>
                <c:pt idx="123">
                  <c:v>22.795</c:v>
                </c:pt>
                <c:pt idx="124">
                  <c:v>22.02</c:v>
                </c:pt>
                <c:pt idx="125">
                  <c:v>21.29</c:v>
                </c:pt>
                <c:pt idx="126">
                  <c:v>20.45</c:v>
                </c:pt>
                <c:pt idx="127">
                  <c:v>19.595</c:v>
                </c:pt>
                <c:pt idx="128">
                  <c:v>18.72</c:v>
                </c:pt>
                <c:pt idx="129">
                  <c:v>17.875</c:v>
                </c:pt>
                <c:pt idx="130">
                  <c:v>16.955</c:v>
                </c:pt>
                <c:pt idx="131">
                  <c:v>16.015</c:v>
                </c:pt>
                <c:pt idx="132">
                  <c:v>15.065000000000001</c:v>
                </c:pt>
                <c:pt idx="133">
                  <c:v>14.075</c:v>
                </c:pt>
                <c:pt idx="134">
                  <c:v>13.114999999999998</c:v>
                </c:pt>
                <c:pt idx="135">
                  <c:v>12.120000000000001</c:v>
                </c:pt>
                <c:pt idx="136">
                  <c:v>11.105</c:v>
                </c:pt>
                <c:pt idx="137">
                  <c:v>10.085</c:v>
                </c:pt>
                <c:pt idx="138">
                  <c:v>9.02</c:v>
                </c:pt>
                <c:pt idx="139">
                  <c:v>8.005</c:v>
                </c:pt>
                <c:pt idx="140">
                  <c:v>6.91</c:v>
                </c:pt>
                <c:pt idx="141">
                  <c:v>5.895</c:v>
                </c:pt>
                <c:pt idx="142">
                  <c:v>4.86</c:v>
                </c:pt>
                <c:pt idx="143">
                  <c:v>3.7399999999999998</c:v>
                </c:pt>
                <c:pt idx="144">
                  <c:v>2.6799999999999997</c:v>
                </c:pt>
                <c:pt idx="145">
                  <c:v>1.6549999999999998</c:v>
                </c:pt>
                <c:pt idx="146">
                  <c:v>0.615</c:v>
                </c:pt>
                <c:pt idx="147">
                  <c:v>-0.33499999999999996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평균 PIR_SC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100.14</c:v>
                </c:pt>
                <c:pt idx="1">
                  <c:v>100.2</c:v>
                </c:pt>
                <c:pt idx="2">
                  <c:v>100.31</c:v>
                </c:pt>
                <c:pt idx="3">
                  <c:v>100.345</c:v>
                </c:pt>
                <c:pt idx="4">
                  <c:v>100.39</c:v>
                </c:pt>
                <c:pt idx="5">
                  <c:v>100.445</c:v>
                </c:pt>
                <c:pt idx="6">
                  <c:v>100.44999999999999</c:v>
                </c:pt>
                <c:pt idx="7">
                  <c:v>100.41</c:v>
                </c:pt>
                <c:pt idx="8">
                  <c:v>100.395</c:v>
                </c:pt>
                <c:pt idx="9">
                  <c:v>100.355</c:v>
                </c:pt>
                <c:pt idx="10">
                  <c:v>100.28</c:v>
                </c:pt>
                <c:pt idx="11">
                  <c:v>100.2</c:v>
                </c:pt>
                <c:pt idx="12">
                  <c:v>100.07</c:v>
                </c:pt>
                <c:pt idx="13">
                  <c:v>99.965</c:v>
                </c:pt>
                <c:pt idx="14">
                  <c:v>99.78999999999999</c:v>
                </c:pt>
                <c:pt idx="15">
                  <c:v>99.665</c:v>
                </c:pt>
                <c:pt idx="16">
                  <c:v>99.475</c:v>
                </c:pt>
                <c:pt idx="17">
                  <c:v>99.29499999999999</c:v>
                </c:pt>
                <c:pt idx="18">
                  <c:v>99.13499999999999</c:v>
                </c:pt>
                <c:pt idx="19">
                  <c:v>98.95500000000001</c:v>
                </c:pt>
                <c:pt idx="20">
                  <c:v>98.8</c:v>
                </c:pt>
                <c:pt idx="21">
                  <c:v>98.67500000000001</c:v>
                </c:pt>
                <c:pt idx="22">
                  <c:v>98.525</c:v>
                </c:pt>
                <c:pt idx="23">
                  <c:v>98.38</c:v>
                </c:pt>
                <c:pt idx="24">
                  <c:v>98.215</c:v>
                </c:pt>
                <c:pt idx="25">
                  <c:v>98.045</c:v>
                </c:pt>
                <c:pt idx="26">
                  <c:v>97.85</c:v>
                </c:pt>
                <c:pt idx="27">
                  <c:v>97.64</c:v>
                </c:pt>
                <c:pt idx="28">
                  <c:v>97.405</c:v>
                </c:pt>
                <c:pt idx="29">
                  <c:v>97.16499999999999</c:v>
                </c:pt>
                <c:pt idx="30">
                  <c:v>96.825</c:v>
                </c:pt>
                <c:pt idx="31">
                  <c:v>96.535</c:v>
                </c:pt>
                <c:pt idx="32">
                  <c:v>96.14500000000001</c:v>
                </c:pt>
                <c:pt idx="33">
                  <c:v>95.77000000000001</c:v>
                </c:pt>
                <c:pt idx="34">
                  <c:v>95.305</c:v>
                </c:pt>
                <c:pt idx="35">
                  <c:v>94.84</c:v>
                </c:pt>
                <c:pt idx="36">
                  <c:v>94.39</c:v>
                </c:pt>
                <c:pt idx="37">
                  <c:v>93.9</c:v>
                </c:pt>
                <c:pt idx="38">
                  <c:v>93.42</c:v>
                </c:pt>
                <c:pt idx="39">
                  <c:v>93.025</c:v>
                </c:pt>
                <c:pt idx="40">
                  <c:v>92.66</c:v>
                </c:pt>
                <c:pt idx="41">
                  <c:v>92.27000000000001</c:v>
                </c:pt>
                <c:pt idx="42">
                  <c:v>91.86</c:v>
                </c:pt>
                <c:pt idx="43">
                  <c:v>91.30000000000001</c:v>
                </c:pt>
                <c:pt idx="44">
                  <c:v>90.65</c:v>
                </c:pt>
                <c:pt idx="45">
                  <c:v>89.86</c:v>
                </c:pt>
                <c:pt idx="46">
                  <c:v>88.86500000000001</c:v>
                </c:pt>
                <c:pt idx="47">
                  <c:v>87.715</c:v>
                </c:pt>
                <c:pt idx="48">
                  <c:v>86.425</c:v>
                </c:pt>
                <c:pt idx="49">
                  <c:v>85.09</c:v>
                </c:pt>
                <c:pt idx="50">
                  <c:v>83.655</c:v>
                </c:pt>
                <c:pt idx="51">
                  <c:v>82.22</c:v>
                </c:pt>
                <c:pt idx="52">
                  <c:v>80.795</c:v>
                </c:pt>
                <c:pt idx="53">
                  <c:v>79.37</c:v>
                </c:pt>
                <c:pt idx="54">
                  <c:v>77.91499999999999</c:v>
                </c:pt>
                <c:pt idx="55">
                  <c:v>76.635</c:v>
                </c:pt>
                <c:pt idx="56">
                  <c:v>75.41499999999999</c:v>
                </c:pt>
                <c:pt idx="57">
                  <c:v>74.285</c:v>
                </c:pt>
                <c:pt idx="58">
                  <c:v>73.24</c:v>
                </c:pt>
                <c:pt idx="59">
                  <c:v>72.25</c:v>
                </c:pt>
                <c:pt idx="60">
                  <c:v>71.315</c:v>
                </c:pt>
                <c:pt idx="61">
                  <c:v>70.41499999999999</c:v>
                </c:pt>
                <c:pt idx="62">
                  <c:v>69.53</c:v>
                </c:pt>
                <c:pt idx="63">
                  <c:v>68.7</c:v>
                </c:pt>
                <c:pt idx="64">
                  <c:v>67.815</c:v>
                </c:pt>
                <c:pt idx="65">
                  <c:v>66.97999999999999</c:v>
                </c:pt>
                <c:pt idx="66">
                  <c:v>66.15</c:v>
                </c:pt>
                <c:pt idx="67">
                  <c:v>65.345</c:v>
                </c:pt>
                <c:pt idx="68">
                  <c:v>64.505</c:v>
                </c:pt>
                <c:pt idx="69">
                  <c:v>63.690000000000005</c:v>
                </c:pt>
                <c:pt idx="70">
                  <c:v>62.879999999999995</c:v>
                </c:pt>
                <c:pt idx="71">
                  <c:v>62.08</c:v>
                </c:pt>
                <c:pt idx="72">
                  <c:v>61.255</c:v>
                </c:pt>
                <c:pt idx="73">
                  <c:v>60.44499999999999</c:v>
                </c:pt>
                <c:pt idx="74">
                  <c:v>59.61</c:v>
                </c:pt>
                <c:pt idx="75">
                  <c:v>58.81</c:v>
                </c:pt>
                <c:pt idx="76">
                  <c:v>57.98</c:v>
                </c:pt>
                <c:pt idx="77">
                  <c:v>57.16</c:v>
                </c:pt>
                <c:pt idx="78">
                  <c:v>56.345</c:v>
                </c:pt>
                <c:pt idx="79">
                  <c:v>55.44</c:v>
                </c:pt>
                <c:pt idx="80">
                  <c:v>54.555</c:v>
                </c:pt>
                <c:pt idx="81">
                  <c:v>53.575</c:v>
                </c:pt>
                <c:pt idx="82">
                  <c:v>52.59</c:v>
                </c:pt>
                <c:pt idx="83">
                  <c:v>51.53</c:v>
                </c:pt>
                <c:pt idx="84">
                  <c:v>50.39</c:v>
                </c:pt>
                <c:pt idx="85">
                  <c:v>49.165</c:v>
                </c:pt>
                <c:pt idx="86">
                  <c:v>47.855000000000004</c:v>
                </c:pt>
                <c:pt idx="87">
                  <c:v>46.459999999999994</c:v>
                </c:pt>
                <c:pt idx="88">
                  <c:v>44.84</c:v>
                </c:pt>
                <c:pt idx="89">
                  <c:v>43.2</c:v>
                </c:pt>
                <c:pt idx="90">
                  <c:v>41.315</c:v>
                </c:pt>
                <c:pt idx="91">
                  <c:v>39.395</c:v>
                </c:pt>
                <c:pt idx="92">
                  <c:v>37.355000000000004</c:v>
                </c:pt>
                <c:pt idx="93">
                  <c:v>35.16</c:v>
                </c:pt>
                <c:pt idx="94">
                  <c:v>32.79</c:v>
                </c:pt>
                <c:pt idx="95">
                  <c:v>30.17</c:v>
                </c:pt>
                <c:pt idx="96">
                  <c:v>27.54</c:v>
                </c:pt>
                <c:pt idx="97">
                  <c:v>24.78</c:v>
                </c:pt>
                <c:pt idx="98">
                  <c:v>22.33</c:v>
                </c:pt>
                <c:pt idx="99">
                  <c:v>20.255000000000003</c:v>
                </c:pt>
                <c:pt idx="100">
                  <c:v>18.560000000000002</c:v>
                </c:pt>
                <c:pt idx="101">
                  <c:v>17.2</c:v>
                </c:pt>
                <c:pt idx="102">
                  <c:v>16.055</c:v>
                </c:pt>
                <c:pt idx="103">
                  <c:v>14.965</c:v>
                </c:pt>
                <c:pt idx="104">
                  <c:v>14.26</c:v>
                </c:pt>
                <c:pt idx="105">
                  <c:v>13.475</c:v>
                </c:pt>
                <c:pt idx="106">
                  <c:v>12.785</c:v>
                </c:pt>
                <c:pt idx="107">
                  <c:v>12.205</c:v>
                </c:pt>
                <c:pt idx="108">
                  <c:v>11.620000000000001</c:v>
                </c:pt>
                <c:pt idx="109">
                  <c:v>11.06</c:v>
                </c:pt>
                <c:pt idx="110">
                  <c:v>10.52</c:v>
                </c:pt>
                <c:pt idx="111">
                  <c:v>10.035</c:v>
                </c:pt>
                <c:pt idx="112">
                  <c:v>9.535</c:v>
                </c:pt>
                <c:pt idx="113">
                  <c:v>9.059999999999999</c:v>
                </c:pt>
                <c:pt idx="114">
                  <c:v>8.629999999999999</c:v>
                </c:pt>
                <c:pt idx="115">
                  <c:v>8.26</c:v>
                </c:pt>
                <c:pt idx="116">
                  <c:v>7.84</c:v>
                </c:pt>
                <c:pt idx="117">
                  <c:v>7.5</c:v>
                </c:pt>
                <c:pt idx="118">
                  <c:v>7.145</c:v>
                </c:pt>
                <c:pt idx="119">
                  <c:v>6.845000000000001</c:v>
                </c:pt>
                <c:pt idx="120">
                  <c:v>6.555</c:v>
                </c:pt>
                <c:pt idx="121">
                  <c:v>6.279999999999999</c:v>
                </c:pt>
                <c:pt idx="122">
                  <c:v>5.984999999999999</c:v>
                </c:pt>
                <c:pt idx="123">
                  <c:v>5.72</c:v>
                </c:pt>
                <c:pt idx="124">
                  <c:v>5.525</c:v>
                </c:pt>
                <c:pt idx="125">
                  <c:v>5.324999999999999</c:v>
                </c:pt>
                <c:pt idx="126">
                  <c:v>5.1</c:v>
                </c:pt>
                <c:pt idx="127">
                  <c:v>4.875</c:v>
                </c:pt>
                <c:pt idx="128">
                  <c:v>4.715</c:v>
                </c:pt>
                <c:pt idx="129">
                  <c:v>4.5</c:v>
                </c:pt>
                <c:pt idx="130">
                  <c:v>4.325</c:v>
                </c:pt>
                <c:pt idx="131">
                  <c:v>4.165</c:v>
                </c:pt>
                <c:pt idx="132">
                  <c:v>3.9499999999999997</c:v>
                </c:pt>
                <c:pt idx="133">
                  <c:v>3.8049999999999997</c:v>
                </c:pt>
                <c:pt idx="134">
                  <c:v>3.545</c:v>
                </c:pt>
                <c:pt idx="135">
                  <c:v>3.335</c:v>
                </c:pt>
                <c:pt idx="136">
                  <c:v>3.125</c:v>
                </c:pt>
                <c:pt idx="137">
                  <c:v>2.915</c:v>
                </c:pt>
                <c:pt idx="138">
                  <c:v>2.71</c:v>
                </c:pt>
                <c:pt idx="139">
                  <c:v>2.435</c:v>
                </c:pt>
                <c:pt idx="140">
                  <c:v>2.19</c:v>
                </c:pt>
                <c:pt idx="141">
                  <c:v>1.9100000000000001</c:v>
                </c:pt>
                <c:pt idx="142">
                  <c:v>1.58</c:v>
                </c:pt>
                <c:pt idx="143">
                  <c:v>1.25</c:v>
                </c:pt>
                <c:pt idx="144">
                  <c:v>0.9199999999999999</c:v>
                </c:pt>
                <c:pt idx="145">
                  <c:v>0.585</c:v>
                </c:pt>
                <c:pt idx="146">
                  <c:v>0.28</c:v>
                </c:pt>
                <c:pt idx="147">
                  <c:v>-0.035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DTG PIR_SC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0.003999999999999999</c:v>
                </c:pt>
                <c:pt idx="1">
                  <c:v>-0.009500000000000001</c:v>
                </c:pt>
                <c:pt idx="2">
                  <c:v>0.0179</c:v>
                </c:pt>
                <c:pt idx="3">
                  <c:v>-0.0005999999999999998</c:v>
                </c:pt>
                <c:pt idx="4">
                  <c:v>0.01115</c:v>
                </c:pt>
                <c:pt idx="5">
                  <c:v>0.01775</c:v>
                </c:pt>
                <c:pt idx="6">
                  <c:v>0.02545</c:v>
                </c:pt>
                <c:pt idx="7">
                  <c:v>0.0344</c:v>
                </c:pt>
                <c:pt idx="8">
                  <c:v>0.02745</c:v>
                </c:pt>
                <c:pt idx="9">
                  <c:v>0.031</c:v>
                </c:pt>
                <c:pt idx="10">
                  <c:v>0.04365</c:v>
                </c:pt>
                <c:pt idx="11">
                  <c:v>0.041999999999999996</c:v>
                </c:pt>
                <c:pt idx="12">
                  <c:v>0.045149999999999996</c:v>
                </c:pt>
                <c:pt idx="13">
                  <c:v>0.0445</c:v>
                </c:pt>
                <c:pt idx="14">
                  <c:v>0.05865000000000001</c:v>
                </c:pt>
                <c:pt idx="15">
                  <c:v>0.0631</c:v>
                </c:pt>
                <c:pt idx="16">
                  <c:v>0.0673</c:v>
                </c:pt>
                <c:pt idx="17">
                  <c:v>0.0717</c:v>
                </c:pt>
                <c:pt idx="18">
                  <c:v>0.06705</c:v>
                </c:pt>
                <c:pt idx="19">
                  <c:v>0.058300000000000005</c:v>
                </c:pt>
                <c:pt idx="20">
                  <c:v>0.06420000000000001</c:v>
                </c:pt>
                <c:pt idx="21">
                  <c:v>0.057800000000000004</c:v>
                </c:pt>
                <c:pt idx="22">
                  <c:v>0.07300000000000001</c:v>
                </c:pt>
                <c:pt idx="23">
                  <c:v>0.0325</c:v>
                </c:pt>
                <c:pt idx="24">
                  <c:v>0.0558</c:v>
                </c:pt>
                <c:pt idx="25">
                  <c:v>0.1188</c:v>
                </c:pt>
                <c:pt idx="26">
                  <c:v>0.10850000000000001</c:v>
                </c:pt>
                <c:pt idx="27">
                  <c:v>0.10500000000000001</c:v>
                </c:pt>
                <c:pt idx="28">
                  <c:v>0.0941</c:v>
                </c:pt>
                <c:pt idx="29">
                  <c:v>0.10385</c:v>
                </c:pt>
                <c:pt idx="30">
                  <c:v>0.11595</c:v>
                </c:pt>
                <c:pt idx="31">
                  <c:v>0.10765</c:v>
                </c:pt>
                <c:pt idx="32">
                  <c:v>0.11815</c:v>
                </c:pt>
                <c:pt idx="33">
                  <c:v>0.12394999999999999</c:v>
                </c:pt>
                <c:pt idx="34">
                  <c:v>0.13255</c:v>
                </c:pt>
                <c:pt idx="35">
                  <c:v>0.12235000000000001</c:v>
                </c:pt>
                <c:pt idx="36">
                  <c:v>0.1208</c:v>
                </c:pt>
                <c:pt idx="37">
                  <c:v>0.12375</c:v>
                </c:pt>
                <c:pt idx="38">
                  <c:v>0.11995</c:v>
                </c:pt>
                <c:pt idx="39">
                  <c:v>0.07965</c:v>
                </c:pt>
                <c:pt idx="40">
                  <c:v>0.08625</c:v>
                </c:pt>
                <c:pt idx="41">
                  <c:v>0.09025</c:v>
                </c:pt>
                <c:pt idx="42">
                  <c:v>0.0974</c:v>
                </c:pt>
                <c:pt idx="43">
                  <c:v>0.1333</c:v>
                </c:pt>
                <c:pt idx="44">
                  <c:v>0.16075</c:v>
                </c:pt>
                <c:pt idx="45">
                  <c:v>0.19924999999999998</c:v>
                </c:pt>
                <c:pt idx="46">
                  <c:v>0.25444999999999995</c:v>
                </c:pt>
                <c:pt idx="47">
                  <c:v>0.28475</c:v>
                </c:pt>
                <c:pt idx="48">
                  <c:v>0.32365</c:v>
                </c:pt>
                <c:pt idx="49">
                  <c:v>0.3497</c:v>
                </c:pt>
                <c:pt idx="50">
                  <c:v>0.35819999999999996</c:v>
                </c:pt>
                <c:pt idx="51">
                  <c:v>0.36305</c:v>
                </c:pt>
                <c:pt idx="52">
                  <c:v>0.38749999999999996</c:v>
                </c:pt>
                <c:pt idx="53">
                  <c:v>0.41665</c:v>
                </c:pt>
                <c:pt idx="54">
                  <c:v>0.45820000000000005</c:v>
                </c:pt>
                <c:pt idx="55">
                  <c:v>0.48540000000000005</c:v>
                </c:pt>
                <c:pt idx="56">
                  <c:v>0.5004500000000001</c:v>
                </c:pt>
                <c:pt idx="57">
                  <c:v>0.5016</c:v>
                </c:pt>
                <c:pt idx="58">
                  <c:v>0.48955</c:v>
                </c:pt>
                <c:pt idx="59">
                  <c:v>0.4395</c:v>
                </c:pt>
                <c:pt idx="60">
                  <c:v>0.38870000000000005</c:v>
                </c:pt>
                <c:pt idx="61">
                  <c:v>0.3286</c:v>
                </c:pt>
                <c:pt idx="62">
                  <c:v>0.26139999999999997</c:v>
                </c:pt>
                <c:pt idx="63">
                  <c:v>0.23170000000000002</c:v>
                </c:pt>
                <c:pt idx="64">
                  <c:v>0.20375</c:v>
                </c:pt>
                <c:pt idx="65">
                  <c:v>0.1902</c:v>
                </c:pt>
                <c:pt idx="66">
                  <c:v>0.17830000000000001</c:v>
                </c:pt>
                <c:pt idx="67">
                  <c:v>0.1755</c:v>
                </c:pt>
                <c:pt idx="68">
                  <c:v>0.1724</c:v>
                </c:pt>
                <c:pt idx="69">
                  <c:v>0.14765</c:v>
                </c:pt>
                <c:pt idx="70">
                  <c:v>0.13735</c:v>
                </c:pt>
                <c:pt idx="71">
                  <c:v>0.13115</c:v>
                </c:pt>
                <c:pt idx="72">
                  <c:v>0.1253</c:v>
                </c:pt>
                <c:pt idx="73">
                  <c:v>0.1152</c:v>
                </c:pt>
                <c:pt idx="74">
                  <c:v>0.10200000000000001</c:v>
                </c:pt>
                <c:pt idx="75">
                  <c:v>0.09705</c:v>
                </c:pt>
                <c:pt idx="76">
                  <c:v>0.09025</c:v>
                </c:pt>
                <c:pt idx="77">
                  <c:v>0.09875</c:v>
                </c:pt>
                <c:pt idx="78">
                  <c:v>0.07975</c:v>
                </c:pt>
                <c:pt idx="79">
                  <c:v>0.0805</c:v>
                </c:pt>
                <c:pt idx="80">
                  <c:v>0.0718</c:v>
                </c:pt>
                <c:pt idx="81">
                  <c:v>0.08065</c:v>
                </c:pt>
                <c:pt idx="82">
                  <c:v>0.06420000000000001</c:v>
                </c:pt>
                <c:pt idx="83">
                  <c:v>0.0695</c:v>
                </c:pt>
                <c:pt idx="84">
                  <c:v>0.06235</c:v>
                </c:pt>
                <c:pt idx="85">
                  <c:v>0.0601</c:v>
                </c:pt>
                <c:pt idx="86">
                  <c:v>0.057150000000000006</c:v>
                </c:pt>
                <c:pt idx="87">
                  <c:v>0.050749999999999997</c:v>
                </c:pt>
                <c:pt idx="88">
                  <c:v>0.05935</c:v>
                </c:pt>
                <c:pt idx="89">
                  <c:v>0.046700000000000005</c:v>
                </c:pt>
                <c:pt idx="90">
                  <c:v>0.04195</c:v>
                </c:pt>
                <c:pt idx="91">
                  <c:v>0.047900000000000005</c:v>
                </c:pt>
                <c:pt idx="92">
                  <c:v>0.05565</c:v>
                </c:pt>
                <c:pt idx="93">
                  <c:v>0.06845</c:v>
                </c:pt>
                <c:pt idx="94">
                  <c:v>0.06945</c:v>
                </c:pt>
                <c:pt idx="95">
                  <c:v>0.05995</c:v>
                </c:pt>
                <c:pt idx="96">
                  <c:v>0.06620000000000001</c:v>
                </c:pt>
                <c:pt idx="97">
                  <c:v>0.054</c:v>
                </c:pt>
                <c:pt idx="98">
                  <c:v>0.061200000000000004</c:v>
                </c:pt>
                <c:pt idx="99">
                  <c:v>0.054849999999999996</c:v>
                </c:pt>
                <c:pt idx="100">
                  <c:v>0.0591</c:v>
                </c:pt>
                <c:pt idx="101">
                  <c:v>0.0604</c:v>
                </c:pt>
                <c:pt idx="102">
                  <c:v>0.061450000000000005</c:v>
                </c:pt>
                <c:pt idx="103">
                  <c:v>0.03855</c:v>
                </c:pt>
                <c:pt idx="104">
                  <c:v>0.05405</c:v>
                </c:pt>
                <c:pt idx="105">
                  <c:v>0.0465</c:v>
                </c:pt>
                <c:pt idx="106">
                  <c:v>0.06535</c:v>
                </c:pt>
                <c:pt idx="107">
                  <c:v>0.04465</c:v>
                </c:pt>
                <c:pt idx="108">
                  <c:v>0.0498</c:v>
                </c:pt>
                <c:pt idx="109">
                  <c:v>0.0578</c:v>
                </c:pt>
                <c:pt idx="110">
                  <c:v>0.06135</c:v>
                </c:pt>
                <c:pt idx="111">
                  <c:v>0.060649999999999996</c:v>
                </c:pt>
                <c:pt idx="112">
                  <c:v>0.0728</c:v>
                </c:pt>
                <c:pt idx="113">
                  <c:v>0.07594999999999999</c:v>
                </c:pt>
                <c:pt idx="114">
                  <c:v>0.0776</c:v>
                </c:pt>
                <c:pt idx="115">
                  <c:v>0.08235</c:v>
                </c:pt>
                <c:pt idx="116">
                  <c:v>0.09245</c:v>
                </c:pt>
                <c:pt idx="117">
                  <c:v>0.0902</c:v>
                </c:pt>
                <c:pt idx="118">
                  <c:v>0.10264999999999999</c:v>
                </c:pt>
                <c:pt idx="119">
                  <c:v>0.11015</c:v>
                </c:pt>
                <c:pt idx="120">
                  <c:v>0.1181</c:v>
                </c:pt>
                <c:pt idx="121">
                  <c:v>0.12135</c:v>
                </c:pt>
                <c:pt idx="122">
                  <c:v>0.13990000000000002</c:v>
                </c:pt>
                <c:pt idx="123">
                  <c:v>0.1392</c:v>
                </c:pt>
                <c:pt idx="124">
                  <c:v>0.1422</c:v>
                </c:pt>
                <c:pt idx="125">
                  <c:v>0.16615000000000002</c:v>
                </c:pt>
                <c:pt idx="126">
                  <c:v>0.16570000000000001</c:v>
                </c:pt>
                <c:pt idx="127">
                  <c:v>0.17885</c:v>
                </c:pt>
                <c:pt idx="128">
                  <c:v>0.1701</c:v>
                </c:pt>
                <c:pt idx="129">
                  <c:v>0.184</c:v>
                </c:pt>
                <c:pt idx="130">
                  <c:v>0.17945</c:v>
                </c:pt>
                <c:pt idx="131">
                  <c:v>0.19955</c:v>
                </c:pt>
                <c:pt idx="132">
                  <c:v>0.1845</c:v>
                </c:pt>
                <c:pt idx="133">
                  <c:v>0.2057</c:v>
                </c:pt>
                <c:pt idx="134">
                  <c:v>0.1975</c:v>
                </c:pt>
                <c:pt idx="135">
                  <c:v>0.19765</c:v>
                </c:pt>
                <c:pt idx="136">
                  <c:v>0.19755</c:v>
                </c:pt>
                <c:pt idx="137">
                  <c:v>0.21315</c:v>
                </c:pt>
                <c:pt idx="138">
                  <c:v>0.2037</c:v>
                </c:pt>
                <c:pt idx="139">
                  <c:v>0.20915</c:v>
                </c:pt>
                <c:pt idx="140">
                  <c:v>0.2062</c:v>
                </c:pt>
                <c:pt idx="141">
                  <c:v>0.21539999999999998</c:v>
                </c:pt>
                <c:pt idx="142">
                  <c:v>0.20945</c:v>
                </c:pt>
                <c:pt idx="143">
                  <c:v>0.22395</c:v>
                </c:pt>
                <c:pt idx="144">
                  <c:v>0.2096</c:v>
                </c:pt>
                <c:pt idx="145">
                  <c:v>0.20235</c:v>
                </c:pt>
                <c:pt idx="146">
                  <c:v>0.21745</c:v>
                </c:pt>
                <c:pt idx="147">
                  <c:v>0.21195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DTG PIR_SC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-0.00985</c:v>
                </c:pt>
                <c:pt idx="1">
                  <c:v>-0.01065</c:v>
                </c:pt>
                <c:pt idx="2">
                  <c:v>-0.021249999999999998</c:v>
                </c:pt>
                <c:pt idx="3">
                  <c:v>-0.007549999999999999</c:v>
                </c:pt>
                <c:pt idx="4">
                  <c:v>-0.01035</c:v>
                </c:pt>
                <c:pt idx="5">
                  <c:v>-0.00675</c:v>
                </c:pt>
                <c:pt idx="6">
                  <c:v>-0.0009499999999999999</c:v>
                </c:pt>
                <c:pt idx="7">
                  <c:v>0.00755</c:v>
                </c:pt>
                <c:pt idx="8">
                  <c:v>0.011199999999999998</c:v>
                </c:pt>
                <c:pt idx="9">
                  <c:v>0.00945</c:v>
                </c:pt>
                <c:pt idx="10">
                  <c:v>0.0192</c:v>
                </c:pt>
                <c:pt idx="11">
                  <c:v>0.0284</c:v>
                </c:pt>
                <c:pt idx="12">
                  <c:v>0.02335</c:v>
                </c:pt>
                <c:pt idx="13">
                  <c:v>0.02795</c:v>
                </c:pt>
                <c:pt idx="14">
                  <c:v>0.03265</c:v>
                </c:pt>
                <c:pt idx="15">
                  <c:v>0.0356</c:v>
                </c:pt>
                <c:pt idx="16">
                  <c:v>0.039599999999999996</c:v>
                </c:pt>
                <c:pt idx="17">
                  <c:v>0.033299999999999996</c:v>
                </c:pt>
                <c:pt idx="18">
                  <c:v>0.0303</c:v>
                </c:pt>
                <c:pt idx="19">
                  <c:v>0.04005</c:v>
                </c:pt>
                <c:pt idx="20">
                  <c:v>0.0271</c:v>
                </c:pt>
                <c:pt idx="21">
                  <c:v>0.026099999999999998</c:v>
                </c:pt>
                <c:pt idx="22">
                  <c:v>0.0225</c:v>
                </c:pt>
                <c:pt idx="23">
                  <c:v>0.03195</c:v>
                </c:pt>
                <c:pt idx="24">
                  <c:v>0.0424</c:v>
                </c:pt>
                <c:pt idx="25">
                  <c:v>0.0349</c:v>
                </c:pt>
                <c:pt idx="26">
                  <c:v>0.04185</c:v>
                </c:pt>
                <c:pt idx="27">
                  <c:v>0.048350000000000004</c:v>
                </c:pt>
                <c:pt idx="28">
                  <c:v>0.046799999999999994</c:v>
                </c:pt>
                <c:pt idx="29">
                  <c:v>0.061399999999999996</c:v>
                </c:pt>
                <c:pt idx="30">
                  <c:v>0.06355</c:v>
                </c:pt>
                <c:pt idx="31">
                  <c:v>0.06825</c:v>
                </c:pt>
                <c:pt idx="32">
                  <c:v>0.0785</c:v>
                </c:pt>
                <c:pt idx="33">
                  <c:v>0.0867</c:v>
                </c:pt>
                <c:pt idx="34">
                  <c:v>0.0893</c:v>
                </c:pt>
                <c:pt idx="35">
                  <c:v>0.0944</c:v>
                </c:pt>
                <c:pt idx="36">
                  <c:v>0.0907</c:v>
                </c:pt>
                <c:pt idx="37">
                  <c:v>0.0956</c:v>
                </c:pt>
                <c:pt idx="38">
                  <c:v>0.08735000000000001</c:v>
                </c:pt>
                <c:pt idx="39">
                  <c:v>0.07569999999999999</c:v>
                </c:pt>
                <c:pt idx="40">
                  <c:v>0.06789999999999999</c:v>
                </c:pt>
                <c:pt idx="41">
                  <c:v>0.08455</c:v>
                </c:pt>
                <c:pt idx="42">
                  <c:v>0.09235</c:v>
                </c:pt>
                <c:pt idx="43">
                  <c:v>0.1212</c:v>
                </c:pt>
                <c:pt idx="44">
                  <c:v>0.13495</c:v>
                </c:pt>
                <c:pt idx="45">
                  <c:v>0.18065</c:v>
                </c:pt>
                <c:pt idx="46">
                  <c:v>0.21344999999999997</c:v>
                </c:pt>
                <c:pt idx="47">
                  <c:v>0.246</c:v>
                </c:pt>
                <c:pt idx="48">
                  <c:v>0.26205</c:v>
                </c:pt>
                <c:pt idx="49">
                  <c:v>0.28065</c:v>
                </c:pt>
                <c:pt idx="50">
                  <c:v>0.28915</c:v>
                </c:pt>
                <c:pt idx="51">
                  <c:v>0.28835</c:v>
                </c:pt>
                <c:pt idx="52">
                  <c:v>0.29375</c:v>
                </c:pt>
                <c:pt idx="53">
                  <c:v>0.28795</c:v>
                </c:pt>
                <c:pt idx="54">
                  <c:v>0.27749999999999997</c:v>
                </c:pt>
                <c:pt idx="55">
                  <c:v>0.2505</c:v>
                </c:pt>
                <c:pt idx="56">
                  <c:v>0.2329</c:v>
                </c:pt>
                <c:pt idx="57">
                  <c:v>0.2117</c:v>
                </c:pt>
                <c:pt idx="58">
                  <c:v>0.20705</c:v>
                </c:pt>
                <c:pt idx="59">
                  <c:v>0.1855</c:v>
                </c:pt>
                <c:pt idx="60">
                  <c:v>0.18614999999999998</c:v>
                </c:pt>
                <c:pt idx="61">
                  <c:v>0.17835</c:v>
                </c:pt>
                <c:pt idx="62">
                  <c:v>0.17570000000000002</c:v>
                </c:pt>
                <c:pt idx="63">
                  <c:v>0.172</c:v>
                </c:pt>
                <c:pt idx="64">
                  <c:v>0.17085</c:v>
                </c:pt>
                <c:pt idx="65">
                  <c:v>0.1663</c:v>
                </c:pt>
                <c:pt idx="66">
                  <c:v>0.17025</c:v>
                </c:pt>
                <c:pt idx="67">
                  <c:v>0.16025</c:v>
                </c:pt>
                <c:pt idx="68">
                  <c:v>0.15845</c:v>
                </c:pt>
                <c:pt idx="69">
                  <c:v>0.16805</c:v>
                </c:pt>
                <c:pt idx="70">
                  <c:v>0.15355000000000002</c:v>
                </c:pt>
                <c:pt idx="71">
                  <c:v>0.16670000000000001</c:v>
                </c:pt>
                <c:pt idx="72">
                  <c:v>0.16310000000000002</c:v>
                </c:pt>
                <c:pt idx="73">
                  <c:v>0.15849999999999997</c:v>
                </c:pt>
                <c:pt idx="74">
                  <c:v>0.16185</c:v>
                </c:pt>
                <c:pt idx="75">
                  <c:v>0.16995</c:v>
                </c:pt>
                <c:pt idx="76">
                  <c:v>0.16144999999999998</c:v>
                </c:pt>
                <c:pt idx="77">
                  <c:v>0.1688</c:v>
                </c:pt>
                <c:pt idx="78">
                  <c:v>0.1664</c:v>
                </c:pt>
                <c:pt idx="79">
                  <c:v>0.1869</c:v>
                </c:pt>
                <c:pt idx="80">
                  <c:v>0.17620000000000002</c:v>
                </c:pt>
                <c:pt idx="81">
                  <c:v>0.20335</c:v>
                </c:pt>
                <c:pt idx="82">
                  <c:v>0.1985</c:v>
                </c:pt>
                <c:pt idx="83">
                  <c:v>0.21625</c:v>
                </c:pt>
                <c:pt idx="84">
                  <c:v>0.2374</c:v>
                </c:pt>
                <c:pt idx="85">
                  <c:v>0.2562</c:v>
                </c:pt>
                <c:pt idx="86">
                  <c:v>0.26644999999999996</c:v>
                </c:pt>
                <c:pt idx="87">
                  <c:v>0.29669999999999996</c:v>
                </c:pt>
                <c:pt idx="88">
                  <c:v>0.32855</c:v>
                </c:pt>
                <c:pt idx="89">
                  <c:v>0.3532</c:v>
                </c:pt>
                <c:pt idx="90">
                  <c:v>0.38385</c:v>
                </c:pt>
                <c:pt idx="91">
                  <c:v>0.40185</c:v>
                </c:pt>
                <c:pt idx="92">
                  <c:v>0.42505</c:v>
                </c:pt>
                <c:pt idx="93">
                  <c:v>0.45310000000000006</c:v>
                </c:pt>
                <c:pt idx="94">
                  <c:v>0.5019</c:v>
                </c:pt>
                <c:pt idx="95">
                  <c:v>0.53265</c:v>
                </c:pt>
                <c:pt idx="96">
                  <c:v>0.51025</c:v>
                </c:pt>
                <c:pt idx="97">
                  <c:v>0.5598000000000001</c:v>
                </c:pt>
                <c:pt idx="98">
                  <c:v>0.42145</c:v>
                </c:pt>
                <c:pt idx="99">
                  <c:v>0.3782</c:v>
                </c:pt>
                <c:pt idx="100">
                  <c:v>0.29900000000000004</c:v>
                </c:pt>
                <c:pt idx="101">
                  <c:v>0.25315</c:v>
                </c:pt>
                <c:pt idx="102">
                  <c:v>0.22999999999999998</c:v>
                </c:pt>
                <c:pt idx="103">
                  <c:v>0.17654999999999998</c:v>
                </c:pt>
                <c:pt idx="104">
                  <c:v>0.16899999999999998</c:v>
                </c:pt>
                <c:pt idx="105">
                  <c:v>0.1414</c:v>
                </c:pt>
                <c:pt idx="106">
                  <c:v>0.1263</c:v>
                </c:pt>
                <c:pt idx="107">
                  <c:v>0.11549999999999999</c:v>
                </c:pt>
                <c:pt idx="108">
                  <c:v>0.11535000000000001</c:v>
                </c:pt>
                <c:pt idx="109">
                  <c:v>0.10930000000000001</c:v>
                </c:pt>
                <c:pt idx="110">
                  <c:v>0.1033</c:v>
                </c:pt>
                <c:pt idx="111">
                  <c:v>0.0965</c:v>
                </c:pt>
                <c:pt idx="112">
                  <c:v>0.09645000000000001</c:v>
                </c:pt>
                <c:pt idx="113">
                  <c:v>0.09135</c:v>
                </c:pt>
                <c:pt idx="114">
                  <c:v>0.08075</c:v>
                </c:pt>
                <c:pt idx="115">
                  <c:v>0.07619999999999999</c:v>
                </c:pt>
                <c:pt idx="116">
                  <c:v>0.07475000000000001</c:v>
                </c:pt>
                <c:pt idx="117">
                  <c:v>0.0686</c:v>
                </c:pt>
                <c:pt idx="118">
                  <c:v>0.06425</c:v>
                </c:pt>
                <c:pt idx="119">
                  <c:v>0.06485</c:v>
                </c:pt>
                <c:pt idx="120">
                  <c:v>0.057550000000000004</c:v>
                </c:pt>
                <c:pt idx="121">
                  <c:v>0.052500000000000005</c:v>
                </c:pt>
                <c:pt idx="122">
                  <c:v>0.05825</c:v>
                </c:pt>
                <c:pt idx="123">
                  <c:v>0.041550000000000004</c:v>
                </c:pt>
                <c:pt idx="124">
                  <c:v>0.05005</c:v>
                </c:pt>
                <c:pt idx="125">
                  <c:v>0.03895</c:v>
                </c:pt>
                <c:pt idx="126">
                  <c:v>0.041999999999999996</c:v>
                </c:pt>
                <c:pt idx="127">
                  <c:v>0.03319999999999999</c:v>
                </c:pt>
                <c:pt idx="128">
                  <c:v>0.041800000000000004</c:v>
                </c:pt>
                <c:pt idx="129">
                  <c:v>0.03755</c:v>
                </c:pt>
                <c:pt idx="130">
                  <c:v>0.0327</c:v>
                </c:pt>
                <c:pt idx="131">
                  <c:v>0.0397</c:v>
                </c:pt>
                <c:pt idx="132">
                  <c:v>0.031549999999999995</c:v>
                </c:pt>
                <c:pt idx="133">
                  <c:v>0.0372</c:v>
                </c:pt>
                <c:pt idx="134">
                  <c:v>0.0421</c:v>
                </c:pt>
                <c:pt idx="135">
                  <c:v>0.0433</c:v>
                </c:pt>
                <c:pt idx="136">
                  <c:v>0.036199999999999996</c:v>
                </c:pt>
                <c:pt idx="137">
                  <c:v>0.04035</c:v>
                </c:pt>
                <c:pt idx="138">
                  <c:v>0.04795</c:v>
                </c:pt>
                <c:pt idx="139">
                  <c:v>0.058300000000000005</c:v>
                </c:pt>
                <c:pt idx="140">
                  <c:v>0.0563</c:v>
                </c:pt>
                <c:pt idx="141">
                  <c:v>0.06285</c:v>
                </c:pt>
                <c:pt idx="142">
                  <c:v>0.0685</c:v>
                </c:pt>
                <c:pt idx="143">
                  <c:v>0.0648</c:v>
                </c:pt>
                <c:pt idx="144">
                  <c:v>0.07445</c:v>
                </c:pt>
                <c:pt idx="145">
                  <c:v>0.0604</c:v>
                </c:pt>
                <c:pt idx="146">
                  <c:v>0.05655</c:v>
                </c:pt>
                <c:pt idx="147">
                  <c:v>0.05945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1"/>
        <c:auto val="1"/>
        <c:lblAlgn val="ctr"/>
        <c:noMultiLvlLbl val="1"/>
        <c:majorUnit val="100"/>
      </c:valAx>
      <c:valAx>
        <c:axId val="2094734552"/>
        <c:scaling>
          <c:orientation val="minMax"/>
          <c:max val="0.7000000000000001"/>
          <c:min val="-0.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DSC PIR_SC #1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-0.009</c:v>
                </c:pt>
                <c:pt idx="1">
                  <c:v>-0.023</c:v>
                </c:pt>
                <c:pt idx="2">
                  <c:v>-0.014</c:v>
                </c:pt>
                <c:pt idx="3">
                  <c:v>-0.036</c:v>
                </c:pt>
                <c:pt idx="4">
                  <c:v>-0.023</c:v>
                </c:pt>
                <c:pt idx="5">
                  <c:v>-0.007</c:v>
                </c:pt>
                <c:pt idx="6">
                  <c:v>-0.003</c:v>
                </c:pt>
                <c:pt idx="7">
                  <c:v>-0.002</c:v>
                </c:pt>
                <c:pt idx="8">
                  <c:v>0.009</c:v>
                </c:pt>
                <c:pt idx="9">
                  <c:v>0.001</c:v>
                </c:pt>
                <c:pt idx="10">
                  <c:v>0.022</c:v>
                </c:pt>
                <c:pt idx="11">
                  <c:v>0.023</c:v>
                </c:pt>
                <c:pt idx="12">
                  <c:v>-0.017</c:v>
                </c:pt>
                <c:pt idx="13">
                  <c:v>-0.019</c:v>
                </c:pt>
                <c:pt idx="14">
                  <c:v>-0.037</c:v>
                </c:pt>
                <c:pt idx="15">
                  <c:v>-0.036</c:v>
                </c:pt>
                <c:pt idx="16">
                  <c:v>-0.035</c:v>
                </c:pt>
                <c:pt idx="17">
                  <c:v>0.022</c:v>
                </c:pt>
                <c:pt idx="18">
                  <c:v>0.024</c:v>
                </c:pt>
                <c:pt idx="19">
                  <c:v>0.054</c:v>
                </c:pt>
                <c:pt idx="20">
                  <c:v>0.037</c:v>
                </c:pt>
                <c:pt idx="21">
                  <c:v>-0.002</c:v>
                </c:pt>
                <c:pt idx="22">
                  <c:v>0.006</c:v>
                </c:pt>
                <c:pt idx="23">
                  <c:v>0.031</c:v>
                </c:pt>
                <c:pt idx="24">
                  <c:v>-0.002</c:v>
                </c:pt>
                <c:pt idx="25">
                  <c:v>-0.022</c:v>
                </c:pt>
                <c:pt idx="26">
                  <c:v>-0.014</c:v>
                </c:pt>
                <c:pt idx="27">
                  <c:v>0.003</c:v>
                </c:pt>
                <c:pt idx="28">
                  <c:v>-0.019</c:v>
                </c:pt>
                <c:pt idx="29">
                  <c:v>0.003</c:v>
                </c:pt>
                <c:pt idx="30">
                  <c:v>-0.003</c:v>
                </c:pt>
                <c:pt idx="31">
                  <c:v>-0.016</c:v>
                </c:pt>
                <c:pt idx="32">
                  <c:v>-0.012</c:v>
                </c:pt>
                <c:pt idx="33">
                  <c:v>-0.005</c:v>
                </c:pt>
                <c:pt idx="34">
                  <c:v>-0.005</c:v>
                </c:pt>
                <c:pt idx="35">
                  <c:v>-0.008</c:v>
                </c:pt>
                <c:pt idx="36">
                  <c:v>0.005</c:v>
                </c:pt>
                <c:pt idx="37">
                  <c:v>0.016</c:v>
                </c:pt>
                <c:pt idx="38">
                  <c:v>0.01</c:v>
                </c:pt>
                <c:pt idx="39">
                  <c:v>0.042</c:v>
                </c:pt>
                <c:pt idx="40">
                  <c:v>0.035</c:v>
                </c:pt>
                <c:pt idx="41">
                  <c:v>0.012</c:v>
                </c:pt>
                <c:pt idx="42">
                  <c:v>-0.016</c:v>
                </c:pt>
                <c:pt idx="43">
                  <c:v>-0.056</c:v>
                </c:pt>
                <c:pt idx="44">
                  <c:v>-0.048</c:v>
                </c:pt>
                <c:pt idx="45">
                  <c:v>-0.032</c:v>
                </c:pt>
                <c:pt idx="46">
                  <c:v>0.006</c:v>
                </c:pt>
                <c:pt idx="47">
                  <c:v>0.035</c:v>
                </c:pt>
                <c:pt idx="48">
                  <c:v>-0.06</c:v>
                </c:pt>
                <c:pt idx="49">
                  <c:v>0.035</c:v>
                </c:pt>
                <c:pt idx="50">
                  <c:v>0.098</c:v>
                </c:pt>
                <c:pt idx="51">
                  <c:v>0.117</c:v>
                </c:pt>
                <c:pt idx="52">
                  <c:v>0.043</c:v>
                </c:pt>
                <c:pt idx="53">
                  <c:v>-0.001</c:v>
                </c:pt>
                <c:pt idx="54">
                  <c:v>0.026</c:v>
                </c:pt>
                <c:pt idx="55">
                  <c:v>0.024</c:v>
                </c:pt>
                <c:pt idx="56">
                  <c:v>0.008</c:v>
                </c:pt>
                <c:pt idx="57">
                  <c:v>-0.013</c:v>
                </c:pt>
                <c:pt idx="58">
                  <c:v>-0.028</c:v>
                </c:pt>
                <c:pt idx="59">
                  <c:v>-0.049</c:v>
                </c:pt>
                <c:pt idx="60">
                  <c:v>-0.03</c:v>
                </c:pt>
                <c:pt idx="61">
                  <c:v>-0.018</c:v>
                </c:pt>
                <c:pt idx="62">
                  <c:v>0.03</c:v>
                </c:pt>
                <c:pt idx="63">
                  <c:v>0.088</c:v>
                </c:pt>
                <c:pt idx="64">
                  <c:v>0.123</c:v>
                </c:pt>
                <c:pt idx="65">
                  <c:v>0.103</c:v>
                </c:pt>
                <c:pt idx="66">
                  <c:v>0.064</c:v>
                </c:pt>
                <c:pt idx="67">
                  <c:v>-0.029</c:v>
                </c:pt>
                <c:pt idx="68">
                  <c:v>-0.084</c:v>
                </c:pt>
                <c:pt idx="69">
                  <c:v>-0.199</c:v>
                </c:pt>
                <c:pt idx="70">
                  <c:v>-0.307</c:v>
                </c:pt>
                <c:pt idx="71">
                  <c:v>-0.285</c:v>
                </c:pt>
                <c:pt idx="72">
                  <c:v>-0.164</c:v>
                </c:pt>
                <c:pt idx="73">
                  <c:v>0.21</c:v>
                </c:pt>
                <c:pt idx="74">
                  <c:v>0.233</c:v>
                </c:pt>
                <c:pt idx="75">
                  <c:v>0.142</c:v>
                </c:pt>
                <c:pt idx="76">
                  <c:v>0.324</c:v>
                </c:pt>
                <c:pt idx="77">
                  <c:v>0.135</c:v>
                </c:pt>
                <c:pt idx="78">
                  <c:v>0.042</c:v>
                </c:pt>
                <c:pt idx="79">
                  <c:v>-0.086</c:v>
                </c:pt>
                <c:pt idx="80">
                  <c:v>-0.112</c:v>
                </c:pt>
                <c:pt idx="81">
                  <c:v>-0.133</c:v>
                </c:pt>
                <c:pt idx="82">
                  <c:v>-0.097</c:v>
                </c:pt>
                <c:pt idx="83">
                  <c:v>-0.043</c:v>
                </c:pt>
                <c:pt idx="84">
                  <c:v>-0.029</c:v>
                </c:pt>
                <c:pt idx="85">
                  <c:v>-0.046</c:v>
                </c:pt>
                <c:pt idx="86">
                  <c:v>-0.237</c:v>
                </c:pt>
                <c:pt idx="87">
                  <c:v>-0.442</c:v>
                </c:pt>
                <c:pt idx="88">
                  <c:v>-0.63</c:v>
                </c:pt>
                <c:pt idx="89">
                  <c:v>-0.708</c:v>
                </c:pt>
                <c:pt idx="90">
                  <c:v>-0.519</c:v>
                </c:pt>
                <c:pt idx="91">
                  <c:v>-0.062</c:v>
                </c:pt>
                <c:pt idx="92">
                  <c:v>0.597</c:v>
                </c:pt>
                <c:pt idx="93">
                  <c:v>1.467</c:v>
                </c:pt>
                <c:pt idx="94">
                  <c:v>2.267</c:v>
                </c:pt>
                <c:pt idx="95">
                  <c:v>2.135</c:v>
                </c:pt>
                <c:pt idx="96">
                  <c:v>1.262</c:v>
                </c:pt>
                <c:pt idx="97">
                  <c:v>-0.199</c:v>
                </c:pt>
                <c:pt idx="98">
                  <c:v>-1.41</c:v>
                </c:pt>
                <c:pt idx="99">
                  <c:v>-1.794</c:v>
                </c:pt>
                <c:pt idx="100">
                  <c:v>-1.697</c:v>
                </c:pt>
                <c:pt idx="101">
                  <c:v>-1.472</c:v>
                </c:pt>
                <c:pt idx="102">
                  <c:v>-1.334</c:v>
                </c:pt>
                <c:pt idx="103">
                  <c:v>1.233</c:v>
                </c:pt>
                <c:pt idx="104">
                  <c:v>1.089</c:v>
                </c:pt>
                <c:pt idx="105">
                  <c:v>0.902</c:v>
                </c:pt>
                <c:pt idx="106">
                  <c:v>0.601</c:v>
                </c:pt>
                <c:pt idx="107">
                  <c:v>0.276</c:v>
                </c:pt>
                <c:pt idx="108">
                  <c:v>0.046</c:v>
                </c:pt>
                <c:pt idx="109">
                  <c:v>-0.079</c:v>
                </c:pt>
                <c:pt idx="110">
                  <c:v>-0.127</c:v>
                </c:pt>
                <c:pt idx="111">
                  <c:v>-0.079</c:v>
                </c:pt>
                <c:pt idx="112">
                  <c:v>-0.045</c:v>
                </c:pt>
                <c:pt idx="113">
                  <c:v>0.047</c:v>
                </c:pt>
                <c:pt idx="114">
                  <c:v>0.028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DSC PIR_SC #2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-0.03</c:v>
                </c:pt>
                <c:pt idx="1">
                  <c:v>-0.019</c:v>
                </c:pt>
                <c:pt idx="2">
                  <c:v>-0.009</c:v>
                </c:pt>
                <c:pt idx="3">
                  <c:v>-0.02</c:v>
                </c:pt>
                <c:pt idx="4">
                  <c:v>-0.01</c:v>
                </c:pt>
                <c:pt idx="5">
                  <c:v>-0.008</c:v>
                </c:pt>
                <c:pt idx="6">
                  <c:v>0.007</c:v>
                </c:pt>
                <c:pt idx="7">
                  <c:v>0.007</c:v>
                </c:pt>
                <c:pt idx="8">
                  <c:v>-0.004</c:v>
                </c:pt>
                <c:pt idx="9">
                  <c:v>-0.001</c:v>
                </c:pt>
                <c:pt idx="10">
                  <c:v>0.007</c:v>
                </c:pt>
                <c:pt idx="11">
                  <c:v>-0.006</c:v>
                </c:pt>
                <c:pt idx="12">
                  <c:v>-0.004</c:v>
                </c:pt>
                <c:pt idx="13">
                  <c:v>-0.025</c:v>
                </c:pt>
                <c:pt idx="14">
                  <c:v>-0.006</c:v>
                </c:pt>
                <c:pt idx="15">
                  <c:v>-0.012</c:v>
                </c:pt>
                <c:pt idx="16">
                  <c:v>-0.039</c:v>
                </c:pt>
                <c:pt idx="17">
                  <c:v>-0.011</c:v>
                </c:pt>
                <c:pt idx="18">
                  <c:v>0.026</c:v>
                </c:pt>
                <c:pt idx="19">
                  <c:v>0.022</c:v>
                </c:pt>
                <c:pt idx="20">
                  <c:v>0.057</c:v>
                </c:pt>
                <c:pt idx="21">
                  <c:v>0.02</c:v>
                </c:pt>
                <c:pt idx="22">
                  <c:v>0.018</c:v>
                </c:pt>
                <c:pt idx="23">
                  <c:v>-0.022</c:v>
                </c:pt>
                <c:pt idx="24">
                  <c:v>-0.025</c:v>
                </c:pt>
                <c:pt idx="25">
                  <c:v>-0.028</c:v>
                </c:pt>
                <c:pt idx="26">
                  <c:v>-0.02</c:v>
                </c:pt>
                <c:pt idx="27">
                  <c:v>-0.029</c:v>
                </c:pt>
                <c:pt idx="28">
                  <c:v>0.002</c:v>
                </c:pt>
                <c:pt idx="29">
                  <c:v>0.024</c:v>
                </c:pt>
                <c:pt idx="30">
                  <c:v>0.013</c:v>
                </c:pt>
                <c:pt idx="31">
                  <c:v>0.008</c:v>
                </c:pt>
                <c:pt idx="32">
                  <c:v>-0.026</c:v>
                </c:pt>
                <c:pt idx="33">
                  <c:v>-0.062</c:v>
                </c:pt>
                <c:pt idx="34">
                  <c:v>-0.048</c:v>
                </c:pt>
                <c:pt idx="35">
                  <c:v>-0.043</c:v>
                </c:pt>
                <c:pt idx="36">
                  <c:v>-0.038</c:v>
                </c:pt>
                <c:pt idx="37">
                  <c:v>-0.004</c:v>
                </c:pt>
                <c:pt idx="38">
                  <c:v>0.049</c:v>
                </c:pt>
                <c:pt idx="39">
                  <c:v>0.084</c:v>
                </c:pt>
                <c:pt idx="40">
                  <c:v>0.076</c:v>
                </c:pt>
                <c:pt idx="41">
                  <c:v>0.052</c:v>
                </c:pt>
                <c:pt idx="42">
                  <c:v>-0.006</c:v>
                </c:pt>
                <c:pt idx="43">
                  <c:v>-0.042</c:v>
                </c:pt>
                <c:pt idx="44">
                  <c:v>-0.057</c:v>
                </c:pt>
                <c:pt idx="45">
                  <c:v>-0.046</c:v>
                </c:pt>
                <c:pt idx="46">
                  <c:v>-0.021</c:v>
                </c:pt>
                <c:pt idx="47">
                  <c:v>-0.041</c:v>
                </c:pt>
                <c:pt idx="48">
                  <c:v>-0.022</c:v>
                </c:pt>
                <c:pt idx="49">
                  <c:v>0.018</c:v>
                </c:pt>
                <c:pt idx="50">
                  <c:v>0.059</c:v>
                </c:pt>
                <c:pt idx="51">
                  <c:v>0.091</c:v>
                </c:pt>
                <c:pt idx="52">
                  <c:v>0.021</c:v>
                </c:pt>
                <c:pt idx="53">
                  <c:v>0.005</c:v>
                </c:pt>
                <c:pt idx="54">
                  <c:v>0.033</c:v>
                </c:pt>
                <c:pt idx="55">
                  <c:v>0.017</c:v>
                </c:pt>
                <c:pt idx="56">
                  <c:v>-0.023</c:v>
                </c:pt>
                <c:pt idx="57">
                  <c:v>-0.073</c:v>
                </c:pt>
                <c:pt idx="58">
                  <c:v>-0.06</c:v>
                </c:pt>
                <c:pt idx="59">
                  <c:v>-0.041</c:v>
                </c:pt>
                <c:pt idx="60">
                  <c:v>-0.057</c:v>
                </c:pt>
                <c:pt idx="61">
                  <c:v>-0.023</c:v>
                </c:pt>
                <c:pt idx="62">
                  <c:v>0.023</c:v>
                </c:pt>
                <c:pt idx="63">
                  <c:v>0.071</c:v>
                </c:pt>
                <c:pt idx="64">
                  <c:v>0.071</c:v>
                </c:pt>
                <c:pt idx="65">
                  <c:v>0.113</c:v>
                </c:pt>
                <c:pt idx="66">
                  <c:v>0.113</c:v>
                </c:pt>
                <c:pt idx="67">
                  <c:v>0.078</c:v>
                </c:pt>
                <c:pt idx="68">
                  <c:v>0.044</c:v>
                </c:pt>
                <c:pt idx="69">
                  <c:v>0.002</c:v>
                </c:pt>
                <c:pt idx="70">
                  <c:v>-0.052</c:v>
                </c:pt>
                <c:pt idx="71">
                  <c:v>-0.123</c:v>
                </c:pt>
                <c:pt idx="72">
                  <c:v>-0.208</c:v>
                </c:pt>
                <c:pt idx="73">
                  <c:v>-0.242</c:v>
                </c:pt>
                <c:pt idx="74">
                  <c:v>-0.035</c:v>
                </c:pt>
                <c:pt idx="75">
                  <c:v>0.116</c:v>
                </c:pt>
                <c:pt idx="76">
                  <c:v>0.153</c:v>
                </c:pt>
                <c:pt idx="77">
                  <c:v>0.084</c:v>
                </c:pt>
                <c:pt idx="78">
                  <c:v>0.035</c:v>
                </c:pt>
                <c:pt idx="79">
                  <c:v>0.026</c:v>
                </c:pt>
                <c:pt idx="80">
                  <c:v>-0.008</c:v>
                </c:pt>
                <c:pt idx="81">
                  <c:v>-0.054</c:v>
                </c:pt>
                <c:pt idx="82">
                  <c:v>-0.032</c:v>
                </c:pt>
                <c:pt idx="83">
                  <c:v>0.013</c:v>
                </c:pt>
                <c:pt idx="84">
                  <c:v>0.008</c:v>
                </c:pt>
                <c:pt idx="85">
                  <c:v>0.045</c:v>
                </c:pt>
                <c:pt idx="86">
                  <c:v>0.028</c:v>
                </c:pt>
                <c:pt idx="87">
                  <c:v>0.039</c:v>
                </c:pt>
                <c:pt idx="88">
                  <c:v>0.003</c:v>
                </c:pt>
                <c:pt idx="89">
                  <c:v>-0.052</c:v>
                </c:pt>
                <c:pt idx="90">
                  <c:v>-0.08</c:v>
                </c:pt>
                <c:pt idx="91">
                  <c:v>-0.046</c:v>
                </c:pt>
                <c:pt idx="92">
                  <c:v>-0.05</c:v>
                </c:pt>
                <c:pt idx="93">
                  <c:v>-0.011</c:v>
                </c:pt>
                <c:pt idx="94">
                  <c:v>-0.032</c:v>
                </c:pt>
                <c:pt idx="95">
                  <c:v>-0.052</c:v>
                </c:pt>
                <c:pt idx="96">
                  <c:v>-0.065</c:v>
                </c:pt>
                <c:pt idx="97">
                  <c:v>-0.096</c:v>
                </c:pt>
                <c:pt idx="98">
                  <c:v>-0.107</c:v>
                </c:pt>
                <c:pt idx="99">
                  <c:v>-0.063</c:v>
                </c:pt>
                <c:pt idx="100">
                  <c:v>0.013</c:v>
                </c:pt>
                <c:pt idx="101">
                  <c:v>0.007</c:v>
                </c:pt>
                <c:pt idx="102">
                  <c:v>0.044</c:v>
                </c:pt>
                <c:pt idx="103">
                  <c:v>0.071</c:v>
                </c:pt>
                <c:pt idx="104">
                  <c:v>0.057</c:v>
                </c:pt>
                <c:pt idx="105">
                  <c:v>-0.028</c:v>
                </c:pt>
                <c:pt idx="106">
                  <c:v>-0.076</c:v>
                </c:pt>
                <c:pt idx="107">
                  <c:v>-0.178</c:v>
                </c:pt>
                <c:pt idx="108">
                  <c:v>0.333</c:v>
                </c:pt>
                <c:pt idx="109">
                  <c:v>0.226</c:v>
                </c:pt>
                <c:pt idx="110">
                  <c:v>0.084</c:v>
                </c:pt>
                <c:pt idx="111">
                  <c:v>0.102</c:v>
                </c:pt>
                <c:pt idx="112">
                  <c:v>0.224</c:v>
                </c:pt>
                <c:pt idx="113">
                  <c:v>0.339</c:v>
                </c:pt>
                <c:pt idx="114">
                  <c:v>0.435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 DSC PIR_SC #1</c:v>
                </c:pt>
              </c:strCache>
            </c:strRef>
          </c:tx>
          <c:spPr>
            <a:solidFill>
              <a:srgbClr val="008300"/>
            </a:solidFill>
            <a:ln w="1587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-0.005</c:v>
                </c:pt>
                <c:pt idx="1">
                  <c:v>-0.01</c:v>
                </c:pt>
                <c:pt idx="2">
                  <c:v>-0.022</c:v>
                </c:pt>
                <c:pt idx="3">
                  <c:v>-0.033</c:v>
                </c:pt>
                <c:pt idx="4">
                  <c:v>-0.022</c:v>
                </c:pt>
                <c:pt idx="5">
                  <c:v>0.003</c:v>
                </c:pt>
                <c:pt idx="6">
                  <c:v>0.012</c:v>
                </c:pt>
                <c:pt idx="7">
                  <c:v>0.018</c:v>
                </c:pt>
                <c:pt idx="8">
                  <c:v>0.014</c:v>
                </c:pt>
                <c:pt idx="9">
                  <c:v>0.013</c:v>
                </c:pt>
                <c:pt idx="10">
                  <c:v>0.017</c:v>
                </c:pt>
                <c:pt idx="11">
                  <c:v>-0.019</c:v>
                </c:pt>
                <c:pt idx="12">
                  <c:v>-0.016</c:v>
                </c:pt>
                <c:pt idx="13">
                  <c:v>-0.025</c:v>
                </c:pt>
                <c:pt idx="14">
                  <c:v>-0.048</c:v>
                </c:pt>
                <c:pt idx="15">
                  <c:v>-0.036</c:v>
                </c:pt>
                <c:pt idx="16">
                  <c:v>-0.044</c:v>
                </c:pt>
                <c:pt idx="17">
                  <c:v>-0.023</c:v>
                </c:pt>
                <c:pt idx="18">
                  <c:v>0.018</c:v>
                </c:pt>
                <c:pt idx="19">
                  <c:v>0.036</c:v>
                </c:pt>
                <c:pt idx="20">
                  <c:v>0.034</c:v>
                </c:pt>
                <c:pt idx="21">
                  <c:v>0.059</c:v>
                </c:pt>
                <c:pt idx="22">
                  <c:v>0.03</c:v>
                </c:pt>
                <c:pt idx="23">
                  <c:v>0.003</c:v>
                </c:pt>
                <c:pt idx="24">
                  <c:v>0.017</c:v>
                </c:pt>
                <c:pt idx="25">
                  <c:v>0.027</c:v>
                </c:pt>
                <c:pt idx="26">
                  <c:v>0.048</c:v>
                </c:pt>
                <c:pt idx="27">
                  <c:v>0.063</c:v>
                </c:pt>
                <c:pt idx="28">
                  <c:v>0.053</c:v>
                </c:pt>
                <c:pt idx="29">
                  <c:v>0.038</c:v>
                </c:pt>
                <c:pt idx="30">
                  <c:v>-0.002</c:v>
                </c:pt>
                <c:pt idx="31">
                  <c:v>-0.041</c:v>
                </c:pt>
                <c:pt idx="32">
                  <c:v>-0.082</c:v>
                </c:pt>
                <c:pt idx="33">
                  <c:v>-0.124</c:v>
                </c:pt>
                <c:pt idx="34">
                  <c:v>-0.144</c:v>
                </c:pt>
                <c:pt idx="35">
                  <c:v>-0.083</c:v>
                </c:pt>
                <c:pt idx="36">
                  <c:v>-0.01</c:v>
                </c:pt>
                <c:pt idx="37">
                  <c:v>0.052</c:v>
                </c:pt>
                <c:pt idx="38">
                  <c:v>0.117</c:v>
                </c:pt>
                <c:pt idx="39">
                  <c:v>0.131</c:v>
                </c:pt>
                <c:pt idx="40">
                  <c:v>0.146</c:v>
                </c:pt>
                <c:pt idx="41">
                  <c:v>0.121</c:v>
                </c:pt>
                <c:pt idx="42">
                  <c:v>0.003</c:v>
                </c:pt>
                <c:pt idx="43">
                  <c:v>-0.139</c:v>
                </c:pt>
                <c:pt idx="44">
                  <c:v>-0.309</c:v>
                </c:pt>
                <c:pt idx="45">
                  <c:v>-0.298</c:v>
                </c:pt>
                <c:pt idx="46">
                  <c:v>-0.201</c:v>
                </c:pt>
                <c:pt idx="47">
                  <c:v>0.036</c:v>
                </c:pt>
                <c:pt idx="48">
                  <c:v>0.375</c:v>
                </c:pt>
                <c:pt idx="49">
                  <c:v>0.339</c:v>
                </c:pt>
                <c:pt idx="50">
                  <c:v>0.204</c:v>
                </c:pt>
                <c:pt idx="51">
                  <c:v>0.03</c:v>
                </c:pt>
                <c:pt idx="52">
                  <c:v>-0.229</c:v>
                </c:pt>
                <c:pt idx="53">
                  <c:v>-0.51</c:v>
                </c:pt>
                <c:pt idx="54">
                  <c:v>-0.725</c:v>
                </c:pt>
                <c:pt idx="55">
                  <c:v>-0.462</c:v>
                </c:pt>
                <c:pt idx="56">
                  <c:v>0.578</c:v>
                </c:pt>
                <c:pt idx="57">
                  <c:v>0.436</c:v>
                </c:pt>
                <c:pt idx="58">
                  <c:v>0.291</c:v>
                </c:pt>
                <c:pt idx="59">
                  <c:v>0.344</c:v>
                </c:pt>
                <c:pt idx="60">
                  <c:v>0.248</c:v>
                </c:pt>
                <c:pt idx="61">
                  <c:v>0.169</c:v>
                </c:pt>
                <c:pt idx="62">
                  <c:v>0.128</c:v>
                </c:pt>
                <c:pt idx="63">
                  <c:v>0.099</c:v>
                </c:pt>
                <c:pt idx="64">
                  <c:v>0.076</c:v>
                </c:pt>
                <c:pt idx="65">
                  <c:v>0.09</c:v>
                </c:pt>
                <c:pt idx="66">
                  <c:v>0.018</c:v>
                </c:pt>
                <c:pt idx="67">
                  <c:v>-0.124</c:v>
                </c:pt>
                <c:pt idx="68">
                  <c:v>-0.189</c:v>
                </c:pt>
                <c:pt idx="69">
                  <c:v>-0.141</c:v>
                </c:pt>
                <c:pt idx="70">
                  <c:v>-0.169</c:v>
                </c:pt>
                <c:pt idx="71">
                  <c:v>-0.14</c:v>
                </c:pt>
                <c:pt idx="72">
                  <c:v>-0.081</c:v>
                </c:pt>
                <c:pt idx="73">
                  <c:v>0.118</c:v>
                </c:pt>
                <c:pt idx="74">
                  <c:v>0.089</c:v>
                </c:pt>
                <c:pt idx="75">
                  <c:v>-0.564</c:v>
                </c:pt>
                <c:pt idx="76">
                  <c:v>-0.939</c:v>
                </c:pt>
                <c:pt idx="77">
                  <c:v>-1.064</c:v>
                </c:pt>
                <c:pt idx="78">
                  <c:v>-0.194</c:v>
                </c:pt>
                <c:pt idx="79">
                  <c:v>-0.123</c:v>
                </c:pt>
                <c:pt idx="80">
                  <c:v>0.227</c:v>
                </c:pt>
                <c:pt idx="81">
                  <c:v>0.63</c:v>
                </c:pt>
                <c:pt idx="82">
                  <c:v>1.015</c:v>
                </c:pt>
                <c:pt idx="83">
                  <c:v>0.819</c:v>
                </c:pt>
                <c:pt idx="84">
                  <c:v>0.559</c:v>
                </c:pt>
                <c:pt idx="85">
                  <c:v>0.287</c:v>
                </c:pt>
                <c:pt idx="86">
                  <c:v>0.03</c:v>
                </c:pt>
                <c:pt idx="87">
                  <c:v>-0.15</c:v>
                </c:pt>
                <c:pt idx="88">
                  <c:v>-0.256</c:v>
                </c:pt>
                <c:pt idx="89">
                  <c:v>-0.353</c:v>
                </c:pt>
                <c:pt idx="90">
                  <c:v>-0.327</c:v>
                </c:pt>
                <c:pt idx="91">
                  <c:v>-0.074</c:v>
                </c:pt>
                <c:pt idx="92">
                  <c:v>-0.009</c:v>
                </c:pt>
                <c:pt idx="93">
                  <c:v>-0.007</c:v>
                </c:pt>
                <c:pt idx="94">
                  <c:v>0.057</c:v>
                </c:pt>
                <c:pt idx="95">
                  <c:v>0</c:v>
                </c:pt>
                <c:pt idx="96">
                  <c:v>0.016</c:v>
                </c:pt>
                <c:pt idx="97">
                  <c:v>-0.003</c:v>
                </c:pt>
                <c:pt idx="98">
                  <c:v>-0.033</c:v>
                </c:pt>
                <c:pt idx="99">
                  <c:v>-0.053</c:v>
                </c:pt>
                <c:pt idx="100">
                  <c:v>-0.033</c:v>
                </c:pt>
                <c:pt idx="101">
                  <c:v>0.016</c:v>
                </c:pt>
                <c:pt idx="102">
                  <c:v>0.062</c:v>
                </c:pt>
                <c:pt idx="103">
                  <c:v>0.042</c:v>
                </c:pt>
                <c:pt idx="104">
                  <c:v>-0.027</c:v>
                </c:pt>
                <c:pt idx="105">
                  <c:v>-0.112</c:v>
                </c:pt>
                <c:pt idx="106">
                  <c:v>-0.157</c:v>
                </c:pt>
                <c:pt idx="107">
                  <c:v>0.029</c:v>
                </c:pt>
                <c:pt idx="108">
                  <c:v>0.034</c:v>
                </c:pt>
                <c:pt idx="109">
                  <c:v>0.035</c:v>
                </c:pt>
                <c:pt idx="110">
                  <c:v>0.049</c:v>
                </c:pt>
                <c:pt idx="111">
                  <c:v>0.116</c:v>
                </c:pt>
                <c:pt idx="112">
                  <c:v>0.11</c:v>
                </c:pt>
                <c:pt idx="113">
                  <c:v>0.097</c:v>
                </c:pt>
                <c:pt idx="114">
                  <c:v>0.164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 DSC PIR_SC #2</c:v>
                </c:pt>
              </c:strCache>
            </c:strRef>
          </c:tx>
          <c:spPr>
            <a:solidFill>
              <a:srgbClr val="008300"/>
            </a:solidFill>
            <a:ln w="15875" cap="flat">
              <a:solidFill>
                <a:srgbClr val="008300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0.023</c:v>
                </c:pt>
                <c:pt idx="1">
                  <c:v>0.007</c:v>
                </c:pt>
                <c:pt idx="2">
                  <c:v>-0.009</c:v>
                </c:pt>
                <c:pt idx="3">
                  <c:v>-0.039</c:v>
                </c:pt>
                <c:pt idx="4">
                  <c:v>-0.051</c:v>
                </c:pt>
                <c:pt idx="5">
                  <c:v>-0.018</c:v>
                </c:pt>
                <c:pt idx="6">
                  <c:v>0</c:v>
                </c:pt>
                <c:pt idx="7">
                  <c:v>0.007</c:v>
                </c:pt>
                <c:pt idx="8">
                  <c:v>0.015</c:v>
                </c:pt>
                <c:pt idx="9">
                  <c:v>-0.003</c:v>
                </c:pt>
                <c:pt idx="10">
                  <c:v>0.02</c:v>
                </c:pt>
                <c:pt idx="11">
                  <c:v>-0.011</c:v>
                </c:pt>
                <c:pt idx="12">
                  <c:v>-0.031</c:v>
                </c:pt>
                <c:pt idx="13">
                  <c:v>-0.006</c:v>
                </c:pt>
                <c:pt idx="14">
                  <c:v>-0.031</c:v>
                </c:pt>
                <c:pt idx="15">
                  <c:v>-0.018</c:v>
                </c:pt>
                <c:pt idx="16">
                  <c:v>-0.022</c:v>
                </c:pt>
                <c:pt idx="17">
                  <c:v>0.002</c:v>
                </c:pt>
                <c:pt idx="18">
                  <c:v>0.041</c:v>
                </c:pt>
                <c:pt idx="19">
                  <c:v>0.025</c:v>
                </c:pt>
                <c:pt idx="20">
                  <c:v>0.025</c:v>
                </c:pt>
                <c:pt idx="21">
                  <c:v>-0.001</c:v>
                </c:pt>
                <c:pt idx="22">
                  <c:v>-0.028</c:v>
                </c:pt>
                <c:pt idx="23">
                  <c:v>-0.018</c:v>
                </c:pt>
                <c:pt idx="24">
                  <c:v>0.046</c:v>
                </c:pt>
                <c:pt idx="25">
                  <c:v>0.09</c:v>
                </c:pt>
                <c:pt idx="26">
                  <c:v>0.137</c:v>
                </c:pt>
                <c:pt idx="27">
                  <c:v>0.137</c:v>
                </c:pt>
                <c:pt idx="28">
                  <c:v>0.119</c:v>
                </c:pt>
                <c:pt idx="29">
                  <c:v>0.054</c:v>
                </c:pt>
                <c:pt idx="30">
                  <c:v>0.004</c:v>
                </c:pt>
                <c:pt idx="31">
                  <c:v>-0.069</c:v>
                </c:pt>
                <c:pt idx="32">
                  <c:v>-0.114</c:v>
                </c:pt>
                <c:pt idx="33">
                  <c:v>-0.122</c:v>
                </c:pt>
                <c:pt idx="34">
                  <c:v>-0.116</c:v>
                </c:pt>
                <c:pt idx="35">
                  <c:v>-0.13</c:v>
                </c:pt>
                <c:pt idx="36">
                  <c:v>-0.108</c:v>
                </c:pt>
                <c:pt idx="37">
                  <c:v>-0.071</c:v>
                </c:pt>
                <c:pt idx="38">
                  <c:v>-0.044</c:v>
                </c:pt>
                <c:pt idx="39">
                  <c:v>-0.011</c:v>
                </c:pt>
                <c:pt idx="40">
                  <c:v>-0.009</c:v>
                </c:pt>
                <c:pt idx="41">
                  <c:v>0.016</c:v>
                </c:pt>
                <c:pt idx="42">
                  <c:v>0.036</c:v>
                </c:pt>
                <c:pt idx="43">
                  <c:v>0.038</c:v>
                </c:pt>
                <c:pt idx="44">
                  <c:v>0.02</c:v>
                </c:pt>
                <c:pt idx="45">
                  <c:v>0.018</c:v>
                </c:pt>
                <c:pt idx="46">
                  <c:v>0.013</c:v>
                </c:pt>
                <c:pt idx="47">
                  <c:v>-0.004</c:v>
                </c:pt>
                <c:pt idx="48">
                  <c:v>0.025</c:v>
                </c:pt>
                <c:pt idx="49">
                  <c:v>0.014</c:v>
                </c:pt>
                <c:pt idx="50">
                  <c:v>0.004</c:v>
                </c:pt>
                <c:pt idx="51">
                  <c:v>-0.013</c:v>
                </c:pt>
                <c:pt idx="52">
                  <c:v>-0.024</c:v>
                </c:pt>
                <c:pt idx="53">
                  <c:v>-0.02</c:v>
                </c:pt>
                <c:pt idx="54">
                  <c:v>-0.003</c:v>
                </c:pt>
                <c:pt idx="55">
                  <c:v>0.006</c:v>
                </c:pt>
                <c:pt idx="56">
                  <c:v>0.008</c:v>
                </c:pt>
                <c:pt idx="57">
                  <c:v>0.027</c:v>
                </c:pt>
                <c:pt idx="58">
                  <c:v>0.038</c:v>
                </c:pt>
                <c:pt idx="59">
                  <c:v>0.096</c:v>
                </c:pt>
                <c:pt idx="60">
                  <c:v>0.165</c:v>
                </c:pt>
                <c:pt idx="61">
                  <c:v>0.202</c:v>
                </c:pt>
                <c:pt idx="62">
                  <c:v>0.202</c:v>
                </c:pt>
                <c:pt idx="63">
                  <c:v>0.222</c:v>
                </c:pt>
                <c:pt idx="64">
                  <c:v>0.206</c:v>
                </c:pt>
                <c:pt idx="65">
                  <c:v>0.139</c:v>
                </c:pt>
                <c:pt idx="66">
                  <c:v>0.067</c:v>
                </c:pt>
                <c:pt idx="67">
                  <c:v>-0.029</c:v>
                </c:pt>
                <c:pt idx="68">
                  <c:v>-0.082</c:v>
                </c:pt>
                <c:pt idx="69">
                  <c:v>0.079</c:v>
                </c:pt>
                <c:pt idx="70">
                  <c:v>0.226</c:v>
                </c:pt>
                <c:pt idx="71">
                  <c:v>0.145</c:v>
                </c:pt>
                <c:pt idx="72">
                  <c:v>-0.059</c:v>
                </c:pt>
                <c:pt idx="73">
                  <c:v>-0.494</c:v>
                </c:pt>
                <c:pt idx="74">
                  <c:v>-1.057</c:v>
                </c:pt>
                <c:pt idx="75">
                  <c:v>-1.463</c:v>
                </c:pt>
                <c:pt idx="76">
                  <c:v>-1.389</c:v>
                </c:pt>
                <c:pt idx="77">
                  <c:v>-1.218</c:v>
                </c:pt>
                <c:pt idx="78">
                  <c:v>-1.102</c:v>
                </c:pt>
                <c:pt idx="79">
                  <c:v>1.293</c:v>
                </c:pt>
                <c:pt idx="80">
                  <c:v>1.63</c:v>
                </c:pt>
                <c:pt idx="81">
                  <c:v>1.675</c:v>
                </c:pt>
                <c:pt idx="82">
                  <c:v>1.336</c:v>
                </c:pt>
                <c:pt idx="83">
                  <c:v>0.918</c:v>
                </c:pt>
                <c:pt idx="84">
                  <c:v>0.372</c:v>
                </c:pt>
                <c:pt idx="85">
                  <c:v>-0.039</c:v>
                </c:pt>
                <c:pt idx="86">
                  <c:v>-0.26</c:v>
                </c:pt>
                <c:pt idx="87">
                  <c:v>-0.234</c:v>
                </c:pt>
                <c:pt idx="88">
                  <c:v>-0.165</c:v>
                </c:pt>
                <c:pt idx="89">
                  <c:v>-0.098</c:v>
                </c:pt>
                <c:pt idx="90">
                  <c:v>-0.127</c:v>
                </c:pt>
                <c:pt idx="91">
                  <c:v>-0.153</c:v>
                </c:pt>
                <c:pt idx="92">
                  <c:v>-0.203</c:v>
                </c:pt>
                <c:pt idx="93">
                  <c:v>-0.258</c:v>
                </c:pt>
                <c:pt idx="94">
                  <c:v>-0.337</c:v>
                </c:pt>
                <c:pt idx="95">
                  <c:v>-0.482</c:v>
                </c:pt>
                <c:pt idx="96">
                  <c:v>-0.621</c:v>
                </c:pt>
                <c:pt idx="97">
                  <c:v>0.468</c:v>
                </c:pt>
                <c:pt idx="98">
                  <c:v>0.341</c:v>
                </c:pt>
                <c:pt idx="99">
                  <c:v>0.262</c:v>
                </c:pt>
                <c:pt idx="100">
                  <c:v>0.135</c:v>
                </c:pt>
                <c:pt idx="101">
                  <c:v>0.072</c:v>
                </c:pt>
                <c:pt idx="102">
                  <c:v>0.036</c:v>
                </c:pt>
                <c:pt idx="103">
                  <c:v>-0.074</c:v>
                </c:pt>
                <c:pt idx="104">
                  <c:v>-0.096</c:v>
                </c:pt>
                <c:pt idx="105">
                  <c:v>-0.018</c:v>
                </c:pt>
                <c:pt idx="106">
                  <c:v>0.175</c:v>
                </c:pt>
                <c:pt idx="107">
                  <c:v>0.204</c:v>
                </c:pt>
                <c:pt idx="108">
                  <c:v>0.161</c:v>
                </c:pt>
                <c:pt idx="109">
                  <c:v>-0.008</c:v>
                </c:pt>
                <c:pt idx="110">
                  <c:v>-0.156</c:v>
                </c:pt>
                <c:pt idx="111">
                  <c:v>-0.381</c:v>
                </c:pt>
                <c:pt idx="112">
                  <c:v>-0.641</c:v>
                </c:pt>
                <c:pt idx="113">
                  <c:v>-0.96</c:v>
                </c:pt>
                <c:pt idx="114">
                  <c:v>-1.301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2"/>
        <c:auto val="1"/>
        <c:lblAlgn val="ctr"/>
        <c:noMultiLvlLbl val="1"/>
        <c:majorUnit val="100"/>
      </c:valAx>
      <c:valAx>
        <c:axId val="2094734552"/>
        <c:scaling>
          <c:orientation val="minMax"/>
          <c:max val="3"/>
          <c:min val="-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평균 PF_out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99.255</c:v>
                </c:pt>
                <c:pt idx="1">
                  <c:v>98.975</c:v>
                </c:pt>
                <c:pt idx="2">
                  <c:v>98.725</c:v>
                </c:pt>
                <c:pt idx="3">
                  <c:v>98.515</c:v>
                </c:pt>
                <c:pt idx="4">
                  <c:v>98.355</c:v>
                </c:pt>
                <c:pt idx="5">
                  <c:v>98.225</c:v>
                </c:pt>
                <c:pt idx="6">
                  <c:v>98.08500000000001</c:v>
                </c:pt>
                <c:pt idx="7">
                  <c:v>98.005</c:v>
                </c:pt>
                <c:pt idx="8">
                  <c:v>97.93</c:v>
                </c:pt>
                <c:pt idx="9">
                  <c:v>97.81</c:v>
                </c:pt>
                <c:pt idx="10">
                  <c:v>97.715</c:v>
                </c:pt>
                <c:pt idx="11">
                  <c:v>97.61</c:v>
                </c:pt>
                <c:pt idx="12">
                  <c:v>97.49000000000001</c:v>
                </c:pt>
                <c:pt idx="13">
                  <c:v>97.375</c:v>
                </c:pt>
                <c:pt idx="14">
                  <c:v>97.24000000000001</c:v>
                </c:pt>
                <c:pt idx="15">
                  <c:v>97.055</c:v>
                </c:pt>
                <c:pt idx="16">
                  <c:v>96.88499999999999</c:v>
                </c:pt>
                <c:pt idx="17">
                  <c:v>96.735</c:v>
                </c:pt>
                <c:pt idx="18">
                  <c:v>96.50999999999999</c:v>
                </c:pt>
                <c:pt idx="19">
                  <c:v>96.33500000000001</c:v>
                </c:pt>
                <c:pt idx="20">
                  <c:v>96.065</c:v>
                </c:pt>
                <c:pt idx="21">
                  <c:v>95.80000000000001</c:v>
                </c:pt>
                <c:pt idx="22">
                  <c:v>95.525</c:v>
                </c:pt>
                <c:pt idx="23">
                  <c:v>95.16</c:v>
                </c:pt>
                <c:pt idx="24">
                  <c:v>94.83</c:v>
                </c:pt>
                <c:pt idx="25">
                  <c:v>94.445</c:v>
                </c:pt>
                <c:pt idx="26">
                  <c:v>94.055</c:v>
                </c:pt>
                <c:pt idx="27">
                  <c:v>93.625</c:v>
                </c:pt>
                <c:pt idx="28">
                  <c:v>93.17</c:v>
                </c:pt>
                <c:pt idx="29">
                  <c:v>92.66</c:v>
                </c:pt>
                <c:pt idx="30">
                  <c:v>92.11500000000001</c:v>
                </c:pt>
                <c:pt idx="31">
                  <c:v>91.555</c:v>
                </c:pt>
                <c:pt idx="32">
                  <c:v>90.925</c:v>
                </c:pt>
                <c:pt idx="33">
                  <c:v>90.28999999999999</c:v>
                </c:pt>
                <c:pt idx="34">
                  <c:v>89.60499999999999</c:v>
                </c:pt>
                <c:pt idx="35">
                  <c:v>88.955</c:v>
                </c:pt>
                <c:pt idx="36">
                  <c:v>88.29</c:v>
                </c:pt>
                <c:pt idx="37">
                  <c:v>87.655</c:v>
                </c:pt>
                <c:pt idx="38">
                  <c:v>86.975</c:v>
                </c:pt>
                <c:pt idx="39">
                  <c:v>86.25999999999999</c:v>
                </c:pt>
                <c:pt idx="40">
                  <c:v>85.565</c:v>
                </c:pt>
                <c:pt idx="41">
                  <c:v>84.85</c:v>
                </c:pt>
                <c:pt idx="42">
                  <c:v>84.11</c:v>
                </c:pt>
                <c:pt idx="43">
                  <c:v>83.33</c:v>
                </c:pt>
                <c:pt idx="44">
                  <c:v>82.525</c:v>
                </c:pt>
                <c:pt idx="45">
                  <c:v>81.745</c:v>
                </c:pt>
                <c:pt idx="46">
                  <c:v>80.875</c:v>
                </c:pt>
                <c:pt idx="47">
                  <c:v>80.015</c:v>
                </c:pt>
                <c:pt idx="48">
                  <c:v>79.07</c:v>
                </c:pt>
                <c:pt idx="49">
                  <c:v>78.155</c:v>
                </c:pt>
                <c:pt idx="50">
                  <c:v>77.28</c:v>
                </c:pt>
                <c:pt idx="51">
                  <c:v>76.33</c:v>
                </c:pt>
                <c:pt idx="52">
                  <c:v>75.41</c:v>
                </c:pt>
                <c:pt idx="53">
                  <c:v>74.495</c:v>
                </c:pt>
                <c:pt idx="54">
                  <c:v>73.58</c:v>
                </c:pt>
                <c:pt idx="55">
                  <c:v>72.7</c:v>
                </c:pt>
                <c:pt idx="56">
                  <c:v>71.86</c:v>
                </c:pt>
                <c:pt idx="57">
                  <c:v>71.045</c:v>
                </c:pt>
                <c:pt idx="58">
                  <c:v>70.345</c:v>
                </c:pt>
                <c:pt idx="59">
                  <c:v>69.59</c:v>
                </c:pt>
                <c:pt idx="60">
                  <c:v>68.9</c:v>
                </c:pt>
                <c:pt idx="61">
                  <c:v>68.275</c:v>
                </c:pt>
                <c:pt idx="62">
                  <c:v>67.66999999999999</c:v>
                </c:pt>
                <c:pt idx="63">
                  <c:v>67.065</c:v>
                </c:pt>
                <c:pt idx="64">
                  <c:v>66.525</c:v>
                </c:pt>
                <c:pt idx="65">
                  <c:v>66.00999999999999</c:v>
                </c:pt>
                <c:pt idx="66">
                  <c:v>65.48</c:v>
                </c:pt>
                <c:pt idx="67">
                  <c:v>64.96</c:v>
                </c:pt>
                <c:pt idx="68">
                  <c:v>64.51</c:v>
                </c:pt>
                <c:pt idx="69">
                  <c:v>64.035</c:v>
                </c:pt>
                <c:pt idx="70">
                  <c:v>63.515</c:v>
                </c:pt>
                <c:pt idx="71">
                  <c:v>63.015</c:v>
                </c:pt>
                <c:pt idx="72">
                  <c:v>62.55</c:v>
                </c:pt>
                <c:pt idx="73">
                  <c:v>62.035</c:v>
                </c:pt>
                <c:pt idx="74">
                  <c:v>61.6</c:v>
                </c:pt>
                <c:pt idx="75">
                  <c:v>61.135000000000005</c:v>
                </c:pt>
                <c:pt idx="76">
                  <c:v>60.665</c:v>
                </c:pt>
                <c:pt idx="77">
                  <c:v>60.265</c:v>
                </c:pt>
                <c:pt idx="78">
                  <c:v>59.879999999999995</c:v>
                </c:pt>
                <c:pt idx="79">
                  <c:v>59.56</c:v>
                </c:pt>
                <c:pt idx="80">
                  <c:v>59.235</c:v>
                </c:pt>
                <c:pt idx="81">
                  <c:v>58.93</c:v>
                </c:pt>
                <c:pt idx="82">
                  <c:v>58.625</c:v>
                </c:pt>
                <c:pt idx="83">
                  <c:v>58.32</c:v>
                </c:pt>
                <c:pt idx="84">
                  <c:v>57.989999999999995</c:v>
                </c:pt>
                <c:pt idx="85">
                  <c:v>57.629999999999995</c:v>
                </c:pt>
                <c:pt idx="86">
                  <c:v>57.31</c:v>
                </c:pt>
                <c:pt idx="87">
                  <c:v>56.86</c:v>
                </c:pt>
                <c:pt idx="88">
                  <c:v>56.465</c:v>
                </c:pt>
                <c:pt idx="89">
                  <c:v>55.935</c:v>
                </c:pt>
                <c:pt idx="90">
                  <c:v>55.44</c:v>
                </c:pt>
                <c:pt idx="91">
                  <c:v>54.89</c:v>
                </c:pt>
                <c:pt idx="92">
                  <c:v>54.315</c:v>
                </c:pt>
                <c:pt idx="93">
                  <c:v>53.730000000000004</c:v>
                </c:pt>
                <c:pt idx="94">
                  <c:v>53.12</c:v>
                </c:pt>
                <c:pt idx="95">
                  <c:v>52.485</c:v>
                </c:pt>
                <c:pt idx="96">
                  <c:v>51.870000000000005</c:v>
                </c:pt>
                <c:pt idx="97">
                  <c:v>51.225</c:v>
                </c:pt>
                <c:pt idx="98">
                  <c:v>50.485</c:v>
                </c:pt>
                <c:pt idx="99">
                  <c:v>49.845</c:v>
                </c:pt>
                <c:pt idx="100">
                  <c:v>49.114999999999995</c:v>
                </c:pt>
                <c:pt idx="101">
                  <c:v>48.355</c:v>
                </c:pt>
                <c:pt idx="102">
                  <c:v>47.665</c:v>
                </c:pt>
                <c:pt idx="103">
                  <c:v>46.865</c:v>
                </c:pt>
                <c:pt idx="104">
                  <c:v>46.07</c:v>
                </c:pt>
                <c:pt idx="105">
                  <c:v>45.315</c:v>
                </c:pt>
                <c:pt idx="106">
                  <c:v>44.49</c:v>
                </c:pt>
                <c:pt idx="107">
                  <c:v>43.71</c:v>
                </c:pt>
                <c:pt idx="108">
                  <c:v>42.91</c:v>
                </c:pt>
                <c:pt idx="109">
                  <c:v>42.06</c:v>
                </c:pt>
                <c:pt idx="110">
                  <c:v>41.2</c:v>
                </c:pt>
                <c:pt idx="111">
                  <c:v>40.379999999999995</c:v>
                </c:pt>
                <c:pt idx="112">
                  <c:v>39.515</c:v>
                </c:pt>
                <c:pt idx="113">
                  <c:v>38.655</c:v>
                </c:pt>
                <c:pt idx="114">
                  <c:v>37.79</c:v>
                </c:pt>
                <c:pt idx="115">
                  <c:v>36.864999999999995</c:v>
                </c:pt>
                <c:pt idx="116">
                  <c:v>35.995000000000005</c:v>
                </c:pt>
                <c:pt idx="117">
                  <c:v>35.045</c:v>
                </c:pt>
                <c:pt idx="118">
                  <c:v>34.125</c:v>
                </c:pt>
                <c:pt idx="119">
                  <c:v>33.165</c:v>
                </c:pt>
                <c:pt idx="120">
                  <c:v>32.22</c:v>
                </c:pt>
                <c:pt idx="121">
                  <c:v>31.265</c:v>
                </c:pt>
                <c:pt idx="122">
                  <c:v>30.275</c:v>
                </c:pt>
                <c:pt idx="123">
                  <c:v>29.265</c:v>
                </c:pt>
                <c:pt idx="124">
                  <c:v>28.275</c:v>
                </c:pt>
                <c:pt idx="125">
                  <c:v>27.259999999999998</c:v>
                </c:pt>
                <c:pt idx="126">
                  <c:v>26.21</c:v>
                </c:pt>
                <c:pt idx="127">
                  <c:v>25.155</c:v>
                </c:pt>
                <c:pt idx="128">
                  <c:v>24.064999999999998</c:v>
                </c:pt>
                <c:pt idx="129">
                  <c:v>22.995</c:v>
                </c:pt>
                <c:pt idx="130">
                  <c:v>21.895</c:v>
                </c:pt>
                <c:pt idx="131">
                  <c:v>20.765</c:v>
                </c:pt>
                <c:pt idx="132">
                  <c:v>19.615000000000002</c:v>
                </c:pt>
                <c:pt idx="133">
                  <c:v>18.47</c:v>
                </c:pt>
                <c:pt idx="134">
                  <c:v>17.259999999999998</c:v>
                </c:pt>
                <c:pt idx="135">
                  <c:v>16.04</c:v>
                </c:pt>
                <c:pt idx="136">
                  <c:v>14.82</c:v>
                </c:pt>
                <c:pt idx="137">
                  <c:v>13.58</c:v>
                </c:pt>
                <c:pt idx="138">
                  <c:v>12.34</c:v>
                </c:pt>
                <c:pt idx="139">
                  <c:v>11.025</c:v>
                </c:pt>
                <c:pt idx="140">
                  <c:v>9.7</c:v>
                </c:pt>
                <c:pt idx="141">
                  <c:v>8.425</c:v>
                </c:pt>
                <c:pt idx="142">
                  <c:v>7.085</c:v>
                </c:pt>
                <c:pt idx="143">
                  <c:v>5.72</c:v>
                </c:pt>
                <c:pt idx="144">
                  <c:v>4.385</c:v>
                </c:pt>
                <c:pt idx="145">
                  <c:v>3.005</c:v>
                </c:pt>
                <c:pt idx="146">
                  <c:v>1.605</c:v>
                </c:pt>
                <c:pt idx="147">
                  <c:v>0.19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평균 PF_out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99.85499999999999</c:v>
                </c:pt>
                <c:pt idx="1">
                  <c:v>99.77000000000001</c:v>
                </c:pt>
                <c:pt idx="2">
                  <c:v>99.67500000000001</c:v>
                </c:pt>
                <c:pt idx="3">
                  <c:v>99.625</c:v>
                </c:pt>
                <c:pt idx="4">
                  <c:v>99.605</c:v>
                </c:pt>
                <c:pt idx="5">
                  <c:v>99.55</c:v>
                </c:pt>
                <c:pt idx="6">
                  <c:v>99.555</c:v>
                </c:pt>
                <c:pt idx="7">
                  <c:v>99.525</c:v>
                </c:pt>
                <c:pt idx="8">
                  <c:v>99.475</c:v>
                </c:pt>
                <c:pt idx="9">
                  <c:v>99.43</c:v>
                </c:pt>
                <c:pt idx="10">
                  <c:v>99.41</c:v>
                </c:pt>
                <c:pt idx="11">
                  <c:v>99.345</c:v>
                </c:pt>
                <c:pt idx="12">
                  <c:v>99.25999999999999</c:v>
                </c:pt>
                <c:pt idx="13">
                  <c:v>99.16</c:v>
                </c:pt>
                <c:pt idx="14">
                  <c:v>99.06</c:v>
                </c:pt>
                <c:pt idx="15">
                  <c:v>98.94</c:v>
                </c:pt>
                <c:pt idx="16">
                  <c:v>98.805</c:v>
                </c:pt>
                <c:pt idx="17">
                  <c:v>98.645</c:v>
                </c:pt>
                <c:pt idx="18">
                  <c:v>98.475</c:v>
                </c:pt>
                <c:pt idx="19">
                  <c:v>98.285</c:v>
                </c:pt>
                <c:pt idx="20">
                  <c:v>98.015</c:v>
                </c:pt>
                <c:pt idx="21">
                  <c:v>97.755</c:v>
                </c:pt>
                <c:pt idx="22">
                  <c:v>97.52</c:v>
                </c:pt>
                <c:pt idx="23">
                  <c:v>97.205</c:v>
                </c:pt>
                <c:pt idx="24">
                  <c:v>96.9</c:v>
                </c:pt>
                <c:pt idx="25">
                  <c:v>96.56</c:v>
                </c:pt>
                <c:pt idx="26">
                  <c:v>96.255</c:v>
                </c:pt>
                <c:pt idx="27">
                  <c:v>95.91499999999999</c:v>
                </c:pt>
                <c:pt idx="28">
                  <c:v>95.565</c:v>
                </c:pt>
                <c:pt idx="29">
                  <c:v>95.185</c:v>
                </c:pt>
                <c:pt idx="30">
                  <c:v>94.78999999999999</c:v>
                </c:pt>
                <c:pt idx="31">
                  <c:v>94.38499999999999</c:v>
                </c:pt>
                <c:pt idx="32">
                  <c:v>93.96</c:v>
                </c:pt>
                <c:pt idx="33">
                  <c:v>93.55</c:v>
                </c:pt>
                <c:pt idx="34">
                  <c:v>93.22</c:v>
                </c:pt>
                <c:pt idx="35">
                  <c:v>92.86</c:v>
                </c:pt>
                <c:pt idx="36">
                  <c:v>92.54</c:v>
                </c:pt>
                <c:pt idx="37">
                  <c:v>92.225</c:v>
                </c:pt>
                <c:pt idx="38">
                  <c:v>91.92500000000001</c:v>
                </c:pt>
                <c:pt idx="39">
                  <c:v>91.63499999999999</c:v>
                </c:pt>
                <c:pt idx="40">
                  <c:v>91.36000000000001</c:v>
                </c:pt>
                <c:pt idx="41">
                  <c:v>91.11</c:v>
                </c:pt>
                <c:pt idx="42">
                  <c:v>90.88</c:v>
                </c:pt>
                <c:pt idx="43">
                  <c:v>90.615</c:v>
                </c:pt>
                <c:pt idx="44">
                  <c:v>90.4</c:v>
                </c:pt>
                <c:pt idx="45">
                  <c:v>90.17500000000001</c:v>
                </c:pt>
                <c:pt idx="46">
                  <c:v>89.955</c:v>
                </c:pt>
                <c:pt idx="47">
                  <c:v>89.705</c:v>
                </c:pt>
                <c:pt idx="48">
                  <c:v>89.475</c:v>
                </c:pt>
                <c:pt idx="49">
                  <c:v>89.235</c:v>
                </c:pt>
                <c:pt idx="50">
                  <c:v>88.96000000000001</c:v>
                </c:pt>
                <c:pt idx="51">
                  <c:v>88.71000000000001</c:v>
                </c:pt>
                <c:pt idx="52">
                  <c:v>88.405</c:v>
                </c:pt>
                <c:pt idx="53">
                  <c:v>88.09</c:v>
                </c:pt>
                <c:pt idx="54">
                  <c:v>87.71000000000001</c:v>
                </c:pt>
                <c:pt idx="55">
                  <c:v>87.315</c:v>
                </c:pt>
                <c:pt idx="56">
                  <c:v>86.805</c:v>
                </c:pt>
                <c:pt idx="57">
                  <c:v>86.265</c:v>
                </c:pt>
                <c:pt idx="58">
                  <c:v>85.56</c:v>
                </c:pt>
                <c:pt idx="59">
                  <c:v>84.84</c:v>
                </c:pt>
                <c:pt idx="60">
                  <c:v>83.955</c:v>
                </c:pt>
                <c:pt idx="61">
                  <c:v>82.97</c:v>
                </c:pt>
                <c:pt idx="62">
                  <c:v>81.91</c:v>
                </c:pt>
                <c:pt idx="63">
                  <c:v>80.75</c:v>
                </c:pt>
                <c:pt idx="64">
                  <c:v>79.49000000000001</c:v>
                </c:pt>
                <c:pt idx="65">
                  <c:v>78.15</c:v>
                </c:pt>
                <c:pt idx="66">
                  <c:v>76.735</c:v>
                </c:pt>
                <c:pt idx="67">
                  <c:v>75.19999999999999</c:v>
                </c:pt>
                <c:pt idx="68">
                  <c:v>73.62</c:v>
                </c:pt>
                <c:pt idx="69">
                  <c:v>71.985</c:v>
                </c:pt>
                <c:pt idx="70">
                  <c:v>70.32</c:v>
                </c:pt>
                <c:pt idx="71">
                  <c:v>68.58500000000001</c:v>
                </c:pt>
                <c:pt idx="72">
                  <c:v>66.84</c:v>
                </c:pt>
                <c:pt idx="73">
                  <c:v>65.07</c:v>
                </c:pt>
                <c:pt idx="74">
                  <c:v>63.3</c:v>
                </c:pt>
                <c:pt idx="75">
                  <c:v>61.614999999999995</c:v>
                </c:pt>
                <c:pt idx="76">
                  <c:v>59.94</c:v>
                </c:pt>
                <c:pt idx="77">
                  <c:v>58.21</c:v>
                </c:pt>
                <c:pt idx="78">
                  <c:v>56.565</c:v>
                </c:pt>
                <c:pt idx="79">
                  <c:v>54.915</c:v>
                </c:pt>
                <c:pt idx="80">
                  <c:v>53.22</c:v>
                </c:pt>
                <c:pt idx="81">
                  <c:v>51.565</c:v>
                </c:pt>
                <c:pt idx="82">
                  <c:v>49.825</c:v>
                </c:pt>
                <c:pt idx="83">
                  <c:v>48.015</c:v>
                </c:pt>
                <c:pt idx="84">
                  <c:v>46.150000000000006</c:v>
                </c:pt>
                <c:pt idx="85">
                  <c:v>44.28</c:v>
                </c:pt>
                <c:pt idx="86">
                  <c:v>42.355000000000004</c:v>
                </c:pt>
                <c:pt idx="87">
                  <c:v>40.41</c:v>
                </c:pt>
                <c:pt idx="88">
                  <c:v>38.4</c:v>
                </c:pt>
                <c:pt idx="89">
                  <c:v>36.459999999999994</c:v>
                </c:pt>
                <c:pt idx="90">
                  <c:v>34.489999999999995</c:v>
                </c:pt>
                <c:pt idx="91">
                  <c:v>32.55</c:v>
                </c:pt>
                <c:pt idx="92">
                  <c:v>30.634999999999998</c:v>
                </c:pt>
                <c:pt idx="93">
                  <c:v>28.75</c:v>
                </c:pt>
                <c:pt idx="94">
                  <c:v>26.935000000000002</c:v>
                </c:pt>
                <c:pt idx="95">
                  <c:v>25.21</c:v>
                </c:pt>
                <c:pt idx="96">
                  <c:v>23.564999999999998</c:v>
                </c:pt>
                <c:pt idx="97">
                  <c:v>21.985</c:v>
                </c:pt>
                <c:pt idx="98">
                  <c:v>20.455</c:v>
                </c:pt>
                <c:pt idx="99">
                  <c:v>19.04</c:v>
                </c:pt>
                <c:pt idx="100">
                  <c:v>17.68</c:v>
                </c:pt>
                <c:pt idx="101">
                  <c:v>16.435</c:v>
                </c:pt>
                <c:pt idx="102">
                  <c:v>15.280000000000001</c:v>
                </c:pt>
                <c:pt idx="103">
                  <c:v>14.165</c:v>
                </c:pt>
                <c:pt idx="104">
                  <c:v>13.204999999999998</c:v>
                </c:pt>
                <c:pt idx="105">
                  <c:v>12.305</c:v>
                </c:pt>
                <c:pt idx="106">
                  <c:v>11.469999999999999</c:v>
                </c:pt>
                <c:pt idx="107">
                  <c:v>10.72</c:v>
                </c:pt>
                <c:pt idx="108">
                  <c:v>10.015</c:v>
                </c:pt>
                <c:pt idx="109">
                  <c:v>9.385</c:v>
                </c:pt>
                <c:pt idx="110">
                  <c:v>8.795</c:v>
                </c:pt>
                <c:pt idx="111">
                  <c:v>8.18</c:v>
                </c:pt>
                <c:pt idx="112">
                  <c:v>7.609999999999999</c:v>
                </c:pt>
                <c:pt idx="113">
                  <c:v>7.095000000000001</c:v>
                </c:pt>
                <c:pt idx="114">
                  <c:v>6.5649999999999995</c:v>
                </c:pt>
                <c:pt idx="115">
                  <c:v>6.095000000000001</c:v>
                </c:pt>
                <c:pt idx="116">
                  <c:v>5.655</c:v>
                </c:pt>
                <c:pt idx="117">
                  <c:v>5.23</c:v>
                </c:pt>
                <c:pt idx="118">
                  <c:v>4.805</c:v>
                </c:pt>
                <c:pt idx="119">
                  <c:v>4.455</c:v>
                </c:pt>
                <c:pt idx="120">
                  <c:v>4.085</c:v>
                </c:pt>
                <c:pt idx="121">
                  <c:v>3.7800000000000002</c:v>
                </c:pt>
                <c:pt idx="122">
                  <c:v>3.48</c:v>
                </c:pt>
                <c:pt idx="123">
                  <c:v>3.24</c:v>
                </c:pt>
                <c:pt idx="124">
                  <c:v>2.9450000000000003</c:v>
                </c:pt>
                <c:pt idx="125">
                  <c:v>2.68</c:v>
                </c:pt>
                <c:pt idx="126">
                  <c:v>2.45</c:v>
                </c:pt>
                <c:pt idx="127">
                  <c:v>2.25</c:v>
                </c:pt>
                <c:pt idx="128">
                  <c:v>2.035</c:v>
                </c:pt>
                <c:pt idx="129">
                  <c:v>1.84</c:v>
                </c:pt>
                <c:pt idx="130">
                  <c:v>1.61</c:v>
                </c:pt>
                <c:pt idx="131">
                  <c:v>1.4849999999999999</c:v>
                </c:pt>
                <c:pt idx="132">
                  <c:v>1.315</c:v>
                </c:pt>
                <c:pt idx="133">
                  <c:v>1.1400000000000001</c:v>
                </c:pt>
                <c:pt idx="134">
                  <c:v>1.0150000000000001</c:v>
                </c:pt>
                <c:pt idx="135">
                  <c:v>0.865</c:v>
                </c:pt>
                <c:pt idx="136">
                  <c:v>0.75</c:v>
                </c:pt>
                <c:pt idx="137">
                  <c:v>0.655</c:v>
                </c:pt>
                <c:pt idx="138">
                  <c:v>0.5700000000000001</c:v>
                </c:pt>
                <c:pt idx="139">
                  <c:v>0.44999999999999996</c:v>
                </c:pt>
                <c:pt idx="140">
                  <c:v>0.37</c:v>
                </c:pt>
                <c:pt idx="141">
                  <c:v>0.28</c:v>
                </c:pt>
                <c:pt idx="142">
                  <c:v>0.24</c:v>
                </c:pt>
                <c:pt idx="143">
                  <c:v>0.16499999999999998</c:v>
                </c:pt>
                <c:pt idx="144">
                  <c:v>0.13</c:v>
                </c:pt>
                <c:pt idx="145">
                  <c:v>0.060000000000000005</c:v>
                </c:pt>
                <c:pt idx="146">
                  <c:v>0.01</c:v>
                </c:pt>
                <c:pt idx="147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DTG PF_out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0.05645</c:v>
                </c:pt>
                <c:pt idx="1">
                  <c:v>0.05275</c:v>
                </c:pt>
                <c:pt idx="2">
                  <c:v>0.04675</c:v>
                </c:pt>
                <c:pt idx="3">
                  <c:v>0.023649999999999997</c:v>
                </c:pt>
                <c:pt idx="4">
                  <c:v>0.02995</c:v>
                </c:pt>
                <c:pt idx="5">
                  <c:v>0.03005</c:v>
                </c:pt>
                <c:pt idx="6">
                  <c:v>0.01565</c:v>
                </c:pt>
                <c:pt idx="7">
                  <c:v>0.0217</c:v>
                </c:pt>
                <c:pt idx="8">
                  <c:v>0.01285</c:v>
                </c:pt>
                <c:pt idx="9">
                  <c:v>0.02245</c:v>
                </c:pt>
                <c:pt idx="10">
                  <c:v>0.01935</c:v>
                </c:pt>
                <c:pt idx="11">
                  <c:v>0.01865</c:v>
                </c:pt>
                <c:pt idx="12">
                  <c:v>0.024399999999999998</c:v>
                </c:pt>
                <c:pt idx="13">
                  <c:v>0.0256</c:v>
                </c:pt>
                <c:pt idx="14">
                  <c:v>0.0308</c:v>
                </c:pt>
                <c:pt idx="15">
                  <c:v>0.0419</c:v>
                </c:pt>
                <c:pt idx="16">
                  <c:v>0.026299999999999997</c:v>
                </c:pt>
                <c:pt idx="17">
                  <c:v>0.03735</c:v>
                </c:pt>
                <c:pt idx="18">
                  <c:v>0.039599999999999996</c:v>
                </c:pt>
                <c:pt idx="19">
                  <c:v>0.041800000000000004</c:v>
                </c:pt>
                <c:pt idx="20">
                  <c:v>0.05135</c:v>
                </c:pt>
                <c:pt idx="21">
                  <c:v>0.05449999999999999</c:v>
                </c:pt>
                <c:pt idx="22">
                  <c:v>0.061799999999999994</c:v>
                </c:pt>
                <c:pt idx="23">
                  <c:v>0.0674</c:v>
                </c:pt>
                <c:pt idx="24">
                  <c:v>0.0772</c:v>
                </c:pt>
                <c:pt idx="25">
                  <c:v>0.07855</c:v>
                </c:pt>
                <c:pt idx="26">
                  <c:v>0.08349999999999999</c:v>
                </c:pt>
                <c:pt idx="27">
                  <c:v>0.08915000000000001</c:v>
                </c:pt>
                <c:pt idx="28">
                  <c:v>0.09165</c:v>
                </c:pt>
                <c:pt idx="29">
                  <c:v>0.1064</c:v>
                </c:pt>
                <c:pt idx="30">
                  <c:v>0.1032</c:v>
                </c:pt>
                <c:pt idx="31">
                  <c:v>0.1251</c:v>
                </c:pt>
                <c:pt idx="32">
                  <c:v>0.12675</c:v>
                </c:pt>
                <c:pt idx="33">
                  <c:v>0.13165</c:v>
                </c:pt>
                <c:pt idx="34">
                  <c:v>0.1389</c:v>
                </c:pt>
                <c:pt idx="35">
                  <c:v>0.13035</c:v>
                </c:pt>
                <c:pt idx="36">
                  <c:v>0.12490000000000001</c:v>
                </c:pt>
                <c:pt idx="37">
                  <c:v>0.12985</c:v>
                </c:pt>
                <c:pt idx="38">
                  <c:v>0.13785</c:v>
                </c:pt>
                <c:pt idx="39">
                  <c:v>0.14105</c:v>
                </c:pt>
                <c:pt idx="40">
                  <c:v>0.14085</c:v>
                </c:pt>
                <c:pt idx="41">
                  <c:v>0.15225</c:v>
                </c:pt>
                <c:pt idx="42">
                  <c:v>0.14525</c:v>
                </c:pt>
                <c:pt idx="43">
                  <c:v>0.1604</c:v>
                </c:pt>
                <c:pt idx="44">
                  <c:v>0.16105</c:v>
                </c:pt>
                <c:pt idx="45">
                  <c:v>0.1724</c:v>
                </c:pt>
                <c:pt idx="46">
                  <c:v>0.17759999999999998</c:v>
                </c:pt>
                <c:pt idx="47">
                  <c:v>0.1732</c:v>
                </c:pt>
                <c:pt idx="48">
                  <c:v>0.19024999999999997</c:v>
                </c:pt>
                <c:pt idx="49">
                  <c:v>0.1728</c:v>
                </c:pt>
                <c:pt idx="50">
                  <c:v>0.1866</c:v>
                </c:pt>
                <c:pt idx="51">
                  <c:v>0.1859</c:v>
                </c:pt>
                <c:pt idx="52">
                  <c:v>0.18175</c:v>
                </c:pt>
                <c:pt idx="53">
                  <c:v>0.18475</c:v>
                </c:pt>
                <c:pt idx="54">
                  <c:v>0.18255</c:v>
                </c:pt>
                <c:pt idx="55">
                  <c:v>0.166</c:v>
                </c:pt>
                <c:pt idx="56">
                  <c:v>0.1678</c:v>
                </c:pt>
                <c:pt idx="57">
                  <c:v>0.15505</c:v>
                </c:pt>
                <c:pt idx="58">
                  <c:v>0.14775</c:v>
                </c:pt>
                <c:pt idx="59">
                  <c:v>0.1479</c:v>
                </c:pt>
                <c:pt idx="60">
                  <c:v>0.12805</c:v>
                </c:pt>
                <c:pt idx="61">
                  <c:v>0.12795</c:v>
                </c:pt>
                <c:pt idx="62">
                  <c:v>0.11829999999999999</c:v>
                </c:pt>
                <c:pt idx="63">
                  <c:v>0.11674999999999999</c:v>
                </c:pt>
                <c:pt idx="64">
                  <c:v>0.10455</c:v>
                </c:pt>
                <c:pt idx="65">
                  <c:v>0.1104</c:v>
                </c:pt>
                <c:pt idx="66">
                  <c:v>0.10105</c:v>
                </c:pt>
                <c:pt idx="67">
                  <c:v>0.10245</c:v>
                </c:pt>
                <c:pt idx="68">
                  <c:v>0.09525</c:v>
                </c:pt>
                <c:pt idx="69">
                  <c:v>0.09595000000000001</c:v>
                </c:pt>
                <c:pt idx="70">
                  <c:v>0.09445</c:v>
                </c:pt>
                <c:pt idx="71">
                  <c:v>0.0974</c:v>
                </c:pt>
                <c:pt idx="72">
                  <c:v>0.10165</c:v>
                </c:pt>
                <c:pt idx="73">
                  <c:v>0.09570000000000001</c:v>
                </c:pt>
                <c:pt idx="74">
                  <c:v>0.087</c:v>
                </c:pt>
                <c:pt idx="75">
                  <c:v>0.10075</c:v>
                </c:pt>
                <c:pt idx="76">
                  <c:v>0.07485</c:v>
                </c:pt>
                <c:pt idx="77">
                  <c:v>0.0923</c:v>
                </c:pt>
                <c:pt idx="78">
                  <c:v>0.06425</c:v>
                </c:pt>
                <c:pt idx="79">
                  <c:v>0.07155</c:v>
                </c:pt>
                <c:pt idx="80">
                  <c:v>0.061149999999999996</c:v>
                </c:pt>
                <c:pt idx="81">
                  <c:v>0.05790000000000001</c:v>
                </c:pt>
                <c:pt idx="82">
                  <c:v>0.060399999999999995</c:v>
                </c:pt>
                <c:pt idx="83">
                  <c:v>0.0607</c:v>
                </c:pt>
                <c:pt idx="84">
                  <c:v>0.06709999999999999</c:v>
                </c:pt>
                <c:pt idx="85">
                  <c:v>0.06914999999999999</c:v>
                </c:pt>
                <c:pt idx="86">
                  <c:v>0.0713</c:v>
                </c:pt>
                <c:pt idx="87">
                  <c:v>0.08515</c:v>
                </c:pt>
                <c:pt idx="88">
                  <c:v>0.09355</c:v>
                </c:pt>
                <c:pt idx="89">
                  <c:v>0.1003</c:v>
                </c:pt>
                <c:pt idx="90">
                  <c:v>0.1095</c:v>
                </c:pt>
                <c:pt idx="91">
                  <c:v>0.10619999999999999</c:v>
                </c:pt>
                <c:pt idx="92">
                  <c:v>0.11715</c:v>
                </c:pt>
                <c:pt idx="93">
                  <c:v>0.11865</c:v>
                </c:pt>
                <c:pt idx="94">
                  <c:v>0.12095</c:v>
                </c:pt>
                <c:pt idx="95">
                  <c:v>0.1308</c:v>
                </c:pt>
                <c:pt idx="96">
                  <c:v>0.134</c:v>
                </c:pt>
                <c:pt idx="97">
                  <c:v>0.12495</c:v>
                </c:pt>
                <c:pt idx="98">
                  <c:v>0.14229999999999998</c:v>
                </c:pt>
                <c:pt idx="99">
                  <c:v>0.1362</c:v>
                </c:pt>
                <c:pt idx="100">
                  <c:v>0.14995</c:v>
                </c:pt>
                <c:pt idx="101">
                  <c:v>0.1442</c:v>
                </c:pt>
                <c:pt idx="102">
                  <c:v>0.153</c:v>
                </c:pt>
                <c:pt idx="103">
                  <c:v>0.1538</c:v>
                </c:pt>
                <c:pt idx="104">
                  <c:v>0.15615</c:v>
                </c:pt>
                <c:pt idx="105">
                  <c:v>0.15765</c:v>
                </c:pt>
                <c:pt idx="106">
                  <c:v>0.15725</c:v>
                </c:pt>
                <c:pt idx="107">
                  <c:v>0.1577</c:v>
                </c:pt>
                <c:pt idx="108">
                  <c:v>0.1621</c:v>
                </c:pt>
                <c:pt idx="109">
                  <c:v>0.16925</c:v>
                </c:pt>
                <c:pt idx="110">
                  <c:v>0.17149999999999999</c:v>
                </c:pt>
                <c:pt idx="111">
                  <c:v>0.17165000000000002</c:v>
                </c:pt>
                <c:pt idx="112">
                  <c:v>0.17125</c:v>
                </c:pt>
                <c:pt idx="113">
                  <c:v>0.1813</c:v>
                </c:pt>
                <c:pt idx="114">
                  <c:v>0.17154999999999998</c:v>
                </c:pt>
                <c:pt idx="115">
                  <c:v>0.1855</c:v>
                </c:pt>
                <c:pt idx="116">
                  <c:v>0.18305</c:v>
                </c:pt>
                <c:pt idx="117">
                  <c:v>0.1864</c:v>
                </c:pt>
                <c:pt idx="118">
                  <c:v>0.1961</c:v>
                </c:pt>
                <c:pt idx="119">
                  <c:v>0.1845</c:v>
                </c:pt>
                <c:pt idx="120">
                  <c:v>0.19269999999999998</c:v>
                </c:pt>
                <c:pt idx="121">
                  <c:v>0.19724999999999998</c:v>
                </c:pt>
                <c:pt idx="122">
                  <c:v>0.2003</c:v>
                </c:pt>
                <c:pt idx="123">
                  <c:v>0.19665</c:v>
                </c:pt>
                <c:pt idx="124">
                  <c:v>0.2023</c:v>
                </c:pt>
                <c:pt idx="125">
                  <c:v>0.2136</c:v>
                </c:pt>
                <c:pt idx="126">
                  <c:v>0.2036</c:v>
                </c:pt>
                <c:pt idx="127">
                  <c:v>0.21394999999999997</c:v>
                </c:pt>
                <c:pt idx="128">
                  <c:v>0.2158</c:v>
                </c:pt>
                <c:pt idx="129">
                  <c:v>0.2108</c:v>
                </c:pt>
                <c:pt idx="130">
                  <c:v>0.2181</c:v>
                </c:pt>
                <c:pt idx="131">
                  <c:v>0.22965000000000002</c:v>
                </c:pt>
                <c:pt idx="132">
                  <c:v>0.21945</c:v>
                </c:pt>
                <c:pt idx="133">
                  <c:v>0.2363</c:v>
                </c:pt>
                <c:pt idx="134">
                  <c:v>0.24585</c:v>
                </c:pt>
                <c:pt idx="135">
                  <c:v>0.24125</c:v>
                </c:pt>
                <c:pt idx="136">
                  <c:v>0.2455</c:v>
                </c:pt>
                <c:pt idx="137">
                  <c:v>0.24875000000000003</c:v>
                </c:pt>
                <c:pt idx="138">
                  <c:v>0.2562</c:v>
                </c:pt>
                <c:pt idx="139">
                  <c:v>0.26025</c:v>
                </c:pt>
                <c:pt idx="140">
                  <c:v>0.26125</c:v>
                </c:pt>
                <c:pt idx="141">
                  <c:v>0.26615</c:v>
                </c:pt>
                <c:pt idx="142">
                  <c:v>0.2655</c:v>
                </c:pt>
                <c:pt idx="143">
                  <c:v>0.2687</c:v>
                </c:pt>
                <c:pt idx="144">
                  <c:v>0.27535</c:v>
                </c:pt>
                <c:pt idx="145">
                  <c:v>0.276</c:v>
                </c:pt>
                <c:pt idx="146">
                  <c:v>0.28335</c:v>
                </c:pt>
                <c:pt idx="147">
                  <c:v>0.2783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DTG PF_out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0.0243</c:v>
                </c:pt>
                <c:pt idx="1">
                  <c:v>0.01575</c:v>
                </c:pt>
                <c:pt idx="2">
                  <c:v>0.0169</c:v>
                </c:pt>
                <c:pt idx="3">
                  <c:v>0.0077</c:v>
                </c:pt>
                <c:pt idx="4">
                  <c:v>0.0067</c:v>
                </c:pt>
                <c:pt idx="5">
                  <c:v>0.00555</c:v>
                </c:pt>
                <c:pt idx="6">
                  <c:v>0.0033</c:v>
                </c:pt>
                <c:pt idx="7">
                  <c:v>0.00855</c:v>
                </c:pt>
                <c:pt idx="8">
                  <c:v>0.009</c:v>
                </c:pt>
                <c:pt idx="9">
                  <c:v>0.0062</c:v>
                </c:pt>
                <c:pt idx="10">
                  <c:v>0.004</c:v>
                </c:pt>
                <c:pt idx="11">
                  <c:v>0.0171</c:v>
                </c:pt>
                <c:pt idx="12">
                  <c:v>0.0125</c:v>
                </c:pt>
                <c:pt idx="13">
                  <c:v>0.01985</c:v>
                </c:pt>
                <c:pt idx="14">
                  <c:v>0.01675</c:v>
                </c:pt>
                <c:pt idx="15">
                  <c:v>0.0235</c:v>
                </c:pt>
                <c:pt idx="16">
                  <c:v>0.030199999999999998</c:v>
                </c:pt>
                <c:pt idx="17">
                  <c:v>0.0334</c:v>
                </c:pt>
                <c:pt idx="18">
                  <c:v>0.0353</c:v>
                </c:pt>
                <c:pt idx="19">
                  <c:v>0.052250000000000005</c:v>
                </c:pt>
                <c:pt idx="20">
                  <c:v>0.04445</c:v>
                </c:pt>
                <c:pt idx="21">
                  <c:v>0.0537</c:v>
                </c:pt>
                <c:pt idx="22">
                  <c:v>0.0571</c:v>
                </c:pt>
                <c:pt idx="23">
                  <c:v>0.061450000000000005</c:v>
                </c:pt>
                <c:pt idx="24">
                  <c:v>0.06659999999999999</c:v>
                </c:pt>
                <c:pt idx="25">
                  <c:v>0.06565</c:v>
                </c:pt>
                <c:pt idx="26">
                  <c:v>0.0622</c:v>
                </c:pt>
                <c:pt idx="27">
                  <c:v>0.06755</c:v>
                </c:pt>
                <c:pt idx="28">
                  <c:v>0.0708</c:v>
                </c:pt>
                <c:pt idx="29">
                  <c:v>0.08025</c:v>
                </c:pt>
                <c:pt idx="30">
                  <c:v>0.0829</c:v>
                </c:pt>
                <c:pt idx="31">
                  <c:v>0.07965</c:v>
                </c:pt>
                <c:pt idx="32">
                  <c:v>0.08280000000000001</c:v>
                </c:pt>
                <c:pt idx="33">
                  <c:v>0.07339999999999999</c:v>
                </c:pt>
                <c:pt idx="34">
                  <c:v>0.07444999999999999</c:v>
                </c:pt>
                <c:pt idx="35">
                  <c:v>0.06535</c:v>
                </c:pt>
                <c:pt idx="36">
                  <c:v>0.05615</c:v>
                </c:pt>
                <c:pt idx="37">
                  <c:v>0.055249999999999994</c:v>
                </c:pt>
                <c:pt idx="38">
                  <c:v>0.06425</c:v>
                </c:pt>
                <c:pt idx="39">
                  <c:v>0.0533</c:v>
                </c:pt>
                <c:pt idx="40">
                  <c:v>0.051699999999999996</c:v>
                </c:pt>
                <c:pt idx="41">
                  <c:v>0.05215</c:v>
                </c:pt>
                <c:pt idx="42">
                  <c:v>0.044</c:v>
                </c:pt>
                <c:pt idx="43">
                  <c:v>0.0475</c:v>
                </c:pt>
                <c:pt idx="44">
                  <c:v>0.050199999999999995</c:v>
                </c:pt>
                <c:pt idx="45">
                  <c:v>0.0378</c:v>
                </c:pt>
                <c:pt idx="46">
                  <c:v>0.0464</c:v>
                </c:pt>
                <c:pt idx="47">
                  <c:v>0.04415</c:v>
                </c:pt>
                <c:pt idx="48">
                  <c:v>0.048549999999999996</c:v>
                </c:pt>
                <c:pt idx="49">
                  <c:v>0.052750000000000005</c:v>
                </c:pt>
                <c:pt idx="50">
                  <c:v>0.0597</c:v>
                </c:pt>
                <c:pt idx="51">
                  <c:v>0.0527</c:v>
                </c:pt>
                <c:pt idx="52">
                  <c:v>0.06585</c:v>
                </c:pt>
                <c:pt idx="53">
                  <c:v>0.0663</c:v>
                </c:pt>
                <c:pt idx="54">
                  <c:v>0.078</c:v>
                </c:pt>
                <c:pt idx="55">
                  <c:v>0.0906</c:v>
                </c:pt>
                <c:pt idx="56">
                  <c:v>0.1002</c:v>
                </c:pt>
                <c:pt idx="57">
                  <c:v>0.12405</c:v>
                </c:pt>
                <c:pt idx="58">
                  <c:v>0.13895</c:v>
                </c:pt>
                <c:pt idx="59">
                  <c:v>0.1588</c:v>
                </c:pt>
                <c:pt idx="60">
                  <c:v>0.1782</c:v>
                </c:pt>
                <c:pt idx="61">
                  <c:v>0.20815</c:v>
                </c:pt>
                <c:pt idx="62">
                  <c:v>0.21425</c:v>
                </c:pt>
                <c:pt idx="63">
                  <c:v>0.2444</c:v>
                </c:pt>
                <c:pt idx="64">
                  <c:v>0.25895</c:v>
                </c:pt>
                <c:pt idx="65">
                  <c:v>0.2791</c:v>
                </c:pt>
                <c:pt idx="66">
                  <c:v>0.2964</c:v>
                </c:pt>
                <c:pt idx="67">
                  <c:v>0.3117</c:v>
                </c:pt>
                <c:pt idx="68">
                  <c:v>0.32330000000000003</c:v>
                </c:pt>
                <c:pt idx="69">
                  <c:v>0.3267</c:v>
                </c:pt>
                <c:pt idx="70">
                  <c:v>0.34835000000000005</c:v>
                </c:pt>
                <c:pt idx="71">
                  <c:v>0.34655</c:v>
                </c:pt>
                <c:pt idx="72">
                  <c:v>0.35755</c:v>
                </c:pt>
                <c:pt idx="73">
                  <c:v>0.34925</c:v>
                </c:pt>
                <c:pt idx="74">
                  <c:v>0.35229999999999995</c:v>
                </c:pt>
                <c:pt idx="75">
                  <c:v>0.3446</c:v>
                </c:pt>
                <c:pt idx="76">
                  <c:v>0.34485</c:v>
                </c:pt>
                <c:pt idx="77">
                  <c:v>0.3306</c:v>
                </c:pt>
                <c:pt idx="78">
                  <c:v>0.3381</c:v>
                </c:pt>
                <c:pt idx="79">
                  <c:v>0.3302</c:v>
                </c:pt>
                <c:pt idx="80">
                  <c:v>0.3407</c:v>
                </c:pt>
                <c:pt idx="81">
                  <c:v>0.34325</c:v>
                </c:pt>
                <c:pt idx="82">
                  <c:v>0.34955</c:v>
                </c:pt>
                <c:pt idx="83">
                  <c:v>0.36025</c:v>
                </c:pt>
                <c:pt idx="84">
                  <c:v>0.37285</c:v>
                </c:pt>
                <c:pt idx="85">
                  <c:v>0.3789</c:v>
                </c:pt>
                <c:pt idx="86">
                  <c:v>0.3842</c:v>
                </c:pt>
                <c:pt idx="87">
                  <c:v>0.39070000000000005</c:v>
                </c:pt>
                <c:pt idx="88">
                  <c:v>0.39355</c:v>
                </c:pt>
                <c:pt idx="89">
                  <c:v>0.3902</c:v>
                </c:pt>
                <c:pt idx="90">
                  <c:v>0.39280000000000004</c:v>
                </c:pt>
                <c:pt idx="91">
                  <c:v>0.3792</c:v>
                </c:pt>
                <c:pt idx="92">
                  <c:v>0.38175000000000003</c:v>
                </c:pt>
                <c:pt idx="93">
                  <c:v>0.3634</c:v>
                </c:pt>
                <c:pt idx="94">
                  <c:v>0.3581</c:v>
                </c:pt>
                <c:pt idx="95">
                  <c:v>0.33565</c:v>
                </c:pt>
                <c:pt idx="96">
                  <c:v>0.3227</c:v>
                </c:pt>
                <c:pt idx="97">
                  <c:v>0.3133</c:v>
                </c:pt>
                <c:pt idx="98">
                  <c:v>0.29475</c:v>
                </c:pt>
                <c:pt idx="99">
                  <c:v>0.28215</c:v>
                </c:pt>
                <c:pt idx="100">
                  <c:v>0.25965</c:v>
                </c:pt>
                <c:pt idx="101">
                  <c:v>0.24914999999999998</c:v>
                </c:pt>
                <c:pt idx="102">
                  <c:v>0.21845</c:v>
                </c:pt>
                <c:pt idx="103">
                  <c:v>0.2086</c:v>
                </c:pt>
                <c:pt idx="104">
                  <c:v>0.1933</c:v>
                </c:pt>
                <c:pt idx="105">
                  <c:v>0.16875</c:v>
                </c:pt>
                <c:pt idx="106">
                  <c:v>0.15335</c:v>
                </c:pt>
                <c:pt idx="107">
                  <c:v>0.14475</c:v>
                </c:pt>
                <c:pt idx="108">
                  <c:v>0.13415</c:v>
                </c:pt>
                <c:pt idx="109">
                  <c:v>0.12705</c:v>
                </c:pt>
                <c:pt idx="110">
                  <c:v>0.12105</c:v>
                </c:pt>
                <c:pt idx="111">
                  <c:v>0.11699999999999999</c:v>
                </c:pt>
                <c:pt idx="112">
                  <c:v>0.10844999999999999</c:v>
                </c:pt>
                <c:pt idx="113">
                  <c:v>0.1004</c:v>
                </c:pt>
                <c:pt idx="114">
                  <c:v>0.1031</c:v>
                </c:pt>
                <c:pt idx="115">
                  <c:v>0.0943</c:v>
                </c:pt>
                <c:pt idx="116">
                  <c:v>0.0809</c:v>
                </c:pt>
                <c:pt idx="117">
                  <c:v>0.0799</c:v>
                </c:pt>
                <c:pt idx="118">
                  <c:v>0.07600000000000001</c:v>
                </c:pt>
                <c:pt idx="119">
                  <c:v>0.07195</c:v>
                </c:pt>
                <c:pt idx="120">
                  <c:v>0.06</c:v>
                </c:pt>
                <c:pt idx="121">
                  <c:v>0.059399999999999994</c:v>
                </c:pt>
                <c:pt idx="122">
                  <c:v>0.05645</c:v>
                </c:pt>
                <c:pt idx="123">
                  <c:v>0.0571</c:v>
                </c:pt>
                <c:pt idx="124">
                  <c:v>0.0533</c:v>
                </c:pt>
                <c:pt idx="125">
                  <c:v>0.046200000000000005</c:v>
                </c:pt>
                <c:pt idx="126">
                  <c:v>0.04385</c:v>
                </c:pt>
                <c:pt idx="127">
                  <c:v>0.04395</c:v>
                </c:pt>
                <c:pt idx="128">
                  <c:v>0.041999999999999996</c:v>
                </c:pt>
                <c:pt idx="129">
                  <c:v>0.03655</c:v>
                </c:pt>
                <c:pt idx="130">
                  <c:v>0.0373</c:v>
                </c:pt>
                <c:pt idx="131">
                  <c:v>0.030449999999999998</c:v>
                </c:pt>
                <c:pt idx="132">
                  <c:v>0.035699999999999996</c:v>
                </c:pt>
                <c:pt idx="133">
                  <c:v>0.0308</c:v>
                </c:pt>
                <c:pt idx="134">
                  <c:v>0.02405</c:v>
                </c:pt>
                <c:pt idx="135">
                  <c:v>0.0262</c:v>
                </c:pt>
                <c:pt idx="136">
                  <c:v>0.0195</c:v>
                </c:pt>
                <c:pt idx="137">
                  <c:v>0.022350000000000002</c:v>
                </c:pt>
                <c:pt idx="138">
                  <c:v>0.0203</c:v>
                </c:pt>
                <c:pt idx="139">
                  <c:v>0.0215</c:v>
                </c:pt>
                <c:pt idx="140">
                  <c:v>0.0124</c:v>
                </c:pt>
                <c:pt idx="141">
                  <c:v>0.0159</c:v>
                </c:pt>
                <c:pt idx="142">
                  <c:v>0.01545</c:v>
                </c:pt>
                <c:pt idx="143">
                  <c:v>0.0126</c:v>
                </c:pt>
                <c:pt idx="144">
                  <c:v>0.007350000000000001</c:v>
                </c:pt>
                <c:pt idx="145">
                  <c:v>0.0103</c:v>
                </c:pt>
                <c:pt idx="146">
                  <c:v>0.009</c:v>
                </c:pt>
                <c:pt idx="147">
                  <c:v>0.0030499999999999998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DSC PF_out #1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-0.014</c:v>
                </c:pt>
                <c:pt idx="1">
                  <c:v>-0.028</c:v>
                </c:pt>
                <c:pt idx="2">
                  <c:v>-0.013</c:v>
                </c:pt>
                <c:pt idx="3">
                  <c:v>-0.037</c:v>
                </c:pt>
                <c:pt idx="4">
                  <c:v>-0.017</c:v>
                </c:pt>
                <c:pt idx="5">
                  <c:v>-0.028</c:v>
                </c:pt>
                <c:pt idx="6">
                  <c:v>0.003</c:v>
                </c:pt>
                <c:pt idx="7">
                  <c:v>-0.001</c:v>
                </c:pt>
                <c:pt idx="8">
                  <c:v>0.02</c:v>
                </c:pt>
                <c:pt idx="9">
                  <c:v>0.008</c:v>
                </c:pt>
                <c:pt idx="10">
                  <c:v>0.022</c:v>
                </c:pt>
                <c:pt idx="11">
                  <c:v>0.019</c:v>
                </c:pt>
                <c:pt idx="12">
                  <c:v>0.015</c:v>
                </c:pt>
                <c:pt idx="13">
                  <c:v>0.013</c:v>
                </c:pt>
                <c:pt idx="14">
                  <c:v>-0.007</c:v>
                </c:pt>
                <c:pt idx="15">
                  <c:v>-0.015</c:v>
                </c:pt>
                <c:pt idx="16">
                  <c:v>-0.009</c:v>
                </c:pt>
                <c:pt idx="17">
                  <c:v>0</c:v>
                </c:pt>
                <c:pt idx="18">
                  <c:v>0.003</c:v>
                </c:pt>
                <c:pt idx="19">
                  <c:v>-0.023</c:v>
                </c:pt>
                <c:pt idx="20">
                  <c:v>-0.045</c:v>
                </c:pt>
                <c:pt idx="21">
                  <c:v>-0.096</c:v>
                </c:pt>
                <c:pt idx="22">
                  <c:v>-0.039</c:v>
                </c:pt>
                <c:pt idx="23">
                  <c:v>0.083</c:v>
                </c:pt>
                <c:pt idx="24">
                  <c:v>0.088</c:v>
                </c:pt>
                <c:pt idx="25">
                  <c:v>0.072</c:v>
                </c:pt>
                <c:pt idx="26">
                  <c:v>0.05</c:v>
                </c:pt>
                <c:pt idx="27">
                  <c:v>-0.001</c:v>
                </c:pt>
                <c:pt idx="28">
                  <c:v>-0.004</c:v>
                </c:pt>
                <c:pt idx="29">
                  <c:v>-0.017</c:v>
                </c:pt>
                <c:pt idx="30">
                  <c:v>-0.019</c:v>
                </c:pt>
                <c:pt idx="31">
                  <c:v>-0.024</c:v>
                </c:pt>
                <c:pt idx="32">
                  <c:v>-0.032</c:v>
                </c:pt>
                <c:pt idx="33">
                  <c:v>-0.02</c:v>
                </c:pt>
                <c:pt idx="34">
                  <c:v>-0.008</c:v>
                </c:pt>
                <c:pt idx="35">
                  <c:v>-0.011</c:v>
                </c:pt>
                <c:pt idx="36">
                  <c:v>0.026</c:v>
                </c:pt>
                <c:pt idx="37">
                  <c:v>-0.01</c:v>
                </c:pt>
                <c:pt idx="38">
                  <c:v>0.017</c:v>
                </c:pt>
                <c:pt idx="39">
                  <c:v>0.018</c:v>
                </c:pt>
                <c:pt idx="40">
                  <c:v>0.018</c:v>
                </c:pt>
                <c:pt idx="41">
                  <c:v>-0.008</c:v>
                </c:pt>
                <c:pt idx="42">
                  <c:v>-0.007</c:v>
                </c:pt>
                <c:pt idx="43">
                  <c:v>-0.065</c:v>
                </c:pt>
                <c:pt idx="44">
                  <c:v>-0.063</c:v>
                </c:pt>
                <c:pt idx="45">
                  <c:v>-0.029</c:v>
                </c:pt>
                <c:pt idx="46">
                  <c:v>-0.027</c:v>
                </c:pt>
                <c:pt idx="47">
                  <c:v>-0.035</c:v>
                </c:pt>
                <c:pt idx="48">
                  <c:v>-0.016</c:v>
                </c:pt>
                <c:pt idx="49">
                  <c:v>0.035</c:v>
                </c:pt>
                <c:pt idx="50">
                  <c:v>0.086</c:v>
                </c:pt>
                <c:pt idx="51">
                  <c:v>0.115</c:v>
                </c:pt>
                <c:pt idx="52">
                  <c:v>0.056</c:v>
                </c:pt>
                <c:pt idx="53">
                  <c:v>0.069</c:v>
                </c:pt>
                <c:pt idx="54">
                  <c:v>0.029</c:v>
                </c:pt>
                <c:pt idx="55">
                  <c:v>-0.008</c:v>
                </c:pt>
                <c:pt idx="56">
                  <c:v>-0.062</c:v>
                </c:pt>
                <c:pt idx="57">
                  <c:v>-0.102</c:v>
                </c:pt>
                <c:pt idx="58">
                  <c:v>-0.109</c:v>
                </c:pt>
                <c:pt idx="59">
                  <c:v>-0.084</c:v>
                </c:pt>
                <c:pt idx="60">
                  <c:v>-0.031</c:v>
                </c:pt>
                <c:pt idx="61">
                  <c:v>-0.018</c:v>
                </c:pt>
                <c:pt idx="62">
                  <c:v>0.003</c:v>
                </c:pt>
                <c:pt idx="63">
                  <c:v>0.003</c:v>
                </c:pt>
                <c:pt idx="64">
                  <c:v>-0.01</c:v>
                </c:pt>
                <c:pt idx="65">
                  <c:v>0.001</c:v>
                </c:pt>
                <c:pt idx="66">
                  <c:v>0.036</c:v>
                </c:pt>
                <c:pt idx="67">
                  <c:v>0.066</c:v>
                </c:pt>
                <c:pt idx="68">
                  <c:v>0.089</c:v>
                </c:pt>
                <c:pt idx="69">
                  <c:v>0.109</c:v>
                </c:pt>
                <c:pt idx="70">
                  <c:v>0.096</c:v>
                </c:pt>
                <c:pt idx="71">
                  <c:v>0.048</c:v>
                </c:pt>
                <c:pt idx="72">
                  <c:v>-0.004</c:v>
                </c:pt>
                <c:pt idx="73">
                  <c:v>-0.038</c:v>
                </c:pt>
                <c:pt idx="74">
                  <c:v>-0.079</c:v>
                </c:pt>
                <c:pt idx="75">
                  <c:v>-0.067</c:v>
                </c:pt>
                <c:pt idx="76">
                  <c:v>-0.065</c:v>
                </c:pt>
                <c:pt idx="77">
                  <c:v>-0.059</c:v>
                </c:pt>
                <c:pt idx="78">
                  <c:v>-0.061</c:v>
                </c:pt>
                <c:pt idx="79">
                  <c:v>-0.043</c:v>
                </c:pt>
                <c:pt idx="80">
                  <c:v>-0.044</c:v>
                </c:pt>
                <c:pt idx="81">
                  <c:v>-0.01</c:v>
                </c:pt>
                <c:pt idx="82">
                  <c:v>0.02</c:v>
                </c:pt>
                <c:pt idx="83">
                  <c:v>0.041</c:v>
                </c:pt>
                <c:pt idx="84">
                  <c:v>0.097</c:v>
                </c:pt>
                <c:pt idx="85">
                  <c:v>0.062</c:v>
                </c:pt>
                <c:pt idx="86">
                  <c:v>0.053</c:v>
                </c:pt>
                <c:pt idx="87">
                  <c:v>0.015</c:v>
                </c:pt>
                <c:pt idx="88">
                  <c:v>0.008</c:v>
                </c:pt>
                <c:pt idx="89">
                  <c:v>0.043</c:v>
                </c:pt>
                <c:pt idx="90">
                  <c:v>0.009</c:v>
                </c:pt>
                <c:pt idx="91">
                  <c:v>-0.011</c:v>
                </c:pt>
                <c:pt idx="92">
                  <c:v>-0.037</c:v>
                </c:pt>
                <c:pt idx="93">
                  <c:v>-0.047</c:v>
                </c:pt>
                <c:pt idx="94">
                  <c:v>-0.084</c:v>
                </c:pt>
                <c:pt idx="95">
                  <c:v>-0.079</c:v>
                </c:pt>
                <c:pt idx="96">
                  <c:v>-0.124</c:v>
                </c:pt>
                <c:pt idx="97">
                  <c:v>-0.046</c:v>
                </c:pt>
                <c:pt idx="98">
                  <c:v>0.019</c:v>
                </c:pt>
                <c:pt idx="99">
                  <c:v>0.018</c:v>
                </c:pt>
                <c:pt idx="100">
                  <c:v>-0.045</c:v>
                </c:pt>
                <c:pt idx="101">
                  <c:v>-0.042</c:v>
                </c:pt>
                <c:pt idx="102">
                  <c:v>-0.014</c:v>
                </c:pt>
                <c:pt idx="103">
                  <c:v>0.003</c:v>
                </c:pt>
                <c:pt idx="104">
                  <c:v>0.014</c:v>
                </c:pt>
                <c:pt idx="105">
                  <c:v>0.023</c:v>
                </c:pt>
                <c:pt idx="106">
                  <c:v>0.029</c:v>
                </c:pt>
                <c:pt idx="107">
                  <c:v>0.154</c:v>
                </c:pt>
                <c:pt idx="108">
                  <c:v>0.188</c:v>
                </c:pt>
                <c:pt idx="109">
                  <c:v>0.178</c:v>
                </c:pt>
                <c:pt idx="110">
                  <c:v>0.151</c:v>
                </c:pt>
                <c:pt idx="111">
                  <c:v>0.067</c:v>
                </c:pt>
                <c:pt idx="112">
                  <c:v>-0.006</c:v>
                </c:pt>
                <c:pt idx="113">
                  <c:v>-0.141</c:v>
                </c:pt>
                <c:pt idx="114">
                  <c:v>-0.13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DSC PF_out #2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-0.016</c:v>
                </c:pt>
                <c:pt idx="1">
                  <c:v>-0.026</c:v>
                </c:pt>
                <c:pt idx="2">
                  <c:v>-0.023</c:v>
                </c:pt>
                <c:pt idx="3">
                  <c:v>-0.024</c:v>
                </c:pt>
                <c:pt idx="4">
                  <c:v>-0.034</c:v>
                </c:pt>
                <c:pt idx="5">
                  <c:v>-0.005</c:v>
                </c:pt>
                <c:pt idx="6">
                  <c:v>-0.018</c:v>
                </c:pt>
                <c:pt idx="7">
                  <c:v>0.008</c:v>
                </c:pt>
                <c:pt idx="8">
                  <c:v>0.008</c:v>
                </c:pt>
                <c:pt idx="9">
                  <c:v>0</c:v>
                </c:pt>
                <c:pt idx="10">
                  <c:v>0.013</c:v>
                </c:pt>
                <c:pt idx="11">
                  <c:v>-0.002</c:v>
                </c:pt>
                <c:pt idx="12">
                  <c:v>0.016</c:v>
                </c:pt>
                <c:pt idx="13">
                  <c:v>-0.013</c:v>
                </c:pt>
                <c:pt idx="14">
                  <c:v>-0.025</c:v>
                </c:pt>
                <c:pt idx="15">
                  <c:v>-0.038</c:v>
                </c:pt>
                <c:pt idx="16">
                  <c:v>-0.045</c:v>
                </c:pt>
                <c:pt idx="17">
                  <c:v>0.013</c:v>
                </c:pt>
                <c:pt idx="18">
                  <c:v>0.028</c:v>
                </c:pt>
                <c:pt idx="19">
                  <c:v>0.032</c:v>
                </c:pt>
                <c:pt idx="20">
                  <c:v>0.027</c:v>
                </c:pt>
                <c:pt idx="21">
                  <c:v>0.016</c:v>
                </c:pt>
                <c:pt idx="22">
                  <c:v>0.013</c:v>
                </c:pt>
                <c:pt idx="23">
                  <c:v>-0.003</c:v>
                </c:pt>
                <c:pt idx="24">
                  <c:v>-0.013</c:v>
                </c:pt>
                <c:pt idx="25">
                  <c:v>-0.032</c:v>
                </c:pt>
                <c:pt idx="26">
                  <c:v>-0.024</c:v>
                </c:pt>
                <c:pt idx="27">
                  <c:v>-0.027</c:v>
                </c:pt>
                <c:pt idx="28">
                  <c:v>-0.025</c:v>
                </c:pt>
                <c:pt idx="29">
                  <c:v>-0.029</c:v>
                </c:pt>
                <c:pt idx="30">
                  <c:v>0.006</c:v>
                </c:pt>
                <c:pt idx="31">
                  <c:v>0.012</c:v>
                </c:pt>
                <c:pt idx="32">
                  <c:v>0.027</c:v>
                </c:pt>
                <c:pt idx="33">
                  <c:v>0.015</c:v>
                </c:pt>
                <c:pt idx="34">
                  <c:v>0.02</c:v>
                </c:pt>
                <c:pt idx="35">
                  <c:v>0.014</c:v>
                </c:pt>
                <c:pt idx="36">
                  <c:v>0.01</c:v>
                </c:pt>
                <c:pt idx="37">
                  <c:v>-0.001</c:v>
                </c:pt>
                <c:pt idx="38">
                  <c:v>0.023</c:v>
                </c:pt>
                <c:pt idx="39">
                  <c:v>0.038</c:v>
                </c:pt>
                <c:pt idx="40">
                  <c:v>0.034</c:v>
                </c:pt>
                <c:pt idx="41">
                  <c:v>-0.001</c:v>
                </c:pt>
                <c:pt idx="42">
                  <c:v>-0.056</c:v>
                </c:pt>
                <c:pt idx="43">
                  <c:v>-0.061</c:v>
                </c:pt>
                <c:pt idx="44">
                  <c:v>-0.069</c:v>
                </c:pt>
                <c:pt idx="45">
                  <c:v>-0.068</c:v>
                </c:pt>
                <c:pt idx="46">
                  <c:v>-0.057</c:v>
                </c:pt>
                <c:pt idx="47">
                  <c:v>0.005</c:v>
                </c:pt>
                <c:pt idx="48">
                  <c:v>0.037</c:v>
                </c:pt>
                <c:pt idx="49">
                  <c:v>0.067</c:v>
                </c:pt>
                <c:pt idx="50">
                  <c:v>0.112</c:v>
                </c:pt>
                <c:pt idx="51">
                  <c:v>0.11</c:v>
                </c:pt>
                <c:pt idx="52">
                  <c:v>0.067</c:v>
                </c:pt>
                <c:pt idx="53">
                  <c:v>0.051</c:v>
                </c:pt>
                <c:pt idx="54">
                  <c:v>0.032</c:v>
                </c:pt>
                <c:pt idx="55">
                  <c:v>0.01</c:v>
                </c:pt>
                <c:pt idx="56">
                  <c:v>-0.068</c:v>
                </c:pt>
                <c:pt idx="57">
                  <c:v>-0.09</c:v>
                </c:pt>
                <c:pt idx="58">
                  <c:v>-0.112</c:v>
                </c:pt>
                <c:pt idx="59">
                  <c:v>-0.103</c:v>
                </c:pt>
                <c:pt idx="60">
                  <c:v>-0.02</c:v>
                </c:pt>
                <c:pt idx="61">
                  <c:v>0.045</c:v>
                </c:pt>
                <c:pt idx="62">
                  <c:v>0.008</c:v>
                </c:pt>
                <c:pt idx="63">
                  <c:v>-0.032</c:v>
                </c:pt>
                <c:pt idx="64">
                  <c:v>-0.052</c:v>
                </c:pt>
                <c:pt idx="65">
                  <c:v>-0.064</c:v>
                </c:pt>
                <c:pt idx="66">
                  <c:v>-0.011</c:v>
                </c:pt>
                <c:pt idx="67">
                  <c:v>0.045</c:v>
                </c:pt>
                <c:pt idx="68">
                  <c:v>0.093</c:v>
                </c:pt>
                <c:pt idx="69">
                  <c:v>0.124</c:v>
                </c:pt>
                <c:pt idx="70">
                  <c:v>0.094</c:v>
                </c:pt>
                <c:pt idx="71">
                  <c:v>0.062</c:v>
                </c:pt>
                <c:pt idx="72">
                  <c:v>0.028</c:v>
                </c:pt>
                <c:pt idx="73">
                  <c:v>-0.022</c:v>
                </c:pt>
                <c:pt idx="74">
                  <c:v>-0.025</c:v>
                </c:pt>
                <c:pt idx="75">
                  <c:v>-0.043</c:v>
                </c:pt>
                <c:pt idx="76">
                  <c:v>-0.002</c:v>
                </c:pt>
                <c:pt idx="77">
                  <c:v>0.011</c:v>
                </c:pt>
                <c:pt idx="78">
                  <c:v>-0.012</c:v>
                </c:pt>
                <c:pt idx="79">
                  <c:v>-0.03</c:v>
                </c:pt>
                <c:pt idx="80">
                  <c:v>-0.055</c:v>
                </c:pt>
                <c:pt idx="81">
                  <c:v>-0.023</c:v>
                </c:pt>
                <c:pt idx="82">
                  <c:v>0.071</c:v>
                </c:pt>
                <c:pt idx="83">
                  <c:v>0.008</c:v>
                </c:pt>
                <c:pt idx="84">
                  <c:v>-0.142</c:v>
                </c:pt>
                <c:pt idx="85">
                  <c:v>-0.206</c:v>
                </c:pt>
                <c:pt idx="86">
                  <c:v>0.071</c:v>
                </c:pt>
                <c:pt idx="87">
                  <c:v>0.131</c:v>
                </c:pt>
                <c:pt idx="88">
                  <c:v>0.108</c:v>
                </c:pt>
                <c:pt idx="89">
                  <c:v>0.053</c:v>
                </c:pt>
                <c:pt idx="90">
                  <c:v>0.036</c:v>
                </c:pt>
                <c:pt idx="91">
                  <c:v>-0.017</c:v>
                </c:pt>
                <c:pt idx="92">
                  <c:v>-0.054</c:v>
                </c:pt>
                <c:pt idx="93">
                  <c:v>0.009</c:v>
                </c:pt>
                <c:pt idx="94">
                  <c:v>0.04</c:v>
                </c:pt>
                <c:pt idx="95">
                  <c:v>0.062</c:v>
                </c:pt>
                <c:pt idx="96">
                  <c:v>-0.043</c:v>
                </c:pt>
                <c:pt idx="97">
                  <c:v>-0.078</c:v>
                </c:pt>
                <c:pt idx="98">
                  <c:v>-0.11</c:v>
                </c:pt>
                <c:pt idx="99">
                  <c:v>-0.14</c:v>
                </c:pt>
                <c:pt idx="100">
                  <c:v>-0.164</c:v>
                </c:pt>
                <c:pt idx="101">
                  <c:v>-0.075</c:v>
                </c:pt>
                <c:pt idx="102">
                  <c:v>-0.043</c:v>
                </c:pt>
                <c:pt idx="103">
                  <c:v>-0.042</c:v>
                </c:pt>
                <c:pt idx="104">
                  <c:v>0.038</c:v>
                </c:pt>
                <c:pt idx="105">
                  <c:v>0.131</c:v>
                </c:pt>
                <c:pt idx="106">
                  <c:v>0.159</c:v>
                </c:pt>
                <c:pt idx="107">
                  <c:v>0.198</c:v>
                </c:pt>
                <c:pt idx="108">
                  <c:v>0.16</c:v>
                </c:pt>
                <c:pt idx="109">
                  <c:v>0.119</c:v>
                </c:pt>
                <c:pt idx="110">
                  <c:v>0.09</c:v>
                </c:pt>
                <c:pt idx="111">
                  <c:v>0.088</c:v>
                </c:pt>
                <c:pt idx="112">
                  <c:v>-0.028</c:v>
                </c:pt>
                <c:pt idx="113">
                  <c:v>-0.061</c:v>
                </c:pt>
                <c:pt idx="114">
                  <c:v>-0.011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 DSC PF_out #1</c:v>
                </c:pt>
              </c:strCache>
            </c:strRef>
          </c:tx>
          <c:spPr>
            <a:solidFill>
              <a:srgbClr val="2A78D6"/>
            </a:solidFill>
            <a:ln w="1587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-0.03</c:v>
                </c:pt>
                <c:pt idx="1">
                  <c:v>-0.021</c:v>
                </c:pt>
                <c:pt idx="2">
                  <c:v>-0.028</c:v>
                </c:pt>
                <c:pt idx="3">
                  <c:v>-0.03</c:v>
                </c:pt>
                <c:pt idx="4">
                  <c:v>-0.031</c:v>
                </c:pt>
                <c:pt idx="5">
                  <c:v>0.001</c:v>
                </c:pt>
                <c:pt idx="6">
                  <c:v>0.002</c:v>
                </c:pt>
                <c:pt idx="7">
                  <c:v>-0.006</c:v>
                </c:pt>
                <c:pt idx="8">
                  <c:v>0</c:v>
                </c:pt>
                <c:pt idx="9">
                  <c:v>-0.016</c:v>
                </c:pt>
                <c:pt idx="10">
                  <c:v>-0.006</c:v>
                </c:pt>
                <c:pt idx="11">
                  <c:v>0.014</c:v>
                </c:pt>
                <c:pt idx="12">
                  <c:v>0.014</c:v>
                </c:pt>
                <c:pt idx="13">
                  <c:v>0.003</c:v>
                </c:pt>
                <c:pt idx="14">
                  <c:v>-0.001</c:v>
                </c:pt>
                <c:pt idx="15">
                  <c:v>-0.017</c:v>
                </c:pt>
                <c:pt idx="16">
                  <c:v>-0.047</c:v>
                </c:pt>
                <c:pt idx="17">
                  <c:v>-0.003</c:v>
                </c:pt>
                <c:pt idx="18">
                  <c:v>0.032</c:v>
                </c:pt>
                <c:pt idx="19">
                  <c:v>0.047</c:v>
                </c:pt>
                <c:pt idx="20">
                  <c:v>0.055</c:v>
                </c:pt>
                <c:pt idx="21">
                  <c:v>0.061</c:v>
                </c:pt>
                <c:pt idx="22">
                  <c:v>0.051</c:v>
                </c:pt>
                <c:pt idx="23">
                  <c:v>0.03</c:v>
                </c:pt>
                <c:pt idx="24">
                  <c:v>0.01</c:v>
                </c:pt>
                <c:pt idx="25">
                  <c:v>0.001</c:v>
                </c:pt>
                <c:pt idx="26">
                  <c:v>-0.003</c:v>
                </c:pt>
                <c:pt idx="27">
                  <c:v>-0.007</c:v>
                </c:pt>
                <c:pt idx="28">
                  <c:v>0</c:v>
                </c:pt>
                <c:pt idx="29">
                  <c:v>-0.043</c:v>
                </c:pt>
                <c:pt idx="30">
                  <c:v>-0.026</c:v>
                </c:pt>
                <c:pt idx="31">
                  <c:v>0.02</c:v>
                </c:pt>
                <c:pt idx="32">
                  <c:v>0.045</c:v>
                </c:pt>
                <c:pt idx="33">
                  <c:v>-0.046</c:v>
                </c:pt>
                <c:pt idx="34">
                  <c:v>-0.058</c:v>
                </c:pt>
                <c:pt idx="35">
                  <c:v>-0.035</c:v>
                </c:pt>
                <c:pt idx="36">
                  <c:v>-0.039</c:v>
                </c:pt>
                <c:pt idx="37">
                  <c:v>-0.035</c:v>
                </c:pt>
                <c:pt idx="38">
                  <c:v>-0.035</c:v>
                </c:pt>
                <c:pt idx="39">
                  <c:v>-0.026</c:v>
                </c:pt>
                <c:pt idx="40">
                  <c:v>-0.024</c:v>
                </c:pt>
                <c:pt idx="41">
                  <c:v>-0.015</c:v>
                </c:pt>
                <c:pt idx="42">
                  <c:v>-0.015</c:v>
                </c:pt>
                <c:pt idx="43">
                  <c:v>-0.014</c:v>
                </c:pt>
                <c:pt idx="44">
                  <c:v>0.031</c:v>
                </c:pt>
                <c:pt idx="45">
                  <c:v>0.032</c:v>
                </c:pt>
                <c:pt idx="46">
                  <c:v>0.047</c:v>
                </c:pt>
                <c:pt idx="47">
                  <c:v>0.046</c:v>
                </c:pt>
                <c:pt idx="48">
                  <c:v>0.056</c:v>
                </c:pt>
                <c:pt idx="49">
                  <c:v>0.016</c:v>
                </c:pt>
                <c:pt idx="50">
                  <c:v>-0.003</c:v>
                </c:pt>
                <c:pt idx="51">
                  <c:v>-0.044</c:v>
                </c:pt>
                <c:pt idx="52">
                  <c:v>-0.02</c:v>
                </c:pt>
                <c:pt idx="53">
                  <c:v>-0.025</c:v>
                </c:pt>
                <c:pt idx="54">
                  <c:v>0.005</c:v>
                </c:pt>
                <c:pt idx="55">
                  <c:v>0.021</c:v>
                </c:pt>
                <c:pt idx="56">
                  <c:v>0.023</c:v>
                </c:pt>
                <c:pt idx="57">
                  <c:v>0.049</c:v>
                </c:pt>
                <c:pt idx="58">
                  <c:v>-0.019</c:v>
                </c:pt>
                <c:pt idx="59">
                  <c:v>-0.023</c:v>
                </c:pt>
                <c:pt idx="60">
                  <c:v>-0.076</c:v>
                </c:pt>
                <c:pt idx="61">
                  <c:v>-0.101</c:v>
                </c:pt>
                <c:pt idx="62">
                  <c:v>-0.064</c:v>
                </c:pt>
                <c:pt idx="63">
                  <c:v>-0.011</c:v>
                </c:pt>
                <c:pt idx="64">
                  <c:v>0.041</c:v>
                </c:pt>
                <c:pt idx="65">
                  <c:v>0.091</c:v>
                </c:pt>
                <c:pt idx="66">
                  <c:v>0.098</c:v>
                </c:pt>
                <c:pt idx="67">
                  <c:v>0.151</c:v>
                </c:pt>
                <c:pt idx="68">
                  <c:v>0.07</c:v>
                </c:pt>
                <c:pt idx="69">
                  <c:v>-0.003</c:v>
                </c:pt>
                <c:pt idx="70">
                  <c:v>-0.069</c:v>
                </c:pt>
                <c:pt idx="71">
                  <c:v>-0.103</c:v>
                </c:pt>
                <c:pt idx="72">
                  <c:v>-0.095</c:v>
                </c:pt>
                <c:pt idx="73">
                  <c:v>-0.01</c:v>
                </c:pt>
                <c:pt idx="74">
                  <c:v>0.05</c:v>
                </c:pt>
                <c:pt idx="75">
                  <c:v>0.044</c:v>
                </c:pt>
                <c:pt idx="76">
                  <c:v>0.029</c:v>
                </c:pt>
                <c:pt idx="77">
                  <c:v>0.008</c:v>
                </c:pt>
                <c:pt idx="78">
                  <c:v>-0.017</c:v>
                </c:pt>
                <c:pt idx="79">
                  <c:v>-0.018</c:v>
                </c:pt>
                <c:pt idx="80">
                  <c:v>-0.016</c:v>
                </c:pt>
                <c:pt idx="81">
                  <c:v>-0.128</c:v>
                </c:pt>
                <c:pt idx="82">
                  <c:v>-0.091</c:v>
                </c:pt>
                <c:pt idx="83">
                  <c:v>-0.012</c:v>
                </c:pt>
                <c:pt idx="84">
                  <c:v>0.073</c:v>
                </c:pt>
                <c:pt idx="85">
                  <c:v>0.101</c:v>
                </c:pt>
                <c:pt idx="86">
                  <c:v>0.131</c:v>
                </c:pt>
                <c:pt idx="87">
                  <c:v>0.08</c:v>
                </c:pt>
                <c:pt idx="88">
                  <c:v>0.086</c:v>
                </c:pt>
                <c:pt idx="89">
                  <c:v>0.048</c:v>
                </c:pt>
                <c:pt idx="90">
                  <c:v>-0.01</c:v>
                </c:pt>
                <c:pt idx="91">
                  <c:v>-0.057</c:v>
                </c:pt>
                <c:pt idx="92">
                  <c:v>-0.034</c:v>
                </c:pt>
                <c:pt idx="93">
                  <c:v>-0.038</c:v>
                </c:pt>
                <c:pt idx="94">
                  <c:v>-0.028</c:v>
                </c:pt>
                <c:pt idx="95">
                  <c:v>-0.013</c:v>
                </c:pt>
                <c:pt idx="96">
                  <c:v>-0.075</c:v>
                </c:pt>
                <c:pt idx="97">
                  <c:v>-0.055</c:v>
                </c:pt>
                <c:pt idx="98">
                  <c:v>-0.019</c:v>
                </c:pt>
                <c:pt idx="99">
                  <c:v>0.011</c:v>
                </c:pt>
                <c:pt idx="100">
                  <c:v>0.002</c:v>
                </c:pt>
                <c:pt idx="101">
                  <c:v>0.033</c:v>
                </c:pt>
                <c:pt idx="102">
                  <c:v>0.084</c:v>
                </c:pt>
                <c:pt idx="103">
                  <c:v>0.106</c:v>
                </c:pt>
                <c:pt idx="104">
                  <c:v>0.193</c:v>
                </c:pt>
                <c:pt idx="105">
                  <c:v>0.239</c:v>
                </c:pt>
                <c:pt idx="106">
                  <c:v>0.228</c:v>
                </c:pt>
                <c:pt idx="107">
                  <c:v>0.082</c:v>
                </c:pt>
                <c:pt idx="108">
                  <c:v>-0.122</c:v>
                </c:pt>
                <c:pt idx="109">
                  <c:v>-0.381</c:v>
                </c:pt>
                <c:pt idx="110">
                  <c:v>-0.606</c:v>
                </c:pt>
                <c:pt idx="111">
                  <c:v>-0.85</c:v>
                </c:pt>
                <c:pt idx="112">
                  <c:v>-1.087</c:v>
                </c:pt>
                <c:pt idx="113">
                  <c:v>0.514</c:v>
                </c:pt>
                <c:pt idx="114">
                  <c:v>1.247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 DSC PF_out #2</c:v>
                </c:pt>
              </c:strCache>
            </c:strRef>
          </c:tx>
          <c:spPr>
            <a:solidFill>
              <a:srgbClr val="2A78D6"/>
            </a:solidFill>
            <a:ln w="15875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-0.01</c:v>
                </c:pt>
                <c:pt idx="1">
                  <c:v>-0.008</c:v>
                </c:pt>
                <c:pt idx="2">
                  <c:v>-0.018</c:v>
                </c:pt>
                <c:pt idx="3">
                  <c:v>-0.053</c:v>
                </c:pt>
                <c:pt idx="4">
                  <c:v>-0.039</c:v>
                </c:pt>
                <c:pt idx="5">
                  <c:v>-0.026</c:v>
                </c:pt>
                <c:pt idx="6">
                  <c:v>-0.007</c:v>
                </c:pt>
                <c:pt idx="7">
                  <c:v>-0.027</c:v>
                </c:pt>
                <c:pt idx="8">
                  <c:v>-0.011</c:v>
                </c:pt>
                <c:pt idx="9">
                  <c:v>-0.016</c:v>
                </c:pt>
                <c:pt idx="10">
                  <c:v>-0.006</c:v>
                </c:pt>
                <c:pt idx="11">
                  <c:v>-0.007</c:v>
                </c:pt>
                <c:pt idx="12">
                  <c:v>0.023</c:v>
                </c:pt>
                <c:pt idx="13">
                  <c:v>0.014</c:v>
                </c:pt>
                <c:pt idx="14">
                  <c:v>0.01</c:v>
                </c:pt>
                <c:pt idx="15">
                  <c:v>-0.009</c:v>
                </c:pt>
                <c:pt idx="16">
                  <c:v>-0.024</c:v>
                </c:pt>
                <c:pt idx="17">
                  <c:v>0.015</c:v>
                </c:pt>
                <c:pt idx="18">
                  <c:v>0.025</c:v>
                </c:pt>
                <c:pt idx="19">
                  <c:v>0.015</c:v>
                </c:pt>
                <c:pt idx="20">
                  <c:v>0.045</c:v>
                </c:pt>
                <c:pt idx="21">
                  <c:v>0.06</c:v>
                </c:pt>
                <c:pt idx="22">
                  <c:v>0.056</c:v>
                </c:pt>
                <c:pt idx="23">
                  <c:v>0.041</c:v>
                </c:pt>
                <c:pt idx="24">
                  <c:v>0.028</c:v>
                </c:pt>
                <c:pt idx="25">
                  <c:v>0.028</c:v>
                </c:pt>
                <c:pt idx="26">
                  <c:v>0.026</c:v>
                </c:pt>
                <c:pt idx="27">
                  <c:v>-0.002</c:v>
                </c:pt>
                <c:pt idx="28">
                  <c:v>-0.03</c:v>
                </c:pt>
                <c:pt idx="29">
                  <c:v>-0.041</c:v>
                </c:pt>
                <c:pt idx="30">
                  <c:v>-0.004</c:v>
                </c:pt>
                <c:pt idx="31">
                  <c:v>0.036</c:v>
                </c:pt>
                <c:pt idx="32">
                  <c:v>0.066</c:v>
                </c:pt>
                <c:pt idx="33">
                  <c:v>-0.051</c:v>
                </c:pt>
                <c:pt idx="34">
                  <c:v>-0.071</c:v>
                </c:pt>
                <c:pt idx="35">
                  <c:v>-0.059</c:v>
                </c:pt>
                <c:pt idx="36">
                  <c:v>-0.04</c:v>
                </c:pt>
                <c:pt idx="37">
                  <c:v>-0.043</c:v>
                </c:pt>
                <c:pt idx="38">
                  <c:v>-0.07</c:v>
                </c:pt>
                <c:pt idx="39">
                  <c:v>-0.049</c:v>
                </c:pt>
                <c:pt idx="40">
                  <c:v>-0.031</c:v>
                </c:pt>
                <c:pt idx="41">
                  <c:v>-0.009</c:v>
                </c:pt>
                <c:pt idx="42">
                  <c:v>-0.011</c:v>
                </c:pt>
                <c:pt idx="43">
                  <c:v>0.06</c:v>
                </c:pt>
                <c:pt idx="44">
                  <c:v>0.051</c:v>
                </c:pt>
                <c:pt idx="45">
                  <c:v>0.046</c:v>
                </c:pt>
                <c:pt idx="46">
                  <c:v>0.039</c:v>
                </c:pt>
                <c:pt idx="47">
                  <c:v>0.036</c:v>
                </c:pt>
                <c:pt idx="48">
                  <c:v>0.027</c:v>
                </c:pt>
                <c:pt idx="49">
                  <c:v>-0.005</c:v>
                </c:pt>
                <c:pt idx="50">
                  <c:v>-0.054</c:v>
                </c:pt>
                <c:pt idx="51">
                  <c:v>-0.054</c:v>
                </c:pt>
                <c:pt idx="52">
                  <c:v>-0.024</c:v>
                </c:pt>
                <c:pt idx="53">
                  <c:v>0.005</c:v>
                </c:pt>
                <c:pt idx="54">
                  <c:v>0.055</c:v>
                </c:pt>
                <c:pt idx="55">
                  <c:v>0.073</c:v>
                </c:pt>
                <c:pt idx="56">
                  <c:v>0.065</c:v>
                </c:pt>
                <c:pt idx="57">
                  <c:v>0.009</c:v>
                </c:pt>
                <c:pt idx="58">
                  <c:v>-0.024</c:v>
                </c:pt>
                <c:pt idx="59">
                  <c:v>-0.05</c:v>
                </c:pt>
                <c:pt idx="60">
                  <c:v>-0.078</c:v>
                </c:pt>
                <c:pt idx="61">
                  <c:v>-0.043</c:v>
                </c:pt>
                <c:pt idx="62">
                  <c:v>-0.005</c:v>
                </c:pt>
                <c:pt idx="63">
                  <c:v>0.048</c:v>
                </c:pt>
                <c:pt idx="64">
                  <c:v>0.061</c:v>
                </c:pt>
                <c:pt idx="65">
                  <c:v>0.047</c:v>
                </c:pt>
                <c:pt idx="66">
                  <c:v>0.044</c:v>
                </c:pt>
                <c:pt idx="67">
                  <c:v>0.006</c:v>
                </c:pt>
                <c:pt idx="68">
                  <c:v>-0.02</c:v>
                </c:pt>
                <c:pt idx="69">
                  <c:v>-0.033</c:v>
                </c:pt>
                <c:pt idx="70">
                  <c:v>-0.029</c:v>
                </c:pt>
                <c:pt idx="71">
                  <c:v>-0.065</c:v>
                </c:pt>
                <c:pt idx="72">
                  <c:v>-0.046</c:v>
                </c:pt>
                <c:pt idx="73">
                  <c:v>-0.032</c:v>
                </c:pt>
                <c:pt idx="74">
                  <c:v>0.04</c:v>
                </c:pt>
                <c:pt idx="75">
                  <c:v>0.035</c:v>
                </c:pt>
                <c:pt idx="76">
                  <c:v>0.031</c:v>
                </c:pt>
                <c:pt idx="77">
                  <c:v>0.041</c:v>
                </c:pt>
                <c:pt idx="78">
                  <c:v>0.004</c:v>
                </c:pt>
                <c:pt idx="79">
                  <c:v>-0.05</c:v>
                </c:pt>
                <c:pt idx="80">
                  <c:v>-0.128</c:v>
                </c:pt>
                <c:pt idx="81">
                  <c:v>-0.142</c:v>
                </c:pt>
                <c:pt idx="82">
                  <c:v>-0.126</c:v>
                </c:pt>
                <c:pt idx="83">
                  <c:v>-0.018</c:v>
                </c:pt>
                <c:pt idx="84">
                  <c:v>0.094</c:v>
                </c:pt>
                <c:pt idx="85">
                  <c:v>0.23</c:v>
                </c:pt>
                <c:pt idx="86">
                  <c:v>0.294</c:v>
                </c:pt>
                <c:pt idx="87">
                  <c:v>0.369</c:v>
                </c:pt>
                <c:pt idx="88">
                  <c:v>0.234</c:v>
                </c:pt>
                <c:pt idx="89">
                  <c:v>0.075</c:v>
                </c:pt>
                <c:pt idx="90">
                  <c:v>-0.053</c:v>
                </c:pt>
                <c:pt idx="91">
                  <c:v>-0.242</c:v>
                </c:pt>
                <c:pt idx="92">
                  <c:v>-0.397</c:v>
                </c:pt>
                <c:pt idx="93">
                  <c:v>-0.589</c:v>
                </c:pt>
                <c:pt idx="94">
                  <c:v>-1.103</c:v>
                </c:pt>
                <c:pt idx="95">
                  <c:v>0.29</c:v>
                </c:pt>
                <c:pt idx="96">
                  <c:v>0.607</c:v>
                </c:pt>
                <c:pt idx="97">
                  <c:v>0.451</c:v>
                </c:pt>
                <c:pt idx="98">
                  <c:v>0.264</c:v>
                </c:pt>
                <c:pt idx="99">
                  <c:v>0.112</c:v>
                </c:pt>
                <c:pt idx="100">
                  <c:v>0.002</c:v>
                </c:pt>
                <c:pt idx="101">
                  <c:v>-0.144</c:v>
                </c:pt>
                <c:pt idx="102">
                  <c:v>-0.158</c:v>
                </c:pt>
                <c:pt idx="103">
                  <c:v>-0.166</c:v>
                </c:pt>
                <c:pt idx="104">
                  <c:v>-0.088</c:v>
                </c:pt>
                <c:pt idx="105">
                  <c:v>0.028</c:v>
                </c:pt>
                <c:pt idx="106">
                  <c:v>0.055</c:v>
                </c:pt>
                <c:pt idx="107">
                  <c:v>0.104</c:v>
                </c:pt>
                <c:pt idx="108">
                  <c:v>0.087</c:v>
                </c:pt>
                <c:pt idx="109">
                  <c:v>0.069</c:v>
                </c:pt>
                <c:pt idx="110">
                  <c:v>0.058</c:v>
                </c:pt>
                <c:pt idx="111">
                  <c:v>0.015</c:v>
                </c:pt>
                <c:pt idx="112">
                  <c:v>-0.006</c:v>
                </c:pt>
                <c:pt idx="113">
                  <c:v>0.019</c:v>
                </c:pt>
                <c:pt idx="114">
                  <c:v>0.027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1.5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.5"/>
          <c:min val="-1.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평균 PF_in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98.91</c:v>
                </c:pt>
                <c:pt idx="1">
                  <c:v>98.58</c:v>
                </c:pt>
                <c:pt idx="2">
                  <c:v>98.32</c:v>
                </c:pt>
                <c:pt idx="3">
                  <c:v>98.095</c:v>
                </c:pt>
                <c:pt idx="4">
                  <c:v>97.94</c:v>
                </c:pt>
                <c:pt idx="5">
                  <c:v>97.785</c:v>
                </c:pt>
                <c:pt idx="6">
                  <c:v>97.655</c:v>
                </c:pt>
                <c:pt idx="7">
                  <c:v>97.535</c:v>
                </c:pt>
                <c:pt idx="8">
                  <c:v>97.39</c:v>
                </c:pt>
                <c:pt idx="9">
                  <c:v>97.28999999999999</c:v>
                </c:pt>
                <c:pt idx="10">
                  <c:v>97.145</c:v>
                </c:pt>
                <c:pt idx="11">
                  <c:v>97.005</c:v>
                </c:pt>
                <c:pt idx="12">
                  <c:v>96.84</c:v>
                </c:pt>
                <c:pt idx="13">
                  <c:v>96.705</c:v>
                </c:pt>
                <c:pt idx="14">
                  <c:v>96.52000000000001</c:v>
                </c:pt>
                <c:pt idx="15">
                  <c:v>96.305</c:v>
                </c:pt>
                <c:pt idx="16">
                  <c:v>96.105</c:v>
                </c:pt>
                <c:pt idx="17">
                  <c:v>95.87</c:v>
                </c:pt>
                <c:pt idx="18">
                  <c:v>95.63</c:v>
                </c:pt>
                <c:pt idx="19">
                  <c:v>95.355</c:v>
                </c:pt>
                <c:pt idx="20">
                  <c:v>95.07</c:v>
                </c:pt>
                <c:pt idx="21">
                  <c:v>94.74</c:v>
                </c:pt>
                <c:pt idx="22">
                  <c:v>94.39</c:v>
                </c:pt>
                <c:pt idx="23">
                  <c:v>94.03999999999999</c:v>
                </c:pt>
                <c:pt idx="24">
                  <c:v>93.67</c:v>
                </c:pt>
                <c:pt idx="25">
                  <c:v>93.265</c:v>
                </c:pt>
                <c:pt idx="26">
                  <c:v>92.83</c:v>
                </c:pt>
                <c:pt idx="27">
                  <c:v>92.405</c:v>
                </c:pt>
                <c:pt idx="28">
                  <c:v>91.945</c:v>
                </c:pt>
                <c:pt idx="29">
                  <c:v>91.49000000000001</c:v>
                </c:pt>
                <c:pt idx="30">
                  <c:v>91.045</c:v>
                </c:pt>
                <c:pt idx="31">
                  <c:v>90.55</c:v>
                </c:pt>
                <c:pt idx="32">
                  <c:v>90.105</c:v>
                </c:pt>
                <c:pt idx="33">
                  <c:v>89.64</c:v>
                </c:pt>
                <c:pt idx="34">
                  <c:v>89.195</c:v>
                </c:pt>
                <c:pt idx="35">
                  <c:v>88.75999999999999</c:v>
                </c:pt>
                <c:pt idx="36">
                  <c:v>88.32</c:v>
                </c:pt>
                <c:pt idx="37">
                  <c:v>87.87</c:v>
                </c:pt>
                <c:pt idx="38">
                  <c:v>87.41</c:v>
                </c:pt>
                <c:pt idx="39">
                  <c:v>86.91999999999999</c:v>
                </c:pt>
                <c:pt idx="40">
                  <c:v>86.47999999999999</c:v>
                </c:pt>
                <c:pt idx="41">
                  <c:v>86.025</c:v>
                </c:pt>
                <c:pt idx="42">
                  <c:v>85.495</c:v>
                </c:pt>
                <c:pt idx="43">
                  <c:v>85</c:v>
                </c:pt>
                <c:pt idx="44">
                  <c:v>84.49000000000001</c:v>
                </c:pt>
                <c:pt idx="45">
                  <c:v>83.935</c:v>
                </c:pt>
                <c:pt idx="46">
                  <c:v>83.39</c:v>
                </c:pt>
                <c:pt idx="47">
                  <c:v>82.785</c:v>
                </c:pt>
                <c:pt idx="48">
                  <c:v>82.18</c:v>
                </c:pt>
                <c:pt idx="49">
                  <c:v>81.56</c:v>
                </c:pt>
                <c:pt idx="50">
                  <c:v>80.905</c:v>
                </c:pt>
                <c:pt idx="51">
                  <c:v>80.255</c:v>
                </c:pt>
                <c:pt idx="52">
                  <c:v>79.615</c:v>
                </c:pt>
                <c:pt idx="53">
                  <c:v>78.97</c:v>
                </c:pt>
                <c:pt idx="54">
                  <c:v>78.34</c:v>
                </c:pt>
                <c:pt idx="55">
                  <c:v>77.755</c:v>
                </c:pt>
                <c:pt idx="56">
                  <c:v>77.185</c:v>
                </c:pt>
                <c:pt idx="57">
                  <c:v>76.68</c:v>
                </c:pt>
                <c:pt idx="58">
                  <c:v>76.16499999999999</c:v>
                </c:pt>
                <c:pt idx="59">
                  <c:v>75.71000000000001</c:v>
                </c:pt>
                <c:pt idx="60">
                  <c:v>75.265</c:v>
                </c:pt>
                <c:pt idx="61">
                  <c:v>74.89</c:v>
                </c:pt>
                <c:pt idx="62">
                  <c:v>74.5</c:v>
                </c:pt>
                <c:pt idx="63">
                  <c:v>74.13999999999999</c:v>
                </c:pt>
                <c:pt idx="64">
                  <c:v>73.76499999999999</c:v>
                </c:pt>
                <c:pt idx="65">
                  <c:v>73.435</c:v>
                </c:pt>
                <c:pt idx="66">
                  <c:v>73.12</c:v>
                </c:pt>
                <c:pt idx="67">
                  <c:v>72.745</c:v>
                </c:pt>
                <c:pt idx="68">
                  <c:v>72.405</c:v>
                </c:pt>
                <c:pt idx="69">
                  <c:v>72.055</c:v>
                </c:pt>
                <c:pt idx="70">
                  <c:v>71.67</c:v>
                </c:pt>
                <c:pt idx="71">
                  <c:v>71.31</c:v>
                </c:pt>
                <c:pt idx="72">
                  <c:v>70.905</c:v>
                </c:pt>
                <c:pt idx="73">
                  <c:v>70.475</c:v>
                </c:pt>
                <c:pt idx="74">
                  <c:v>70.045</c:v>
                </c:pt>
                <c:pt idx="75">
                  <c:v>69.58000000000001</c:v>
                </c:pt>
                <c:pt idx="76">
                  <c:v>69.105</c:v>
                </c:pt>
                <c:pt idx="77">
                  <c:v>68.59</c:v>
                </c:pt>
                <c:pt idx="78">
                  <c:v>67.995</c:v>
                </c:pt>
                <c:pt idx="79">
                  <c:v>67.385</c:v>
                </c:pt>
                <c:pt idx="80">
                  <c:v>66.725</c:v>
                </c:pt>
                <c:pt idx="81">
                  <c:v>66.045</c:v>
                </c:pt>
                <c:pt idx="82">
                  <c:v>65.28</c:v>
                </c:pt>
                <c:pt idx="83">
                  <c:v>64.515</c:v>
                </c:pt>
                <c:pt idx="84">
                  <c:v>63.769999999999996</c:v>
                </c:pt>
                <c:pt idx="85">
                  <c:v>62.974999999999994</c:v>
                </c:pt>
                <c:pt idx="86">
                  <c:v>62.21</c:v>
                </c:pt>
                <c:pt idx="87">
                  <c:v>61.415</c:v>
                </c:pt>
                <c:pt idx="88">
                  <c:v>60.605000000000004</c:v>
                </c:pt>
                <c:pt idx="89">
                  <c:v>59.78</c:v>
                </c:pt>
                <c:pt idx="90">
                  <c:v>58.935</c:v>
                </c:pt>
                <c:pt idx="91">
                  <c:v>58.084999999999994</c:v>
                </c:pt>
                <c:pt idx="92">
                  <c:v>57.185</c:v>
                </c:pt>
                <c:pt idx="93">
                  <c:v>56.27</c:v>
                </c:pt>
                <c:pt idx="94">
                  <c:v>55.36</c:v>
                </c:pt>
                <c:pt idx="95">
                  <c:v>54.415</c:v>
                </c:pt>
                <c:pt idx="96">
                  <c:v>53.45</c:v>
                </c:pt>
                <c:pt idx="97">
                  <c:v>52.415</c:v>
                </c:pt>
                <c:pt idx="98">
                  <c:v>51.379999999999995</c:v>
                </c:pt>
                <c:pt idx="99">
                  <c:v>50.335</c:v>
                </c:pt>
                <c:pt idx="100">
                  <c:v>49.265</c:v>
                </c:pt>
                <c:pt idx="101">
                  <c:v>48.144999999999996</c:v>
                </c:pt>
                <c:pt idx="102">
                  <c:v>47.04</c:v>
                </c:pt>
                <c:pt idx="103">
                  <c:v>45.894999999999996</c:v>
                </c:pt>
                <c:pt idx="104">
                  <c:v>44.75</c:v>
                </c:pt>
                <c:pt idx="105">
                  <c:v>43.6</c:v>
                </c:pt>
                <c:pt idx="106">
                  <c:v>42.415</c:v>
                </c:pt>
                <c:pt idx="107">
                  <c:v>41.235</c:v>
                </c:pt>
                <c:pt idx="108">
                  <c:v>40.065</c:v>
                </c:pt>
                <c:pt idx="109">
                  <c:v>38.875</c:v>
                </c:pt>
                <c:pt idx="110">
                  <c:v>37.665000000000006</c:v>
                </c:pt>
                <c:pt idx="111">
                  <c:v>36.445</c:v>
                </c:pt>
                <c:pt idx="112">
                  <c:v>35.254999999999995</c:v>
                </c:pt>
                <c:pt idx="113">
                  <c:v>34.06</c:v>
                </c:pt>
                <c:pt idx="114">
                  <c:v>32.83</c:v>
                </c:pt>
                <c:pt idx="115">
                  <c:v>31.645000000000003</c:v>
                </c:pt>
                <c:pt idx="116">
                  <c:v>30.455</c:v>
                </c:pt>
                <c:pt idx="117">
                  <c:v>29.275</c:v>
                </c:pt>
                <c:pt idx="118">
                  <c:v>28.075</c:v>
                </c:pt>
                <c:pt idx="119">
                  <c:v>26.92</c:v>
                </c:pt>
                <c:pt idx="120">
                  <c:v>25.740000000000002</c:v>
                </c:pt>
                <c:pt idx="121">
                  <c:v>24.61</c:v>
                </c:pt>
                <c:pt idx="122">
                  <c:v>23.455</c:v>
                </c:pt>
                <c:pt idx="123">
                  <c:v>22.325000000000003</c:v>
                </c:pt>
                <c:pt idx="124">
                  <c:v>21.215</c:v>
                </c:pt>
                <c:pt idx="125">
                  <c:v>20.095</c:v>
                </c:pt>
                <c:pt idx="126">
                  <c:v>19.035</c:v>
                </c:pt>
                <c:pt idx="127">
                  <c:v>17.924999999999997</c:v>
                </c:pt>
                <c:pt idx="128">
                  <c:v>16.835</c:v>
                </c:pt>
                <c:pt idx="129">
                  <c:v>15.725</c:v>
                </c:pt>
                <c:pt idx="130">
                  <c:v>14.68</c:v>
                </c:pt>
                <c:pt idx="131">
                  <c:v>13.614999999999998</c:v>
                </c:pt>
                <c:pt idx="132">
                  <c:v>12.585</c:v>
                </c:pt>
                <c:pt idx="133">
                  <c:v>11.605</c:v>
                </c:pt>
                <c:pt idx="134">
                  <c:v>10.59</c:v>
                </c:pt>
                <c:pt idx="135">
                  <c:v>9.625</c:v>
                </c:pt>
                <c:pt idx="136">
                  <c:v>8.73</c:v>
                </c:pt>
                <c:pt idx="137">
                  <c:v>7.824999999999999</c:v>
                </c:pt>
                <c:pt idx="138">
                  <c:v>6.975</c:v>
                </c:pt>
                <c:pt idx="139">
                  <c:v>6.13</c:v>
                </c:pt>
                <c:pt idx="140">
                  <c:v>5.300000000000001</c:v>
                </c:pt>
                <c:pt idx="141">
                  <c:v>4.525</c:v>
                </c:pt>
                <c:pt idx="142">
                  <c:v>3.7350000000000003</c:v>
                </c:pt>
                <c:pt idx="143">
                  <c:v>2.95</c:v>
                </c:pt>
                <c:pt idx="144">
                  <c:v>2.205</c:v>
                </c:pt>
                <c:pt idx="145">
                  <c:v>1.455</c:v>
                </c:pt>
                <c:pt idx="146">
                  <c:v>0.74</c:v>
                </c:pt>
                <c:pt idx="147">
                  <c:v>0.035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평균 PF_in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99.6</c:v>
                </c:pt>
                <c:pt idx="1">
                  <c:v>99.4</c:v>
                </c:pt>
                <c:pt idx="2">
                  <c:v>99.20500000000001</c:v>
                </c:pt>
                <c:pt idx="3">
                  <c:v>99.065</c:v>
                </c:pt>
                <c:pt idx="4">
                  <c:v>98.96000000000001</c:v>
                </c:pt>
                <c:pt idx="5">
                  <c:v>98.87</c:v>
                </c:pt>
                <c:pt idx="6">
                  <c:v>98.82</c:v>
                </c:pt>
                <c:pt idx="7">
                  <c:v>98.75</c:v>
                </c:pt>
                <c:pt idx="8">
                  <c:v>98.655</c:v>
                </c:pt>
                <c:pt idx="9">
                  <c:v>98.56</c:v>
                </c:pt>
                <c:pt idx="10">
                  <c:v>98.445</c:v>
                </c:pt>
                <c:pt idx="11">
                  <c:v>98.38499999999999</c:v>
                </c:pt>
                <c:pt idx="12">
                  <c:v>98.22999999999999</c:v>
                </c:pt>
                <c:pt idx="13">
                  <c:v>98.11</c:v>
                </c:pt>
                <c:pt idx="14">
                  <c:v>98.02000000000001</c:v>
                </c:pt>
                <c:pt idx="15">
                  <c:v>97.82</c:v>
                </c:pt>
                <c:pt idx="16">
                  <c:v>97.645</c:v>
                </c:pt>
                <c:pt idx="17">
                  <c:v>97.425</c:v>
                </c:pt>
                <c:pt idx="18">
                  <c:v>97.195</c:v>
                </c:pt>
                <c:pt idx="19">
                  <c:v>96.97</c:v>
                </c:pt>
                <c:pt idx="20">
                  <c:v>96.74000000000001</c:v>
                </c:pt>
                <c:pt idx="21">
                  <c:v>96.41</c:v>
                </c:pt>
                <c:pt idx="22">
                  <c:v>96.10499999999999</c:v>
                </c:pt>
                <c:pt idx="23">
                  <c:v>95.785</c:v>
                </c:pt>
                <c:pt idx="24">
                  <c:v>95.42</c:v>
                </c:pt>
                <c:pt idx="25">
                  <c:v>95.045</c:v>
                </c:pt>
                <c:pt idx="26">
                  <c:v>94.66499999999999</c:v>
                </c:pt>
                <c:pt idx="27">
                  <c:v>94.31</c:v>
                </c:pt>
                <c:pt idx="28">
                  <c:v>93.88</c:v>
                </c:pt>
                <c:pt idx="29">
                  <c:v>93.5</c:v>
                </c:pt>
                <c:pt idx="30">
                  <c:v>93.13999999999999</c:v>
                </c:pt>
                <c:pt idx="31">
                  <c:v>92.755</c:v>
                </c:pt>
                <c:pt idx="32">
                  <c:v>92.4</c:v>
                </c:pt>
                <c:pt idx="33">
                  <c:v>92.03</c:v>
                </c:pt>
                <c:pt idx="34">
                  <c:v>91.78</c:v>
                </c:pt>
                <c:pt idx="35">
                  <c:v>91.505</c:v>
                </c:pt>
                <c:pt idx="36">
                  <c:v>91.25</c:v>
                </c:pt>
                <c:pt idx="37">
                  <c:v>90.985</c:v>
                </c:pt>
                <c:pt idx="38">
                  <c:v>90.78</c:v>
                </c:pt>
                <c:pt idx="39">
                  <c:v>90.55</c:v>
                </c:pt>
                <c:pt idx="40">
                  <c:v>90.34</c:v>
                </c:pt>
                <c:pt idx="41">
                  <c:v>90.15</c:v>
                </c:pt>
                <c:pt idx="42">
                  <c:v>89.985</c:v>
                </c:pt>
                <c:pt idx="43">
                  <c:v>89.85</c:v>
                </c:pt>
                <c:pt idx="44">
                  <c:v>89.735</c:v>
                </c:pt>
                <c:pt idx="45">
                  <c:v>89.575</c:v>
                </c:pt>
                <c:pt idx="46">
                  <c:v>89.445</c:v>
                </c:pt>
                <c:pt idx="47">
                  <c:v>89.25999999999999</c:v>
                </c:pt>
                <c:pt idx="48">
                  <c:v>89.1</c:v>
                </c:pt>
                <c:pt idx="49">
                  <c:v>88.905</c:v>
                </c:pt>
                <c:pt idx="50">
                  <c:v>88.725</c:v>
                </c:pt>
                <c:pt idx="51">
                  <c:v>88.5</c:v>
                </c:pt>
                <c:pt idx="52">
                  <c:v>88.265</c:v>
                </c:pt>
                <c:pt idx="53">
                  <c:v>87.945</c:v>
                </c:pt>
                <c:pt idx="54">
                  <c:v>87.53</c:v>
                </c:pt>
                <c:pt idx="55">
                  <c:v>87.1</c:v>
                </c:pt>
                <c:pt idx="56">
                  <c:v>86.5</c:v>
                </c:pt>
                <c:pt idx="57">
                  <c:v>85.83</c:v>
                </c:pt>
                <c:pt idx="58">
                  <c:v>85.015</c:v>
                </c:pt>
                <c:pt idx="59">
                  <c:v>84.07</c:v>
                </c:pt>
                <c:pt idx="60">
                  <c:v>82.975</c:v>
                </c:pt>
                <c:pt idx="61">
                  <c:v>81.76</c:v>
                </c:pt>
                <c:pt idx="62">
                  <c:v>80.38</c:v>
                </c:pt>
                <c:pt idx="63">
                  <c:v>78.91499999999999</c:v>
                </c:pt>
                <c:pt idx="64">
                  <c:v>77.255</c:v>
                </c:pt>
                <c:pt idx="65">
                  <c:v>75.555</c:v>
                </c:pt>
                <c:pt idx="66">
                  <c:v>73.72</c:v>
                </c:pt>
                <c:pt idx="67">
                  <c:v>71.73</c:v>
                </c:pt>
                <c:pt idx="68">
                  <c:v>69.63499999999999</c:v>
                </c:pt>
                <c:pt idx="69">
                  <c:v>67.44</c:v>
                </c:pt>
                <c:pt idx="70">
                  <c:v>65.12</c:v>
                </c:pt>
                <c:pt idx="71">
                  <c:v>62.675</c:v>
                </c:pt>
                <c:pt idx="72">
                  <c:v>60.175</c:v>
                </c:pt>
                <c:pt idx="73">
                  <c:v>57.5</c:v>
                </c:pt>
                <c:pt idx="74">
                  <c:v>54.685</c:v>
                </c:pt>
                <c:pt idx="75">
                  <c:v>51.775</c:v>
                </c:pt>
                <c:pt idx="76">
                  <c:v>48.67</c:v>
                </c:pt>
                <c:pt idx="77">
                  <c:v>45.394999999999996</c:v>
                </c:pt>
                <c:pt idx="78">
                  <c:v>41.91</c:v>
                </c:pt>
                <c:pt idx="79">
                  <c:v>38.19</c:v>
                </c:pt>
                <c:pt idx="80">
                  <c:v>34.16</c:v>
                </c:pt>
                <c:pt idx="81">
                  <c:v>29.84</c:v>
                </c:pt>
                <c:pt idx="82">
                  <c:v>25.125</c:v>
                </c:pt>
                <c:pt idx="83">
                  <c:v>20.02</c:v>
                </c:pt>
                <c:pt idx="84">
                  <c:v>14.475000000000001</c:v>
                </c:pt>
                <c:pt idx="85">
                  <c:v>8.695</c:v>
                </c:pt>
                <c:pt idx="86">
                  <c:v>4.595</c:v>
                </c:pt>
                <c:pt idx="87">
                  <c:v>3.7800000000000002</c:v>
                </c:pt>
                <c:pt idx="88">
                  <c:v>3.12</c:v>
                </c:pt>
                <c:pt idx="89">
                  <c:v>2.2800000000000002</c:v>
                </c:pt>
                <c:pt idx="90">
                  <c:v>1.99</c:v>
                </c:pt>
                <c:pt idx="91">
                  <c:v>1.905</c:v>
                </c:pt>
                <c:pt idx="92">
                  <c:v>1.855</c:v>
                </c:pt>
                <c:pt idx="93">
                  <c:v>1.85</c:v>
                </c:pt>
                <c:pt idx="94">
                  <c:v>1.82</c:v>
                </c:pt>
                <c:pt idx="95">
                  <c:v>1.7850000000000001</c:v>
                </c:pt>
                <c:pt idx="96">
                  <c:v>1.72</c:v>
                </c:pt>
                <c:pt idx="97">
                  <c:v>1.715</c:v>
                </c:pt>
                <c:pt idx="98">
                  <c:v>1.6400000000000001</c:v>
                </c:pt>
                <c:pt idx="99">
                  <c:v>1.62</c:v>
                </c:pt>
                <c:pt idx="100">
                  <c:v>1.56</c:v>
                </c:pt>
                <c:pt idx="101">
                  <c:v>1.545</c:v>
                </c:pt>
                <c:pt idx="102">
                  <c:v>1.4649999999999999</c:v>
                </c:pt>
                <c:pt idx="103">
                  <c:v>1.415</c:v>
                </c:pt>
                <c:pt idx="104">
                  <c:v>1.4</c:v>
                </c:pt>
                <c:pt idx="105">
                  <c:v>1.335</c:v>
                </c:pt>
                <c:pt idx="106">
                  <c:v>1.2650000000000001</c:v>
                </c:pt>
                <c:pt idx="107">
                  <c:v>1.22</c:v>
                </c:pt>
                <c:pt idx="108">
                  <c:v>1.145</c:v>
                </c:pt>
                <c:pt idx="109">
                  <c:v>1.0899999999999999</c:v>
                </c:pt>
                <c:pt idx="110">
                  <c:v>1.01</c:v>
                </c:pt>
                <c:pt idx="111">
                  <c:v>0.9650000000000001</c:v>
                </c:pt>
                <c:pt idx="112">
                  <c:v>0.88</c:v>
                </c:pt>
                <c:pt idx="113">
                  <c:v>0.825</c:v>
                </c:pt>
                <c:pt idx="114">
                  <c:v>0.73</c:v>
                </c:pt>
                <c:pt idx="115">
                  <c:v>0.7150000000000001</c:v>
                </c:pt>
                <c:pt idx="116">
                  <c:v>0.6499999999999999</c:v>
                </c:pt>
                <c:pt idx="117">
                  <c:v>0.6299999999999999</c:v>
                </c:pt>
                <c:pt idx="118">
                  <c:v>0.6000000000000001</c:v>
                </c:pt>
                <c:pt idx="119">
                  <c:v>0.5700000000000001</c:v>
                </c:pt>
                <c:pt idx="120">
                  <c:v>0.51</c:v>
                </c:pt>
                <c:pt idx="121">
                  <c:v>0.515</c:v>
                </c:pt>
                <c:pt idx="122">
                  <c:v>0.47000000000000003</c:v>
                </c:pt>
                <c:pt idx="123">
                  <c:v>0.435</c:v>
                </c:pt>
                <c:pt idx="124">
                  <c:v>0.395</c:v>
                </c:pt>
                <c:pt idx="125">
                  <c:v>0.39</c:v>
                </c:pt>
                <c:pt idx="126">
                  <c:v>0.36</c:v>
                </c:pt>
                <c:pt idx="127">
                  <c:v>0.325</c:v>
                </c:pt>
                <c:pt idx="128">
                  <c:v>0.265</c:v>
                </c:pt>
                <c:pt idx="129">
                  <c:v>0.31</c:v>
                </c:pt>
                <c:pt idx="130">
                  <c:v>0.27</c:v>
                </c:pt>
                <c:pt idx="131">
                  <c:v>0.27</c:v>
                </c:pt>
                <c:pt idx="132">
                  <c:v>0.255</c:v>
                </c:pt>
                <c:pt idx="133">
                  <c:v>0.22</c:v>
                </c:pt>
                <c:pt idx="134">
                  <c:v>0.20500000000000002</c:v>
                </c:pt>
                <c:pt idx="135">
                  <c:v>0.17</c:v>
                </c:pt>
                <c:pt idx="136">
                  <c:v>0.16999999999999998</c:v>
                </c:pt>
                <c:pt idx="137">
                  <c:v>0.125</c:v>
                </c:pt>
                <c:pt idx="138">
                  <c:v>0.12</c:v>
                </c:pt>
                <c:pt idx="139">
                  <c:v>0.05500000000000001</c:v>
                </c:pt>
                <c:pt idx="140">
                  <c:v>0.045</c:v>
                </c:pt>
                <c:pt idx="141">
                  <c:v>0.05500000000000001</c:v>
                </c:pt>
                <c:pt idx="142">
                  <c:v>0.04</c:v>
                </c:pt>
                <c:pt idx="143">
                  <c:v>0.055</c:v>
                </c:pt>
                <c:pt idx="144">
                  <c:v>0.015</c:v>
                </c:pt>
                <c:pt idx="145">
                  <c:v>0.02</c:v>
                </c:pt>
                <c:pt idx="146">
                  <c:v>0</c:v>
                </c:pt>
                <c:pt idx="147">
                  <c:v>0.015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DTG PF_in</c:v>
                </c:pt>
              </c:strCache>
            </c:strRef>
          </c:tx>
          <c:spPr>
            <a:solidFill>
              <a:srgbClr val="4B5563"/>
            </a:solidFill>
            <a:ln w="2222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0.07465</c:v>
                </c:pt>
                <c:pt idx="1">
                  <c:v>0.05695</c:v>
                </c:pt>
                <c:pt idx="2">
                  <c:v>0.0504</c:v>
                </c:pt>
                <c:pt idx="3">
                  <c:v>0.03705</c:v>
                </c:pt>
                <c:pt idx="4">
                  <c:v>0.0303</c:v>
                </c:pt>
                <c:pt idx="5">
                  <c:v>0.0309</c:v>
                </c:pt>
                <c:pt idx="6">
                  <c:v>0.023649999999999997</c:v>
                </c:pt>
                <c:pt idx="7">
                  <c:v>0.030899999999999997</c:v>
                </c:pt>
                <c:pt idx="8">
                  <c:v>0.02215</c:v>
                </c:pt>
                <c:pt idx="9">
                  <c:v>0.0247</c:v>
                </c:pt>
                <c:pt idx="10">
                  <c:v>0.03275</c:v>
                </c:pt>
                <c:pt idx="11">
                  <c:v>0.027549999999999998</c:v>
                </c:pt>
                <c:pt idx="12">
                  <c:v>0.03115</c:v>
                </c:pt>
                <c:pt idx="13">
                  <c:v>0.03325</c:v>
                </c:pt>
                <c:pt idx="14">
                  <c:v>0.03925</c:v>
                </c:pt>
                <c:pt idx="15">
                  <c:v>0.0416</c:v>
                </c:pt>
                <c:pt idx="16">
                  <c:v>0.04415</c:v>
                </c:pt>
                <c:pt idx="17">
                  <c:v>0.0483</c:v>
                </c:pt>
                <c:pt idx="18">
                  <c:v>0.0498</c:v>
                </c:pt>
                <c:pt idx="19">
                  <c:v>0.0558</c:v>
                </c:pt>
                <c:pt idx="20">
                  <c:v>0.06420000000000001</c:v>
                </c:pt>
                <c:pt idx="21">
                  <c:v>0.06705</c:v>
                </c:pt>
                <c:pt idx="22">
                  <c:v>0.0731</c:v>
                </c:pt>
                <c:pt idx="23">
                  <c:v>0.07525</c:v>
                </c:pt>
                <c:pt idx="24">
                  <c:v>0.0754</c:v>
                </c:pt>
                <c:pt idx="25">
                  <c:v>0.079</c:v>
                </c:pt>
                <c:pt idx="26">
                  <c:v>0.08735</c:v>
                </c:pt>
                <c:pt idx="27">
                  <c:v>0.08695</c:v>
                </c:pt>
                <c:pt idx="28">
                  <c:v>0.088</c:v>
                </c:pt>
                <c:pt idx="29">
                  <c:v>0.09359999999999999</c:v>
                </c:pt>
                <c:pt idx="30">
                  <c:v>0.08945</c:v>
                </c:pt>
                <c:pt idx="31">
                  <c:v>0.0991</c:v>
                </c:pt>
                <c:pt idx="32">
                  <c:v>0.0933</c:v>
                </c:pt>
                <c:pt idx="33">
                  <c:v>0.0924</c:v>
                </c:pt>
                <c:pt idx="34">
                  <c:v>0.0835</c:v>
                </c:pt>
                <c:pt idx="35">
                  <c:v>0.08835000000000001</c:v>
                </c:pt>
                <c:pt idx="36">
                  <c:v>0.08775</c:v>
                </c:pt>
                <c:pt idx="37">
                  <c:v>0.08915000000000001</c:v>
                </c:pt>
                <c:pt idx="38">
                  <c:v>0.0969</c:v>
                </c:pt>
                <c:pt idx="39">
                  <c:v>0.0897</c:v>
                </c:pt>
                <c:pt idx="40">
                  <c:v>0.0926</c:v>
                </c:pt>
                <c:pt idx="41">
                  <c:v>0.0963</c:v>
                </c:pt>
                <c:pt idx="42">
                  <c:v>0.10145000000000001</c:v>
                </c:pt>
                <c:pt idx="43">
                  <c:v>0.1006</c:v>
                </c:pt>
                <c:pt idx="44">
                  <c:v>0.1104</c:v>
                </c:pt>
                <c:pt idx="45">
                  <c:v>0.10935</c:v>
                </c:pt>
                <c:pt idx="46">
                  <c:v>0.1171</c:v>
                </c:pt>
                <c:pt idx="47">
                  <c:v>0.11624999999999999</c:v>
                </c:pt>
                <c:pt idx="48">
                  <c:v>0.1246</c:v>
                </c:pt>
                <c:pt idx="49">
                  <c:v>0.1268</c:v>
                </c:pt>
                <c:pt idx="50">
                  <c:v>0.13255</c:v>
                </c:pt>
                <c:pt idx="51">
                  <c:v>0.1306</c:v>
                </c:pt>
                <c:pt idx="52">
                  <c:v>0.12845</c:v>
                </c:pt>
                <c:pt idx="53">
                  <c:v>0.1269</c:v>
                </c:pt>
                <c:pt idx="54">
                  <c:v>0.123</c:v>
                </c:pt>
                <c:pt idx="55">
                  <c:v>0.11555</c:v>
                </c:pt>
                <c:pt idx="56">
                  <c:v>0.10669999999999999</c:v>
                </c:pt>
                <c:pt idx="57">
                  <c:v>0.1074</c:v>
                </c:pt>
                <c:pt idx="58">
                  <c:v>0.0956</c:v>
                </c:pt>
                <c:pt idx="59">
                  <c:v>0.08885</c:v>
                </c:pt>
                <c:pt idx="60">
                  <c:v>0.08449999999999999</c:v>
                </c:pt>
                <c:pt idx="61">
                  <c:v>0.07505</c:v>
                </c:pt>
                <c:pt idx="62">
                  <c:v>0.07365</c:v>
                </c:pt>
                <c:pt idx="63">
                  <c:v>0.07305</c:v>
                </c:pt>
                <c:pt idx="64">
                  <c:v>0.06420000000000001</c:v>
                </c:pt>
                <c:pt idx="65">
                  <c:v>0.0702</c:v>
                </c:pt>
                <c:pt idx="66">
                  <c:v>0.0689</c:v>
                </c:pt>
                <c:pt idx="67">
                  <c:v>0.07185</c:v>
                </c:pt>
                <c:pt idx="68">
                  <c:v>0.06795000000000001</c:v>
                </c:pt>
                <c:pt idx="69">
                  <c:v>0.0759</c:v>
                </c:pt>
                <c:pt idx="70">
                  <c:v>0.07025</c:v>
                </c:pt>
                <c:pt idx="71">
                  <c:v>0.0801</c:v>
                </c:pt>
                <c:pt idx="72">
                  <c:v>0.08315</c:v>
                </c:pt>
                <c:pt idx="73">
                  <c:v>0.08365</c:v>
                </c:pt>
                <c:pt idx="74">
                  <c:v>0.09025</c:v>
                </c:pt>
                <c:pt idx="75">
                  <c:v>0.08745</c:v>
                </c:pt>
                <c:pt idx="76">
                  <c:v>0.1027</c:v>
                </c:pt>
                <c:pt idx="77">
                  <c:v>0.10805000000000001</c:v>
                </c:pt>
                <c:pt idx="78">
                  <c:v>0.11599999999999999</c:v>
                </c:pt>
                <c:pt idx="79">
                  <c:v>0.12995</c:v>
                </c:pt>
                <c:pt idx="80">
                  <c:v>0.13269999999999998</c:v>
                </c:pt>
                <c:pt idx="81">
                  <c:v>0.152</c:v>
                </c:pt>
                <c:pt idx="82">
                  <c:v>0.1476</c:v>
                </c:pt>
                <c:pt idx="83">
                  <c:v>0.152</c:v>
                </c:pt>
                <c:pt idx="84">
                  <c:v>0.15505000000000002</c:v>
                </c:pt>
                <c:pt idx="85">
                  <c:v>0.15234999999999999</c:v>
                </c:pt>
                <c:pt idx="86">
                  <c:v>0.1608</c:v>
                </c:pt>
                <c:pt idx="87">
                  <c:v>0.1594</c:v>
                </c:pt>
                <c:pt idx="88">
                  <c:v>0.16925</c:v>
                </c:pt>
                <c:pt idx="89">
                  <c:v>0.1708</c:v>
                </c:pt>
                <c:pt idx="90">
                  <c:v>0.16895</c:v>
                </c:pt>
                <c:pt idx="91">
                  <c:v>0.1758</c:v>
                </c:pt>
                <c:pt idx="92">
                  <c:v>0.18185</c:v>
                </c:pt>
                <c:pt idx="93">
                  <c:v>0.18005</c:v>
                </c:pt>
                <c:pt idx="94">
                  <c:v>0.18525</c:v>
                </c:pt>
                <c:pt idx="95">
                  <c:v>0.19525</c:v>
                </c:pt>
                <c:pt idx="96">
                  <c:v>0.1932</c:v>
                </c:pt>
                <c:pt idx="97">
                  <c:v>0.2114</c:v>
                </c:pt>
                <c:pt idx="98">
                  <c:v>0.2113</c:v>
                </c:pt>
                <c:pt idx="99">
                  <c:v>0.21645</c:v>
                </c:pt>
                <c:pt idx="100">
                  <c:v>0.21715</c:v>
                </c:pt>
                <c:pt idx="101">
                  <c:v>0.2187</c:v>
                </c:pt>
                <c:pt idx="102">
                  <c:v>0.22485</c:v>
                </c:pt>
                <c:pt idx="103">
                  <c:v>0.2219</c:v>
                </c:pt>
                <c:pt idx="104">
                  <c:v>0.23415</c:v>
                </c:pt>
                <c:pt idx="105">
                  <c:v>0.23105</c:v>
                </c:pt>
                <c:pt idx="106">
                  <c:v>0.238</c:v>
                </c:pt>
                <c:pt idx="107">
                  <c:v>0.2392</c:v>
                </c:pt>
                <c:pt idx="108">
                  <c:v>0.22945</c:v>
                </c:pt>
                <c:pt idx="109">
                  <c:v>0.245</c:v>
                </c:pt>
                <c:pt idx="110">
                  <c:v>0.24295</c:v>
                </c:pt>
                <c:pt idx="111">
                  <c:v>0.24095</c:v>
                </c:pt>
                <c:pt idx="112">
                  <c:v>0.2386</c:v>
                </c:pt>
                <c:pt idx="113">
                  <c:v>0.24155</c:v>
                </c:pt>
                <c:pt idx="114">
                  <c:v>0.23745</c:v>
                </c:pt>
                <c:pt idx="115">
                  <c:v>0.23375</c:v>
                </c:pt>
                <c:pt idx="116">
                  <c:v>0.236</c:v>
                </c:pt>
                <c:pt idx="117">
                  <c:v>0.2394</c:v>
                </c:pt>
                <c:pt idx="118">
                  <c:v>0.22999999999999998</c:v>
                </c:pt>
                <c:pt idx="119">
                  <c:v>0.23795</c:v>
                </c:pt>
                <c:pt idx="120">
                  <c:v>0.2332</c:v>
                </c:pt>
                <c:pt idx="121">
                  <c:v>0.2311</c:v>
                </c:pt>
                <c:pt idx="122">
                  <c:v>0.2228</c:v>
                </c:pt>
                <c:pt idx="123">
                  <c:v>0.2245</c:v>
                </c:pt>
                <c:pt idx="124">
                  <c:v>0.22275</c:v>
                </c:pt>
                <c:pt idx="125">
                  <c:v>0.2157</c:v>
                </c:pt>
                <c:pt idx="126">
                  <c:v>0.2143</c:v>
                </c:pt>
                <c:pt idx="127">
                  <c:v>0.2249</c:v>
                </c:pt>
                <c:pt idx="128">
                  <c:v>0.2203</c:v>
                </c:pt>
                <c:pt idx="129">
                  <c:v>0.20879999999999999</c:v>
                </c:pt>
                <c:pt idx="130">
                  <c:v>0.2172</c:v>
                </c:pt>
                <c:pt idx="131">
                  <c:v>0.21305</c:v>
                </c:pt>
                <c:pt idx="132">
                  <c:v>0.20229999999999998</c:v>
                </c:pt>
                <c:pt idx="133">
                  <c:v>0.1976</c:v>
                </c:pt>
                <c:pt idx="134">
                  <c:v>0.19774999999999998</c:v>
                </c:pt>
                <c:pt idx="135">
                  <c:v>0.18380000000000002</c:v>
                </c:pt>
                <c:pt idx="136">
                  <c:v>0.18085</c:v>
                </c:pt>
                <c:pt idx="137">
                  <c:v>0.16925</c:v>
                </c:pt>
                <c:pt idx="138">
                  <c:v>0.17375000000000002</c:v>
                </c:pt>
                <c:pt idx="139">
                  <c:v>0.16959999999999997</c:v>
                </c:pt>
                <c:pt idx="140">
                  <c:v>0.15315</c:v>
                </c:pt>
                <c:pt idx="141">
                  <c:v>0.15815</c:v>
                </c:pt>
                <c:pt idx="142">
                  <c:v>0.15365</c:v>
                </c:pt>
                <c:pt idx="143">
                  <c:v>0.1555</c:v>
                </c:pt>
                <c:pt idx="144">
                  <c:v>0.14534999999999998</c:v>
                </c:pt>
                <c:pt idx="145">
                  <c:v>0.1469</c:v>
                </c:pt>
                <c:pt idx="146">
                  <c:v>0.1443</c:v>
                </c:pt>
                <c:pt idx="147">
                  <c:v>0.14245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 DTG PF_in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0.045149999999999996</c:v>
                </c:pt>
                <c:pt idx="1">
                  <c:v>0.0364</c:v>
                </c:pt>
                <c:pt idx="2">
                  <c:v>0.03275</c:v>
                </c:pt>
                <c:pt idx="3">
                  <c:v>0.03085</c:v>
                </c:pt>
                <c:pt idx="4">
                  <c:v>0.01725</c:v>
                </c:pt>
                <c:pt idx="5">
                  <c:v>0.01225</c:v>
                </c:pt>
                <c:pt idx="6">
                  <c:v>0.01845</c:v>
                </c:pt>
                <c:pt idx="7">
                  <c:v>0.0181</c:v>
                </c:pt>
                <c:pt idx="8">
                  <c:v>0.01655</c:v>
                </c:pt>
                <c:pt idx="9">
                  <c:v>0.019799999999999998</c:v>
                </c:pt>
                <c:pt idx="10">
                  <c:v>0.02045</c:v>
                </c:pt>
                <c:pt idx="11">
                  <c:v>0.0133</c:v>
                </c:pt>
                <c:pt idx="12">
                  <c:v>0.03405</c:v>
                </c:pt>
                <c:pt idx="13">
                  <c:v>0.019450000000000002</c:v>
                </c:pt>
                <c:pt idx="14">
                  <c:v>0.0259</c:v>
                </c:pt>
                <c:pt idx="15">
                  <c:v>0.03945</c:v>
                </c:pt>
                <c:pt idx="16">
                  <c:v>0.03455</c:v>
                </c:pt>
                <c:pt idx="17">
                  <c:v>0.0477</c:v>
                </c:pt>
                <c:pt idx="18">
                  <c:v>0.04365</c:v>
                </c:pt>
                <c:pt idx="19">
                  <c:v>0.05215</c:v>
                </c:pt>
                <c:pt idx="20">
                  <c:v>0.05475</c:v>
                </c:pt>
                <c:pt idx="21">
                  <c:v>0.055900000000000005</c:v>
                </c:pt>
                <c:pt idx="22">
                  <c:v>0.07055</c:v>
                </c:pt>
                <c:pt idx="23">
                  <c:v>0.0552</c:v>
                </c:pt>
                <c:pt idx="24">
                  <c:v>0.08525</c:v>
                </c:pt>
                <c:pt idx="25">
                  <c:v>0.08135</c:v>
                </c:pt>
                <c:pt idx="26">
                  <c:v>0.0683</c:v>
                </c:pt>
                <c:pt idx="27">
                  <c:v>0.07350000000000001</c:v>
                </c:pt>
                <c:pt idx="28">
                  <c:v>0.0784</c:v>
                </c:pt>
                <c:pt idx="29">
                  <c:v>0.07415</c:v>
                </c:pt>
                <c:pt idx="30">
                  <c:v>0.0705</c:v>
                </c:pt>
                <c:pt idx="31">
                  <c:v>0.0745</c:v>
                </c:pt>
                <c:pt idx="32">
                  <c:v>0.06965</c:v>
                </c:pt>
                <c:pt idx="33">
                  <c:v>0.062049999999999994</c:v>
                </c:pt>
                <c:pt idx="34">
                  <c:v>0.0558</c:v>
                </c:pt>
                <c:pt idx="35">
                  <c:v>0.05025</c:v>
                </c:pt>
                <c:pt idx="36">
                  <c:v>0.0535</c:v>
                </c:pt>
                <c:pt idx="37">
                  <c:v>0.04145</c:v>
                </c:pt>
                <c:pt idx="38">
                  <c:v>0.0414</c:v>
                </c:pt>
                <c:pt idx="39">
                  <c:v>0.04285</c:v>
                </c:pt>
                <c:pt idx="40">
                  <c:v>0.04955</c:v>
                </c:pt>
                <c:pt idx="41">
                  <c:v>0.033</c:v>
                </c:pt>
                <c:pt idx="42">
                  <c:v>0.027</c:v>
                </c:pt>
                <c:pt idx="43">
                  <c:v>0.0332</c:v>
                </c:pt>
                <c:pt idx="44">
                  <c:v>0.0224</c:v>
                </c:pt>
                <c:pt idx="45">
                  <c:v>0.0319</c:v>
                </c:pt>
                <c:pt idx="46">
                  <c:v>0.02855</c:v>
                </c:pt>
                <c:pt idx="47">
                  <c:v>0.03245</c:v>
                </c:pt>
                <c:pt idx="48">
                  <c:v>0.02985</c:v>
                </c:pt>
                <c:pt idx="49">
                  <c:v>0.0351</c:v>
                </c:pt>
                <c:pt idx="50">
                  <c:v>0.05115</c:v>
                </c:pt>
                <c:pt idx="51">
                  <c:v>0.03775</c:v>
                </c:pt>
                <c:pt idx="52">
                  <c:v>0.059</c:v>
                </c:pt>
                <c:pt idx="53">
                  <c:v>0.0691</c:v>
                </c:pt>
                <c:pt idx="54">
                  <c:v>0.0769</c:v>
                </c:pt>
                <c:pt idx="55">
                  <c:v>0.10825</c:v>
                </c:pt>
                <c:pt idx="56">
                  <c:v>0.11455</c:v>
                </c:pt>
                <c:pt idx="57">
                  <c:v>0.1567</c:v>
                </c:pt>
                <c:pt idx="58">
                  <c:v>0.1699</c:v>
                </c:pt>
                <c:pt idx="59">
                  <c:v>0.20375</c:v>
                </c:pt>
                <c:pt idx="60">
                  <c:v>0.22575</c:v>
                </c:pt>
                <c:pt idx="61">
                  <c:v>0.249</c:v>
                </c:pt>
                <c:pt idx="62">
                  <c:v>0.28805000000000003</c:v>
                </c:pt>
                <c:pt idx="63">
                  <c:v>0.31315000000000004</c:v>
                </c:pt>
                <c:pt idx="64">
                  <c:v>0.3316</c:v>
                </c:pt>
                <c:pt idx="65">
                  <c:v>0.35775</c:v>
                </c:pt>
                <c:pt idx="66">
                  <c:v>0.38765000000000005</c:v>
                </c:pt>
                <c:pt idx="67">
                  <c:v>0.4063</c:v>
                </c:pt>
                <c:pt idx="68">
                  <c:v>0.43025</c:v>
                </c:pt>
                <c:pt idx="69">
                  <c:v>0.44810000000000005</c:v>
                </c:pt>
                <c:pt idx="70">
                  <c:v>0.47605</c:v>
                </c:pt>
                <c:pt idx="71">
                  <c:v>0.4992</c:v>
                </c:pt>
                <c:pt idx="72">
                  <c:v>0.52095</c:v>
                </c:pt>
                <c:pt idx="73">
                  <c:v>0.54055</c:v>
                </c:pt>
                <c:pt idx="74">
                  <c:v>0.57785</c:v>
                </c:pt>
                <c:pt idx="75">
                  <c:v>0.60115</c:v>
                </c:pt>
                <c:pt idx="76">
                  <c:v>0.6351</c:v>
                </c:pt>
                <c:pt idx="77">
                  <c:v>0.669</c:v>
                </c:pt>
                <c:pt idx="78">
                  <c:v>0.7236499999999999</c:v>
                </c:pt>
                <c:pt idx="79">
                  <c:v>0.7768999999999999</c:v>
                </c:pt>
                <c:pt idx="80">
                  <c:v>0.8274</c:v>
                </c:pt>
                <c:pt idx="81">
                  <c:v>0.8997999999999999</c:v>
                </c:pt>
                <c:pt idx="82">
                  <c:v>0.9929</c:v>
                </c:pt>
                <c:pt idx="83">
                  <c:v>1.0593</c:v>
                </c:pt>
                <c:pt idx="84">
                  <c:v>1.1569500000000001</c:v>
                </c:pt>
                <c:pt idx="85">
                  <c:v>1.11525</c:v>
                </c:pt>
                <c:pt idx="86">
                  <c:v>0.3913</c:v>
                </c:pt>
                <c:pt idx="87">
                  <c:v>0.1032</c:v>
                </c:pt>
                <c:pt idx="88">
                  <c:v>0.17099999999999999</c:v>
                </c:pt>
                <c:pt idx="89">
                  <c:v>0.11209999999999999</c:v>
                </c:pt>
                <c:pt idx="90">
                  <c:v>0.022949999999999998</c:v>
                </c:pt>
                <c:pt idx="91">
                  <c:v>0.00845</c:v>
                </c:pt>
                <c:pt idx="92">
                  <c:v>0.00014999999999999996</c:v>
                </c:pt>
                <c:pt idx="93">
                  <c:v>0.0079</c:v>
                </c:pt>
                <c:pt idx="94">
                  <c:v>0.0144</c:v>
                </c:pt>
                <c:pt idx="95">
                  <c:v>0.009999999999999998</c:v>
                </c:pt>
                <c:pt idx="96">
                  <c:v>0.006999999999999999</c:v>
                </c:pt>
                <c:pt idx="97">
                  <c:v>0.01095</c:v>
                </c:pt>
                <c:pt idx="98">
                  <c:v>0.009850000000000001</c:v>
                </c:pt>
                <c:pt idx="99">
                  <c:v>0.0067</c:v>
                </c:pt>
                <c:pt idx="100">
                  <c:v>0.0049</c:v>
                </c:pt>
                <c:pt idx="101">
                  <c:v>0.00665</c:v>
                </c:pt>
                <c:pt idx="102">
                  <c:v>0.01695</c:v>
                </c:pt>
                <c:pt idx="103">
                  <c:v>0.00945</c:v>
                </c:pt>
                <c:pt idx="104">
                  <c:v>0.0117</c:v>
                </c:pt>
                <c:pt idx="105">
                  <c:v>0.01175</c:v>
                </c:pt>
                <c:pt idx="106">
                  <c:v>0.01425</c:v>
                </c:pt>
                <c:pt idx="107">
                  <c:v>0.0138</c:v>
                </c:pt>
                <c:pt idx="108">
                  <c:v>0.01245</c:v>
                </c:pt>
                <c:pt idx="109">
                  <c:v>0.008150000000000001</c:v>
                </c:pt>
                <c:pt idx="110">
                  <c:v>0.0143</c:v>
                </c:pt>
                <c:pt idx="111">
                  <c:v>0.017099999999999997</c:v>
                </c:pt>
                <c:pt idx="112">
                  <c:v>0.0158</c:v>
                </c:pt>
                <c:pt idx="113">
                  <c:v>0.0155</c:v>
                </c:pt>
                <c:pt idx="114">
                  <c:v>0.0092</c:v>
                </c:pt>
                <c:pt idx="115">
                  <c:v>0.00265</c:v>
                </c:pt>
                <c:pt idx="116">
                  <c:v>0.012799999999999999</c:v>
                </c:pt>
                <c:pt idx="117">
                  <c:v>0.00695</c:v>
                </c:pt>
                <c:pt idx="118">
                  <c:v>0.0063</c:v>
                </c:pt>
                <c:pt idx="119">
                  <c:v>0.00225</c:v>
                </c:pt>
                <c:pt idx="120">
                  <c:v>0.01115</c:v>
                </c:pt>
                <c:pt idx="121">
                  <c:v>0.00385</c:v>
                </c:pt>
                <c:pt idx="122">
                  <c:v>0.00525</c:v>
                </c:pt>
                <c:pt idx="123">
                  <c:v>0.0099</c:v>
                </c:pt>
                <c:pt idx="124">
                  <c:v>0.0059</c:v>
                </c:pt>
                <c:pt idx="125">
                  <c:v>0.0024000000000000002</c:v>
                </c:pt>
                <c:pt idx="126">
                  <c:v>0.00465</c:v>
                </c:pt>
                <c:pt idx="127">
                  <c:v>0.01075</c:v>
                </c:pt>
                <c:pt idx="128">
                  <c:v>0.01085</c:v>
                </c:pt>
                <c:pt idx="129">
                  <c:v>0.0007999999999999999</c:v>
                </c:pt>
                <c:pt idx="130">
                  <c:v>0.0052499999999999995</c:v>
                </c:pt>
                <c:pt idx="131">
                  <c:v>-0.00035000000000000005</c:v>
                </c:pt>
                <c:pt idx="132">
                  <c:v>0.01755</c:v>
                </c:pt>
                <c:pt idx="133">
                  <c:v>-0.0024999999999999996</c:v>
                </c:pt>
                <c:pt idx="134">
                  <c:v>0.0060999999999999995</c:v>
                </c:pt>
                <c:pt idx="135">
                  <c:v>-0.00015</c:v>
                </c:pt>
                <c:pt idx="136">
                  <c:v>0.0135</c:v>
                </c:pt>
                <c:pt idx="137">
                  <c:v>-0.0044</c:v>
                </c:pt>
                <c:pt idx="138">
                  <c:v>0.0057</c:v>
                </c:pt>
                <c:pt idx="139">
                  <c:v>0.0067</c:v>
                </c:pt>
                <c:pt idx="140">
                  <c:v>-0.00145</c:v>
                </c:pt>
                <c:pt idx="141">
                  <c:v>0.01</c:v>
                </c:pt>
                <c:pt idx="142">
                  <c:v>-0.00115</c:v>
                </c:pt>
                <c:pt idx="143">
                  <c:v>-0.0019</c:v>
                </c:pt>
                <c:pt idx="144">
                  <c:v>0.00475</c:v>
                </c:pt>
                <c:pt idx="145">
                  <c:v>0.00485</c:v>
                </c:pt>
                <c:pt idx="146">
                  <c:v>-0.00385</c:v>
                </c:pt>
                <c:pt idx="147">
                  <c:v>0.00039999999999999996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.4000000000000001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6"/>
          <c:w val="0.88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DSC PF_in #1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-0.005</c:v>
                </c:pt>
                <c:pt idx="1">
                  <c:v>-0.027</c:v>
                </c:pt>
                <c:pt idx="2">
                  <c:v>-0.029</c:v>
                </c:pt>
                <c:pt idx="3">
                  <c:v>-0.053</c:v>
                </c:pt>
                <c:pt idx="4">
                  <c:v>-0.025</c:v>
                </c:pt>
                <c:pt idx="5">
                  <c:v>-0.028</c:v>
                </c:pt>
                <c:pt idx="6">
                  <c:v>-0.004</c:v>
                </c:pt>
                <c:pt idx="7">
                  <c:v>0.01</c:v>
                </c:pt>
                <c:pt idx="8">
                  <c:v>0.035</c:v>
                </c:pt>
                <c:pt idx="9">
                  <c:v>0.028</c:v>
                </c:pt>
                <c:pt idx="10">
                  <c:v>0.011</c:v>
                </c:pt>
                <c:pt idx="11">
                  <c:v>-0.065</c:v>
                </c:pt>
                <c:pt idx="12">
                  <c:v>-0.113</c:v>
                </c:pt>
                <c:pt idx="13">
                  <c:v>-0.103</c:v>
                </c:pt>
                <c:pt idx="14">
                  <c:v>-0.075</c:v>
                </c:pt>
                <c:pt idx="15">
                  <c:v>-0.044</c:v>
                </c:pt>
                <c:pt idx="16">
                  <c:v>0.013</c:v>
                </c:pt>
                <c:pt idx="17">
                  <c:v>0.18</c:v>
                </c:pt>
                <c:pt idx="18">
                  <c:v>0.365</c:v>
                </c:pt>
                <c:pt idx="19">
                  <c:v>0.49</c:v>
                </c:pt>
                <c:pt idx="20">
                  <c:v>0.3</c:v>
                </c:pt>
                <c:pt idx="21">
                  <c:v>-0.504</c:v>
                </c:pt>
                <c:pt idx="22">
                  <c:v>-0.114</c:v>
                </c:pt>
                <c:pt idx="23">
                  <c:v>-0.192</c:v>
                </c:pt>
                <c:pt idx="24">
                  <c:v>-0.169</c:v>
                </c:pt>
                <c:pt idx="25">
                  <c:v>-0.229</c:v>
                </c:pt>
                <c:pt idx="26">
                  <c:v>-0.143</c:v>
                </c:pt>
                <c:pt idx="27">
                  <c:v>0.049</c:v>
                </c:pt>
                <c:pt idx="28">
                  <c:v>0.126</c:v>
                </c:pt>
                <c:pt idx="29">
                  <c:v>0.186</c:v>
                </c:pt>
                <c:pt idx="30">
                  <c:v>0.101</c:v>
                </c:pt>
                <c:pt idx="31">
                  <c:v>0.075</c:v>
                </c:pt>
                <c:pt idx="32">
                  <c:v>0.05</c:v>
                </c:pt>
                <c:pt idx="33">
                  <c:v>-0.003</c:v>
                </c:pt>
                <c:pt idx="34">
                  <c:v>-0.005</c:v>
                </c:pt>
                <c:pt idx="35">
                  <c:v>-0.02</c:v>
                </c:pt>
                <c:pt idx="36">
                  <c:v>-0.028</c:v>
                </c:pt>
                <c:pt idx="37">
                  <c:v>-0.028</c:v>
                </c:pt>
                <c:pt idx="38">
                  <c:v>-0.009</c:v>
                </c:pt>
                <c:pt idx="39">
                  <c:v>0.007</c:v>
                </c:pt>
                <c:pt idx="40">
                  <c:v>0.002</c:v>
                </c:pt>
                <c:pt idx="41">
                  <c:v>0.007</c:v>
                </c:pt>
                <c:pt idx="42">
                  <c:v>-0.006</c:v>
                </c:pt>
                <c:pt idx="43">
                  <c:v>-0.018</c:v>
                </c:pt>
                <c:pt idx="44">
                  <c:v>0.003</c:v>
                </c:pt>
                <c:pt idx="45">
                  <c:v>0.02</c:v>
                </c:pt>
                <c:pt idx="46">
                  <c:v>0.012</c:v>
                </c:pt>
                <c:pt idx="47">
                  <c:v>-0.001</c:v>
                </c:pt>
                <c:pt idx="48">
                  <c:v>-0.008</c:v>
                </c:pt>
                <c:pt idx="49">
                  <c:v>0.012</c:v>
                </c:pt>
                <c:pt idx="50">
                  <c:v>0.028</c:v>
                </c:pt>
                <c:pt idx="51">
                  <c:v>0.012</c:v>
                </c:pt>
                <c:pt idx="52">
                  <c:v>0.025</c:v>
                </c:pt>
                <c:pt idx="53">
                  <c:v>-0.015</c:v>
                </c:pt>
                <c:pt idx="54">
                  <c:v>-0.04</c:v>
                </c:pt>
                <c:pt idx="55">
                  <c:v>-0.036</c:v>
                </c:pt>
                <c:pt idx="56">
                  <c:v>-0.048</c:v>
                </c:pt>
                <c:pt idx="57">
                  <c:v>-0.043</c:v>
                </c:pt>
                <c:pt idx="58">
                  <c:v>-0.013</c:v>
                </c:pt>
                <c:pt idx="59">
                  <c:v>0.015</c:v>
                </c:pt>
                <c:pt idx="60">
                  <c:v>0.053</c:v>
                </c:pt>
                <c:pt idx="61">
                  <c:v>0.116</c:v>
                </c:pt>
                <c:pt idx="62">
                  <c:v>0.14</c:v>
                </c:pt>
                <c:pt idx="63">
                  <c:v>0.124</c:v>
                </c:pt>
                <c:pt idx="64">
                  <c:v>0.123</c:v>
                </c:pt>
                <c:pt idx="65">
                  <c:v>0.068</c:v>
                </c:pt>
                <c:pt idx="66">
                  <c:v>0.007</c:v>
                </c:pt>
                <c:pt idx="67">
                  <c:v>-0.108</c:v>
                </c:pt>
                <c:pt idx="68">
                  <c:v>-0.246</c:v>
                </c:pt>
                <c:pt idx="69">
                  <c:v>-0.48</c:v>
                </c:pt>
                <c:pt idx="70">
                  <c:v>-0.245</c:v>
                </c:pt>
                <c:pt idx="71">
                  <c:v>0.305</c:v>
                </c:pt>
                <c:pt idx="72">
                  <c:v>0.246</c:v>
                </c:pt>
                <c:pt idx="73">
                  <c:v>0.177</c:v>
                </c:pt>
                <c:pt idx="74">
                  <c:v>0.139</c:v>
                </c:pt>
                <c:pt idx="75">
                  <c:v>0.051</c:v>
                </c:pt>
                <c:pt idx="76">
                  <c:v>-0.08</c:v>
                </c:pt>
                <c:pt idx="77">
                  <c:v>-0.145</c:v>
                </c:pt>
                <c:pt idx="78">
                  <c:v>-0.196</c:v>
                </c:pt>
                <c:pt idx="79">
                  <c:v>-0.193</c:v>
                </c:pt>
                <c:pt idx="80">
                  <c:v>-0.103</c:v>
                </c:pt>
                <c:pt idx="81">
                  <c:v>-0.084</c:v>
                </c:pt>
                <c:pt idx="82">
                  <c:v>0.02</c:v>
                </c:pt>
                <c:pt idx="83">
                  <c:v>0.126</c:v>
                </c:pt>
                <c:pt idx="84">
                  <c:v>0.158</c:v>
                </c:pt>
                <c:pt idx="85">
                  <c:v>0.131</c:v>
                </c:pt>
                <c:pt idx="86">
                  <c:v>0.107</c:v>
                </c:pt>
                <c:pt idx="87">
                  <c:v>0.064</c:v>
                </c:pt>
                <c:pt idx="88">
                  <c:v>0.076</c:v>
                </c:pt>
                <c:pt idx="89">
                  <c:v>0.082</c:v>
                </c:pt>
                <c:pt idx="90">
                  <c:v>0.08</c:v>
                </c:pt>
                <c:pt idx="91">
                  <c:v>0.024</c:v>
                </c:pt>
                <c:pt idx="92">
                  <c:v>-0.007</c:v>
                </c:pt>
                <c:pt idx="93">
                  <c:v>-0.115</c:v>
                </c:pt>
                <c:pt idx="94">
                  <c:v>-0.288</c:v>
                </c:pt>
                <c:pt idx="95">
                  <c:v>-0.519</c:v>
                </c:pt>
                <c:pt idx="96">
                  <c:v>-0.595</c:v>
                </c:pt>
                <c:pt idx="97">
                  <c:v>-0.193</c:v>
                </c:pt>
                <c:pt idx="98">
                  <c:v>0.05</c:v>
                </c:pt>
                <c:pt idx="99">
                  <c:v>0.458</c:v>
                </c:pt>
                <c:pt idx="100">
                  <c:v>0.513</c:v>
                </c:pt>
                <c:pt idx="101">
                  <c:v>0.596</c:v>
                </c:pt>
                <c:pt idx="102">
                  <c:v>0.346</c:v>
                </c:pt>
                <c:pt idx="103">
                  <c:v>-0.018</c:v>
                </c:pt>
                <c:pt idx="104">
                  <c:v>-0.341</c:v>
                </c:pt>
                <c:pt idx="105">
                  <c:v>-0.515</c:v>
                </c:pt>
                <c:pt idx="106">
                  <c:v>-0.446</c:v>
                </c:pt>
                <c:pt idx="107">
                  <c:v>-0.174</c:v>
                </c:pt>
                <c:pt idx="108">
                  <c:v>-0.022</c:v>
                </c:pt>
                <c:pt idx="109">
                  <c:v>0.167</c:v>
                </c:pt>
                <c:pt idx="110">
                  <c:v>0.348</c:v>
                </c:pt>
                <c:pt idx="111">
                  <c:v>0.414</c:v>
                </c:pt>
                <c:pt idx="112">
                  <c:v>0.263</c:v>
                </c:pt>
                <c:pt idx="113">
                  <c:v>0.04</c:v>
                </c:pt>
                <c:pt idx="114">
                  <c:v>-0.104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DSC PF_in #2</c:v>
                </c:pt>
              </c:strCache>
            </c:strRef>
          </c:tx>
          <c:spPr>
            <a:solidFill>
              <a:srgbClr val="4B5563"/>
            </a:solidFill>
            <a:ln w="15875" cap="flat">
              <a:solidFill>
                <a:srgbClr val="4B5563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-0.035</c:v>
                </c:pt>
                <c:pt idx="1">
                  <c:v>-0.011</c:v>
                </c:pt>
                <c:pt idx="2">
                  <c:v>0.082</c:v>
                </c:pt>
                <c:pt idx="3">
                  <c:v>0.062</c:v>
                </c:pt>
                <c:pt idx="4">
                  <c:v>0.029</c:v>
                </c:pt>
                <c:pt idx="5">
                  <c:v>-0.002</c:v>
                </c:pt>
                <c:pt idx="6">
                  <c:v>-0.007</c:v>
                </c:pt>
                <c:pt idx="7">
                  <c:v>0.006</c:v>
                </c:pt>
                <c:pt idx="8">
                  <c:v>-0.012</c:v>
                </c:pt>
                <c:pt idx="9">
                  <c:v>-0.009</c:v>
                </c:pt>
                <c:pt idx="10">
                  <c:v>0.006</c:v>
                </c:pt>
                <c:pt idx="11">
                  <c:v>0.038</c:v>
                </c:pt>
                <c:pt idx="12">
                  <c:v>0.041</c:v>
                </c:pt>
                <c:pt idx="13">
                  <c:v>0.015</c:v>
                </c:pt>
                <c:pt idx="14">
                  <c:v>-0.01</c:v>
                </c:pt>
                <c:pt idx="15">
                  <c:v>-0.05</c:v>
                </c:pt>
                <c:pt idx="16">
                  <c:v>-0.069</c:v>
                </c:pt>
                <c:pt idx="17">
                  <c:v>-0.081</c:v>
                </c:pt>
                <c:pt idx="18">
                  <c:v>-0.071</c:v>
                </c:pt>
                <c:pt idx="19">
                  <c:v>-0.076</c:v>
                </c:pt>
                <c:pt idx="20">
                  <c:v>0.092</c:v>
                </c:pt>
                <c:pt idx="21">
                  <c:v>0.101</c:v>
                </c:pt>
                <c:pt idx="22">
                  <c:v>0.074</c:v>
                </c:pt>
                <c:pt idx="23">
                  <c:v>0.027</c:v>
                </c:pt>
                <c:pt idx="24">
                  <c:v>-0.024</c:v>
                </c:pt>
                <c:pt idx="25">
                  <c:v>-0.016</c:v>
                </c:pt>
                <c:pt idx="26">
                  <c:v>-0.003</c:v>
                </c:pt>
                <c:pt idx="27">
                  <c:v>-0.02</c:v>
                </c:pt>
                <c:pt idx="28">
                  <c:v>-0.03</c:v>
                </c:pt>
                <c:pt idx="29">
                  <c:v>-0.021</c:v>
                </c:pt>
                <c:pt idx="30">
                  <c:v>0.01</c:v>
                </c:pt>
                <c:pt idx="31">
                  <c:v>0.015</c:v>
                </c:pt>
                <c:pt idx="32">
                  <c:v>0.012</c:v>
                </c:pt>
                <c:pt idx="33">
                  <c:v>-0.003</c:v>
                </c:pt>
                <c:pt idx="34">
                  <c:v>-0.001</c:v>
                </c:pt>
                <c:pt idx="35">
                  <c:v>0.035</c:v>
                </c:pt>
                <c:pt idx="36">
                  <c:v>0.015</c:v>
                </c:pt>
                <c:pt idx="37">
                  <c:v>0.005</c:v>
                </c:pt>
                <c:pt idx="38">
                  <c:v>-0.008</c:v>
                </c:pt>
                <c:pt idx="39">
                  <c:v>0.038</c:v>
                </c:pt>
                <c:pt idx="40">
                  <c:v>-0.007</c:v>
                </c:pt>
                <c:pt idx="41">
                  <c:v>-0.028</c:v>
                </c:pt>
                <c:pt idx="42">
                  <c:v>-0.03</c:v>
                </c:pt>
                <c:pt idx="43">
                  <c:v>-0.023</c:v>
                </c:pt>
                <c:pt idx="44">
                  <c:v>0.012</c:v>
                </c:pt>
                <c:pt idx="45">
                  <c:v>0.002</c:v>
                </c:pt>
                <c:pt idx="46">
                  <c:v>-0.005</c:v>
                </c:pt>
                <c:pt idx="47">
                  <c:v>-0.004</c:v>
                </c:pt>
                <c:pt idx="48">
                  <c:v>-0.003</c:v>
                </c:pt>
                <c:pt idx="49">
                  <c:v>0.033</c:v>
                </c:pt>
                <c:pt idx="50">
                  <c:v>0.045</c:v>
                </c:pt>
                <c:pt idx="51">
                  <c:v>0.029</c:v>
                </c:pt>
                <c:pt idx="52">
                  <c:v>0.027</c:v>
                </c:pt>
                <c:pt idx="53">
                  <c:v>-0.005</c:v>
                </c:pt>
                <c:pt idx="54">
                  <c:v>0.001</c:v>
                </c:pt>
                <c:pt idx="55">
                  <c:v>-0.019</c:v>
                </c:pt>
                <c:pt idx="56">
                  <c:v>-0.03</c:v>
                </c:pt>
                <c:pt idx="57">
                  <c:v>-0.044</c:v>
                </c:pt>
                <c:pt idx="58">
                  <c:v>-0.007</c:v>
                </c:pt>
                <c:pt idx="59">
                  <c:v>-0.012</c:v>
                </c:pt>
                <c:pt idx="60">
                  <c:v>0.015</c:v>
                </c:pt>
                <c:pt idx="61">
                  <c:v>0.031</c:v>
                </c:pt>
                <c:pt idx="62">
                  <c:v>0.041</c:v>
                </c:pt>
                <c:pt idx="63">
                  <c:v>0.027</c:v>
                </c:pt>
                <c:pt idx="64">
                  <c:v>0.063</c:v>
                </c:pt>
                <c:pt idx="65">
                  <c:v>0.038</c:v>
                </c:pt>
                <c:pt idx="66">
                  <c:v>0.019</c:v>
                </c:pt>
                <c:pt idx="67">
                  <c:v>0.065</c:v>
                </c:pt>
                <c:pt idx="68">
                  <c:v>0.057</c:v>
                </c:pt>
                <c:pt idx="69">
                  <c:v>0.054</c:v>
                </c:pt>
                <c:pt idx="70">
                  <c:v>-0.011</c:v>
                </c:pt>
                <c:pt idx="71">
                  <c:v>-0.031</c:v>
                </c:pt>
                <c:pt idx="72">
                  <c:v>-0.068</c:v>
                </c:pt>
                <c:pt idx="73">
                  <c:v>-0.079</c:v>
                </c:pt>
                <c:pt idx="74">
                  <c:v>-0.075</c:v>
                </c:pt>
                <c:pt idx="75">
                  <c:v>-0.083</c:v>
                </c:pt>
                <c:pt idx="76">
                  <c:v>-0.061</c:v>
                </c:pt>
                <c:pt idx="77">
                  <c:v>-0.058</c:v>
                </c:pt>
                <c:pt idx="78">
                  <c:v>-0.066</c:v>
                </c:pt>
                <c:pt idx="79">
                  <c:v>-0.088</c:v>
                </c:pt>
                <c:pt idx="80">
                  <c:v>-0.07</c:v>
                </c:pt>
                <c:pt idx="81">
                  <c:v>-0.031</c:v>
                </c:pt>
                <c:pt idx="82">
                  <c:v>0.014</c:v>
                </c:pt>
                <c:pt idx="83">
                  <c:v>0.041</c:v>
                </c:pt>
                <c:pt idx="84">
                  <c:v>0.09</c:v>
                </c:pt>
                <c:pt idx="85">
                  <c:v>0.106</c:v>
                </c:pt>
                <c:pt idx="86">
                  <c:v>0.073</c:v>
                </c:pt>
                <c:pt idx="87">
                  <c:v>0.006</c:v>
                </c:pt>
                <c:pt idx="88">
                  <c:v>0.025</c:v>
                </c:pt>
                <c:pt idx="89">
                  <c:v>0.028</c:v>
                </c:pt>
                <c:pt idx="90">
                  <c:v>-0.002</c:v>
                </c:pt>
                <c:pt idx="91">
                  <c:v>0.014</c:v>
                </c:pt>
                <c:pt idx="92">
                  <c:v>0.046</c:v>
                </c:pt>
                <c:pt idx="93">
                  <c:v>0.063</c:v>
                </c:pt>
                <c:pt idx="94">
                  <c:v>0.069</c:v>
                </c:pt>
                <c:pt idx="95">
                  <c:v>0.02</c:v>
                </c:pt>
                <c:pt idx="96">
                  <c:v>-0.03</c:v>
                </c:pt>
                <c:pt idx="97">
                  <c:v>-0.068</c:v>
                </c:pt>
                <c:pt idx="98">
                  <c:v>-0.032</c:v>
                </c:pt>
                <c:pt idx="99">
                  <c:v>-0.054</c:v>
                </c:pt>
                <c:pt idx="100">
                  <c:v>-0.015</c:v>
                </c:pt>
                <c:pt idx="101">
                  <c:v>-0.011</c:v>
                </c:pt>
                <c:pt idx="102">
                  <c:v>-0.005</c:v>
                </c:pt>
                <c:pt idx="103">
                  <c:v>-0.007</c:v>
                </c:pt>
                <c:pt idx="104">
                  <c:v>-0.003</c:v>
                </c:pt>
                <c:pt idx="105">
                  <c:v>-0.015</c:v>
                </c:pt>
                <c:pt idx="106">
                  <c:v>-0.034</c:v>
                </c:pt>
                <c:pt idx="107">
                  <c:v>0.013</c:v>
                </c:pt>
                <c:pt idx="108">
                  <c:v>0.047</c:v>
                </c:pt>
                <c:pt idx="109">
                  <c:v>0.092</c:v>
                </c:pt>
                <c:pt idx="110">
                  <c:v>0.065</c:v>
                </c:pt>
                <c:pt idx="111">
                  <c:v>0.021</c:v>
                </c:pt>
                <c:pt idx="112">
                  <c:v>-0.123</c:v>
                </c:pt>
                <c:pt idx="113">
                  <c:v>-0.13</c:v>
                </c:pt>
                <c:pt idx="114">
                  <c:v>-0.12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 DSC PF_in #1</c:v>
                </c:pt>
              </c:strCache>
            </c:strRef>
          </c:tx>
          <c:spPr>
            <a:solidFill>
              <a:srgbClr val="E34948"/>
            </a:solidFill>
            <a:ln w="1587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0.01</c:v>
                </c:pt>
                <c:pt idx="1">
                  <c:v>-0.007</c:v>
                </c:pt>
                <c:pt idx="2">
                  <c:v>-0.032</c:v>
                </c:pt>
                <c:pt idx="3">
                  <c:v>-0.073</c:v>
                </c:pt>
                <c:pt idx="4">
                  <c:v>-0.049</c:v>
                </c:pt>
                <c:pt idx="5">
                  <c:v>-0.042</c:v>
                </c:pt>
                <c:pt idx="6">
                  <c:v>-0.023</c:v>
                </c:pt>
                <c:pt idx="7">
                  <c:v>0.005</c:v>
                </c:pt>
                <c:pt idx="8">
                  <c:v>0.045</c:v>
                </c:pt>
                <c:pt idx="9">
                  <c:v>0.019</c:v>
                </c:pt>
                <c:pt idx="10">
                  <c:v>-0.002</c:v>
                </c:pt>
                <c:pt idx="11">
                  <c:v>0.032</c:v>
                </c:pt>
                <c:pt idx="12">
                  <c:v>0.084</c:v>
                </c:pt>
                <c:pt idx="13">
                  <c:v>-0.011</c:v>
                </c:pt>
                <c:pt idx="14">
                  <c:v>-0.078</c:v>
                </c:pt>
                <c:pt idx="15">
                  <c:v>-0.098</c:v>
                </c:pt>
                <c:pt idx="16">
                  <c:v>-0.112</c:v>
                </c:pt>
                <c:pt idx="17">
                  <c:v>-0.083</c:v>
                </c:pt>
                <c:pt idx="18">
                  <c:v>0.046</c:v>
                </c:pt>
                <c:pt idx="19">
                  <c:v>0.143</c:v>
                </c:pt>
                <c:pt idx="20">
                  <c:v>0.166</c:v>
                </c:pt>
                <c:pt idx="21">
                  <c:v>0.221</c:v>
                </c:pt>
                <c:pt idx="22">
                  <c:v>0.228</c:v>
                </c:pt>
                <c:pt idx="23">
                  <c:v>-0.197</c:v>
                </c:pt>
                <c:pt idx="24">
                  <c:v>-0.117</c:v>
                </c:pt>
                <c:pt idx="25">
                  <c:v>-0.062</c:v>
                </c:pt>
                <c:pt idx="26">
                  <c:v>-0.058</c:v>
                </c:pt>
                <c:pt idx="27">
                  <c:v>-0.05</c:v>
                </c:pt>
                <c:pt idx="28">
                  <c:v>-0.02</c:v>
                </c:pt>
                <c:pt idx="29">
                  <c:v>0.019</c:v>
                </c:pt>
                <c:pt idx="30">
                  <c:v>0.042</c:v>
                </c:pt>
                <c:pt idx="31">
                  <c:v>0.059</c:v>
                </c:pt>
                <c:pt idx="32">
                  <c:v>0.061</c:v>
                </c:pt>
                <c:pt idx="33">
                  <c:v>0.028</c:v>
                </c:pt>
                <c:pt idx="34">
                  <c:v>-0.158</c:v>
                </c:pt>
                <c:pt idx="35">
                  <c:v>-0.113</c:v>
                </c:pt>
                <c:pt idx="36">
                  <c:v>-0.099</c:v>
                </c:pt>
                <c:pt idx="37">
                  <c:v>-0.089</c:v>
                </c:pt>
                <c:pt idx="38">
                  <c:v>-0.054</c:v>
                </c:pt>
                <c:pt idx="39">
                  <c:v>-0.037</c:v>
                </c:pt>
                <c:pt idx="40">
                  <c:v>-0.043</c:v>
                </c:pt>
                <c:pt idx="41">
                  <c:v>-0.017</c:v>
                </c:pt>
                <c:pt idx="42">
                  <c:v>-0.018</c:v>
                </c:pt>
                <c:pt idx="43">
                  <c:v>0.002</c:v>
                </c:pt>
                <c:pt idx="44">
                  <c:v>0.011</c:v>
                </c:pt>
                <c:pt idx="45">
                  <c:v>0.026</c:v>
                </c:pt>
                <c:pt idx="46">
                  <c:v>0.019</c:v>
                </c:pt>
                <c:pt idx="47">
                  <c:v>0.059</c:v>
                </c:pt>
                <c:pt idx="48">
                  <c:v>0.062</c:v>
                </c:pt>
                <c:pt idx="49">
                  <c:v>0.045</c:v>
                </c:pt>
                <c:pt idx="50">
                  <c:v>0.034</c:v>
                </c:pt>
                <c:pt idx="51">
                  <c:v>-0.013</c:v>
                </c:pt>
                <c:pt idx="52">
                  <c:v>-0.103</c:v>
                </c:pt>
                <c:pt idx="53">
                  <c:v>-0.127</c:v>
                </c:pt>
                <c:pt idx="54">
                  <c:v>-0.175</c:v>
                </c:pt>
                <c:pt idx="55">
                  <c:v>-0.234</c:v>
                </c:pt>
                <c:pt idx="56">
                  <c:v>0.319</c:v>
                </c:pt>
                <c:pt idx="57">
                  <c:v>1.374</c:v>
                </c:pt>
                <c:pt idx="58">
                  <c:v>1.869</c:v>
                </c:pt>
                <c:pt idx="59">
                  <c:v>1.756</c:v>
                </c:pt>
                <c:pt idx="60">
                  <c:v>1.388</c:v>
                </c:pt>
                <c:pt idx="61">
                  <c:v>0.31</c:v>
                </c:pt>
                <c:pt idx="62">
                  <c:v>-1.275</c:v>
                </c:pt>
                <c:pt idx="63">
                  <c:v>-3.528</c:v>
                </c:pt>
                <c:pt idx="64">
                  <c:v>-6.686</c:v>
                </c:pt>
                <c:pt idx="65">
                  <c:v>-8.754</c:v>
                </c:pt>
                <c:pt idx="66">
                  <c:v>4.222</c:v>
                </c:pt>
                <c:pt idx="67">
                  <c:v>6.441</c:v>
                </c:pt>
                <c:pt idx="68">
                  <c:v>1.307</c:v>
                </c:pt>
                <c:pt idx="69">
                  <c:v>2.585</c:v>
                </c:pt>
                <c:pt idx="70">
                  <c:v>2.014</c:v>
                </c:pt>
                <c:pt idx="71">
                  <c:v>0.902</c:v>
                </c:pt>
                <c:pt idx="72">
                  <c:v>-0.148</c:v>
                </c:pt>
                <c:pt idx="73">
                  <c:v>-0.859</c:v>
                </c:pt>
                <c:pt idx="74">
                  <c:v>-1.069</c:v>
                </c:pt>
                <c:pt idx="75">
                  <c:v>-0.642</c:v>
                </c:pt>
                <c:pt idx="76">
                  <c:v>-0.055</c:v>
                </c:pt>
                <c:pt idx="77">
                  <c:v>-0.171</c:v>
                </c:pt>
                <c:pt idx="78">
                  <c:v>-0.259</c:v>
                </c:pt>
                <c:pt idx="79">
                  <c:v>-0.042</c:v>
                </c:pt>
                <c:pt idx="80">
                  <c:v>-0.009</c:v>
                </c:pt>
                <c:pt idx="81">
                  <c:v>0.05</c:v>
                </c:pt>
                <c:pt idx="82">
                  <c:v>0.01</c:v>
                </c:pt>
                <c:pt idx="83">
                  <c:v>0.053</c:v>
                </c:pt>
                <c:pt idx="84">
                  <c:v>0.063</c:v>
                </c:pt>
                <c:pt idx="85">
                  <c:v>0.074</c:v>
                </c:pt>
                <c:pt idx="86">
                  <c:v>0.008</c:v>
                </c:pt>
                <c:pt idx="87">
                  <c:v>0.013</c:v>
                </c:pt>
                <c:pt idx="88">
                  <c:v>-0.005</c:v>
                </c:pt>
                <c:pt idx="89">
                  <c:v>-0.024</c:v>
                </c:pt>
                <c:pt idx="90">
                  <c:v>-0.013</c:v>
                </c:pt>
                <c:pt idx="91">
                  <c:v>-0.095</c:v>
                </c:pt>
                <c:pt idx="92">
                  <c:v>-0.043</c:v>
                </c:pt>
                <c:pt idx="93">
                  <c:v>-0.024</c:v>
                </c:pt>
                <c:pt idx="94">
                  <c:v>-0.025</c:v>
                </c:pt>
                <c:pt idx="95">
                  <c:v>-0.001</c:v>
                </c:pt>
                <c:pt idx="96">
                  <c:v>0.021</c:v>
                </c:pt>
                <c:pt idx="97">
                  <c:v>-0.002</c:v>
                </c:pt>
                <c:pt idx="98">
                  <c:v>0.006</c:v>
                </c:pt>
                <c:pt idx="99">
                  <c:v>-0.022</c:v>
                </c:pt>
                <c:pt idx="100">
                  <c:v>-0.006</c:v>
                </c:pt>
                <c:pt idx="101">
                  <c:v>0.019</c:v>
                </c:pt>
                <c:pt idx="102">
                  <c:v>0.049</c:v>
                </c:pt>
                <c:pt idx="103">
                  <c:v>0.006</c:v>
                </c:pt>
                <c:pt idx="104">
                  <c:v>0.02</c:v>
                </c:pt>
                <c:pt idx="105">
                  <c:v>-0.005</c:v>
                </c:pt>
                <c:pt idx="106">
                  <c:v>-0.002</c:v>
                </c:pt>
                <c:pt idx="107">
                  <c:v>-0.02</c:v>
                </c:pt>
                <c:pt idx="108">
                  <c:v>-0.039</c:v>
                </c:pt>
                <c:pt idx="109">
                  <c:v>-0.054</c:v>
                </c:pt>
                <c:pt idx="110">
                  <c:v>-0.023</c:v>
                </c:pt>
                <c:pt idx="111">
                  <c:v>0.052</c:v>
                </c:pt>
                <c:pt idx="112">
                  <c:v>0.07</c:v>
                </c:pt>
                <c:pt idx="113">
                  <c:v>0.03</c:v>
                </c:pt>
                <c:pt idx="114">
                  <c:v>0.031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 DSC PF_in #2</c:v>
                </c:pt>
              </c:strCache>
            </c:strRef>
          </c:tx>
          <c:spPr>
            <a:solidFill>
              <a:srgbClr val="E34948"/>
            </a:solidFill>
            <a:ln w="15875" cap="flat">
              <a:solidFill>
                <a:srgbClr val="E34948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-0.019</c:v>
                </c:pt>
                <c:pt idx="1">
                  <c:v>-0.012</c:v>
                </c:pt>
                <c:pt idx="2">
                  <c:v>-0.028</c:v>
                </c:pt>
                <c:pt idx="3">
                  <c:v>-0.053</c:v>
                </c:pt>
                <c:pt idx="4">
                  <c:v>-0.048</c:v>
                </c:pt>
                <c:pt idx="5">
                  <c:v>-0.021</c:v>
                </c:pt>
                <c:pt idx="6">
                  <c:v>-0.006</c:v>
                </c:pt>
                <c:pt idx="7">
                  <c:v>-0.02</c:v>
                </c:pt>
                <c:pt idx="8">
                  <c:v>-0.009</c:v>
                </c:pt>
                <c:pt idx="9">
                  <c:v>-0.011</c:v>
                </c:pt>
                <c:pt idx="10">
                  <c:v>-0.002</c:v>
                </c:pt>
                <c:pt idx="11">
                  <c:v>0.015</c:v>
                </c:pt>
                <c:pt idx="12">
                  <c:v>0.018</c:v>
                </c:pt>
                <c:pt idx="13">
                  <c:v>0.009</c:v>
                </c:pt>
                <c:pt idx="14">
                  <c:v>-0.004</c:v>
                </c:pt>
                <c:pt idx="15">
                  <c:v>-0.009</c:v>
                </c:pt>
                <c:pt idx="16">
                  <c:v>-0.038</c:v>
                </c:pt>
                <c:pt idx="17">
                  <c:v>-0.019</c:v>
                </c:pt>
                <c:pt idx="18">
                  <c:v>0.041</c:v>
                </c:pt>
                <c:pt idx="19">
                  <c:v>0.052</c:v>
                </c:pt>
                <c:pt idx="20">
                  <c:v>0.099</c:v>
                </c:pt>
                <c:pt idx="21">
                  <c:v>0.117</c:v>
                </c:pt>
                <c:pt idx="22">
                  <c:v>0.142</c:v>
                </c:pt>
                <c:pt idx="23">
                  <c:v>0.129</c:v>
                </c:pt>
                <c:pt idx="24">
                  <c:v>0.103</c:v>
                </c:pt>
                <c:pt idx="25">
                  <c:v>0.063</c:v>
                </c:pt>
                <c:pt idx="26">
                  <c:v>0.012</c:v>
                </c:pt>
                <c:pt idx="27">
                  <c:v>0.001</c:v>
                </c:pt>
                <c:pt idx="28">
                  <c:v>-0.002</c:v>
                </c:pt>
                <c:pt idx="29">
                  <c:v>0.036</c:v>
                </c:pt>
                <c:pt idx="30">
                  <c:v>0.074</c:v>
                </c:pt>
                <c:pt idx="31">
                  <c:v>0.08</c:v>
                </c:pt>
                <c:pt idx="32">
                  <c:v>0.003</c:v>
                </c:pt>
                <c:pt idx="33">
                  <c:v>-0.167</c:v>
                </c:pt>
                <c:pt idx="34">
                  <c:v>-0.307</c:v>
                </c:pt>
                <c:pt idx="35">
                  <c:v>-0.307</c:v>
                </c:pt>
                <c:pt idx="36">
                  <c:v>-0.249</c:v>
                </c:pt>
                <c:pt idx="37">
                  <c:v>-0.207</c:v>
                </c:pt>
                <c:pt idx="38">
                  <c:v>-0.14</c:v>
                </c:pt>
                <c:pt idx="39">
                  <c:v>-0.1</c:v>
                </c:pt>
                <c:pt idx="40">
                  <c:v>0.007</c:v>
                </c:pt>
                <c:pt idx="41">
                  <c:v>0.039</c:v>
                </c:pt>
                <c:pt idx="42">
                  <c:v>0.059</c:v>
                </c:pt>
                <c:pt idx="43">
                  <c:v>0.069</c:v>
                </c:pt>
                <c:pt idx="44">
                  <c:v>0.056</c:v>
                </c:pt>
                <c:pt idx="45">
                  <c:v>0.089</c:v>
                </c:pt>
                <c:pt idx="46">
                  <c:v>0.084</c:v>
                </c:pt>
                <c:pt idx="47">
                  <c:v>0.087</c:v>
                </c:pt>
                <c:pt idx="48">
                  <c:v>0.046</c:v>
                </c:pt>
                <c:pt idx="49">
                  <c:v>0.032</c:v>
                </c:pt>
                <c:pt idx="50">
                  <c:v>0.019</c:v>
                </c:pt>
                <c:pt idx="51">
                  <c:v>0.001</c:v>
                </c:pt>
                <c:pt idx="52">
                  <c:v>-0.092</c:v>
                </c:pt>
                <c:pt idx="53">
                  <c:v>-0.192</c:v>
                </c:pt>
                <c:pt idx="54">
                  <c:v>-0.313</c:v>
                </c:pt>
                <c:pt idx="55">
                  <c:v>-0.356</c:v>
                </c:pt>
                <c:pt idx="56">
                  <c:v>0.769</c:v>
                </c:pt>
                <c:pt idx="57">
                  <c:v>2.821</c:v>
                </c:pt>
                <c:pt idx="58">
                  <c:v>3.843</c:v>
                </c:pt>
                <c:pt idx="59">
                  <c:v>3.449</c:v>
                </c:pt>
                <c:pt idx="60">
                  <c:v>2.216</c:v>
                </c:pt>
                <c:pt idx="61">
                  <c:v>0.219</c:v>
                </c:pt>
                <c:pt idx="62">
                  <c:v>-3.03</c:v>
                </c:pt>
                <c:pt idx="63">
                  <c:v>-7.943</c:v>
                </c:pt>
                <c:pt idx="64">
                  <c:v>-14.194</c:v>
                </c:pt>
                <c:pt idx="65">
                  <c:v>-17.184</c:v>
                </c:pt>
                <c:pt idx="66">
                  <c:v>8.209</c:v>
                </c:pt>
                <c:pt idx="67">
                  <c:v>14.435</c:v>
                </c:pt>
                <c:pt idx="68">
                  <c:v>9.977</c:v>
                </c:pt>
                <c:pt idx="69">
                  <c:v>-1.114</c:v>
                </c:pt>
                <c:pt idx="70">
                  <c:v>3.388</c:v>
                </c:pt>
                <c:pt idx="71">
                  <c:v>1.569</c:v>
                </c:pt>
                <c:pt idx="72">
                  <c:v>-0.449</c:v>
                </c:pt>
                <c:pt idx="73">
                  <c:v>-1.898</c:v>
                </c:pt>
                <c:pt idx="74">
                  <c:v>-2.238</c:v>
                </c:pt>
                <c:pt idx="75">
                  <c:v>-1.22</c:v>
                </c:pt>
                <c:pt idx="76">
                  <c:v>0.105</c:v>
                </c:pt>
                <c:pt idx="77">
                  <c:v>0.015</c:v>
                </c:pt>
                <c:pt idx="78">
                  <c:v>-0.296</c:v>
                </c:pt>
                <c:pt idx="79">
                  <c:v>-0.335</c:v>
                </c:pt>
                <c:pt idx="80">
                  <c:v>-0.051</c:v>
                </c:pt>
                <c:pt idx="81">
                  <c:v>-0.049</c:v>
                </c:pt>
                <c:pt idx="82">
                  <c:v>-0.002</c:v>
                </c:pt>
                <c:pt idx="83">
                  <c:v>0.007</c:v>
                </c:pt>
                <c:pt idx="84">
                  <c:v>0.054</c:v>
                </c:pt>
                <c:pt idx="85">
                  <c:v>0.06</c:v>
                </c:pt>
                <c:pt idx="86">
                  <c:v>0.081</c:v>
                </c:pt>
                <c:pt idx="87">
                  <c:v>0.066</c:v>
                </c:pt>
                <c:pt idx="88">
                  <c:v>0.007</c:v>
                </c:pt>
                <c:pt idx="89">
                  <c:v>-0.02</c:v>
                </c:pt>
                <c:pt idx="90">
                  <c:v>-0.057</c:v>
                </c:pt>
                <c:pt idx="91">
                  <c:v>-0.099</c:v>
                </c:pt>
                <c:pt idx="92">
                  <c:v>-0.073</c:v>
                </c:pt>
                <c:pt idx="93">
                  <c:v>-0.054</c:v>
                </c:pt>
                <c:pt idx="94">
                  <c:v>-0.025</c:v>
                </c:pt>
                <c:pt idx="95">
                  <c:v>-0.015</c:v>
                </c:pt>
                <c:pt idx="96">
                  <c:v>-0.004</c:v>
                </c:pt>
                <c:pt idx="97">
                  <c:v>0.007</c:v>
                </c:pt>
                <c:pt idx="98">
                  <c:v>0.022</c:v>
                </c:pt>
                <c:pt idx="99">
                  <c:v>0.052</c:v>
                </c:pt>
                <c:pt idx="100">
                  <c:v>0.003</c:v>
                </c:pt>
                <c:pt idx="101">
                  <c:v>-0.012</c:v>
                </c:pt>
                <c:pt idx="102">
                  <c:v>-0.001</c:v>
                </c:pt>
                <c:pt idx="103">
                  <c:v>0.006</c:v>
                </c:pt>
                <c:pt idx="104">
                  <c:v>0.054</c:v>
                </c:pt>
                <c:pt idx="105">
                  <c:v>0.139</c:v>
                </c:pt>
                <c:pt idx="106">
                  <c:v>0.233</c:v>
                </c:pt>
                <c:pt idx="107">
                  <c:v>0.255</c:v>
                </c:pt>
                <c:pt idx="108">
                  <c:v>0.235</c:v>
                </c:pt>
                <c:pt idx="109">
                  <c:v>0.023</c:v>
                </c:pt>
                <c:pt idx="110">
                  <c:v>0.019</c:v>
                </c:pt>
                <c:pt idx="111">
                  <c:v>0.023</c:v>
                </c:pt>
                <c:pt idx="112">
                  <c:v>-0.005</c:v>
                </c:pt>
                <c:pt idx="113">
                  <c:v>-0.162</c:v>
                </c:pt>
                <c:pt idx="114">
                  <c:v>-0.364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20"/>
        <c:auto val="1"/>
        <c:lblAlgn val="ctr"/>
        <c:noMultiLvlLbl val="1"/>
        <c:majorUnit val="100"/>
      </c:valAx>
      <c:valAx>
        <c:axId val="2094734552"/>
        <c:scaling>
          <c:orientation val="minMax"/>
          <c:max val="20"/>
          <c:min val="-2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질문은 두 가지였습니다. TGA–DSC 결과를 PyroSim의 밀도·비열로 쓸 수 있는가, 그리고 재료 특성이 보이는 TGA·DSC 그래프입니다.
- 답부터 말씀드리면, 밀도와 비열은 이 TGA–DSC로 구할 수 없습니다. 대신 TGA는 PyroSim 재료의 '열분해 반응' 입력(기준온도, 기준속도, 단계 수)에 바로 씁니다.
- 순서: 결론과 입력 항목별 출처(2–3쪽) → 6종 비교 그래프(4–6쪽) → 재료별 특성(7–12쪽) → 반응 입력값과 입력 예시(13–14쪽) → 밀도·비열 측정 방법(15쪽) → 적용 시 주의(16쪽).
[질문 대비]
- 같은 숫자가 엑셀(PyroSim_입력값_정리.xlsx)에 있고, 기준온도·속도를 바꾸면 FDS가 계산할 A·E가 수식으로 다시 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왼쪽(초록): TGA로 바로 쓰는 값입니다. PyroSim(FDS)은 TGA 피크 온도(REFERENCE_TEMPERATURE)와 그 온도의 반응속도(REFERENCE_RATE), 승온속도(HEATING_RATE)를 넣으면 반응식의 A와 E를 스스로 계산합니다.
- 이 자료의 전환율 α는 '790 °C까지 감소량' 기준이라, 단계의 몫 f로 나누면 그 단계(반응 성분)의 속도가 됩니다. 그래서 초기 질량이 없어도 REFERENCE_RATE는 계산됩니다.
- 가운데(노랑): 반응열은 부호만, 잔류물 수율은 초기 질량 기록이 있어야 하고, 산화 반응의 A는 O 가스가 공기인지 확인해야 합니다.
- 오른쪽(빨강): 밀도·비열·열전도율·연소열은 이 시험으로 구할 수 없습니다. 밀도는 보드를 재고, 비열은 같은 장비로 사파이어법 측정을 하면 됩니다(15쪽).
- 아래 띠: 가장 큰 함정입니다. 기존 역산에서 카탈로그 물성의 맨 단열재는 16–51 s면 분해온도에 도달했지만, 시험의 준불연 재료는 188–288 s에 착화했습니다.
[질문 대비]
- 임시값의 출처: 기존 연계 분석(coupled_analysis)에서 쓴 단열 보드 카탈로그 범위입니다. 제품 시험성적서 값이 있으면 그것을 우선합니다.
- DSC 열류로 비열을 못 구하는 이유: 시료의 현열 신호가 0.1–0.35 mW인데 기준선이 111–180 mW 움직이고, 교정·블랭크·초기 질량이 없기 때문입니다(15쪽).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PyroSim 재료 편집창의 열물성(Thermal Properties) 항목과 열분해(Pyrolysis) 반응 항목을 FDS 키워드와 함께 정리했습니다.
- TGA로 바로 채우는 것은 반응 수, 기준온도, 기준속도, 승온속도 네 가지입니다.
- 잔류물 수율은 초기 질량 기록만 있으면 계산되고, 반응열은 부호만 확인된 상태입니다. 산화 반응의 A는 O 가스가 공기라는 가정이 필요합니다.
- 밀도·비열·열전도율·연소열은 다른 시험이나 시험성적서로 채웁니다.
[질문 대비]
- 'REFERENCE_RATE와 A·E를 같이 넣어도 되나': FDS 설명서는 REFERENCE_TEMPERATURE를 쓰면 A·E를 넣지 말라고 합니다. 단, 산소 의존(N_O2 = 1) 산화 반응은 A·E를 직접 넣습니다(14쪽).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질량 잔류는 승온 시작부터 790 °C까지 줄어든 양을 100 %로 놓은 값입니다. 초기 질량 대비가 아니므로 0 %가 '재가 없다'는 뜻은 아닙니다.
- 왼쪽 N₂(열분해): EPS 2종은 400 °C 전후 한 번에 떨어집니다. PIR(PUR)은 300 °C대에서 절반쯤 줄고 나머지(탄화층)는 790 °C까지 천천히 줄어듭니다. PF는 처음부터 완만하게 줄어 790 °C에서도 진행 중입니다.
- 오른쪽 공기(산화): EPS는 80–100 °C 일찍 분해하고, PIR(PUR)과 PF는 탄화층이 산화되면서 600 °C 전후에 끝납니다. PF 내부용만 480 °C 부근에서 급격히 끝납니다.
[질문 대비]
- EPS 가연성 공기 곡선이 100 %를 넘는 구간: 부력에 의한 겉보기 증가입니다(질량감소 0.16 · 0.30 mg, 재측정 대상).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DTG는 1 °C마다 줄어드는 몫입니다. 피크 온도가 PyroSim의 REFERENCE_TEMPERATURE가 됩니다.
- N₂: EPS 가연성 397 °C(2.65 %/°C)가 가장 날카롭고, 준불연은 426 °C로 27 °C 늦고 속도는 절반 이하입니다. PIR(PUR)은 315 · 332 °C의 1단계 피크입니다. PF는 피크 없이 800 °C를 향해 계속 올라가 표시하지 않았습니다.
- 공기: PF 내부용 472 °C(1.17 %/°C)가 탄화층 산화 중 가장 빠르고, PF 외부용은 488 °C(0.40)로 넓고 낮습니다. PIR(PUR) 탄화층 산화는 524 · 534 °C입니다.
[질문 대비]
- EPS 가연성 공기 피크(294 °C)는 재측정 대상 자료라 참고만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DSC는 보정 없이 기록돼 정성 자료입니다. 재료마다 세로로 띄워 그렸고, 오른쪽 아래 막대가 2 mW입니다.
- 두 반복에서 같은 온도 · 부호로 나온 재료 특성은 2개입니다. EPS 가연성 N₂ 398 °C 흡열(질량감소 피크 397 °C와 같은 온도, 해중합)과 PF 내부용 공기 474 °C 발열(탄화층 산화, 1/5로 줄여 그림)입니다.
- 나머지는 반복마다 크기나 온도가 달라 재료 특성으로 쓰지 않습니다. PIR(PUR) 600 °C 이후의 큰 흔들림도 한 반복에만 있습니다.
[질문 대비]
- PyroSim 반응열에 쓸 수 있나: 부호(흡열 · 발열)만 씁니다. 크기(kJ/kg)는 교정 DSC가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EPS 가연성의 TGA(질량 잔류 · DTG)와 DSC를 N₂(회색)와 공기(색)로 겹쳤습니다. 오른쪽에 지표와 PyroSim 반응 시작값을 적었습니다.
- N₂: T_peak 397 °C, r_max 2.65 %/°C, 자료 판정 조건부. 공기: T_peak 296 °C, r_max 2.44 %/°C, 자료 판정 재측정.
- PyroSim 반응 1(N₂ 열분해): REFERENCE_TEMPERATURE 397 °C, REFERENCE_RATE 0.00225 1/s (두 반복 0.00211 / 0.00238), HEATING_RATE 5 K/min.
[질문 대비]
- 질량 잔류 0 %는 '790 °C까지 감소량 기준'의 끝이라는 뜻이고 실제 잔류율이 아닙니다. 잔류물 수율(NU_MATL)은 초기 질량 기록이 있어야 합니다.
- 공기 곡선은 재측정 대상(질량감소 0.16 · 0.30 mg)이라 형태만 참고합니다.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EPS 준불연의 TGA(질량 잔류 · DTG)와 DSC를 N₂(회색)와 공기(색)로 겹쳤습니다. 오른쪽에 지표와 PyroSim 반응 시작값을 적었습니다.
- N₂: T_peak 425 °C, r_max 1.15 %/°C, 자료 판정 조건부. 공기: T_peak 343 °C, r_max 1.02 %/°C, 자료 판정 종점 의존.
- PyroSim 반응 1(N₂ 열분해): REFERENCE_TEMPERATURE 426 °C, REFERENCE_RATE 0.000966 1/s (두 반복 0.000961 / 0.000976), HEATING_RATE 5 K/min.
[질문 대비]
- 질량 잔류 0 %는 '790 °C까지 감소량 기준'의 끝이라는 뜻이고 실제 잔류율이 아닙니다. 잔류물 수율(NU_MATL)은 초기 질량 기록이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PIR(PUR) 가연성의 TGA(질량 잔류 · DTG)와 DSC를 N₂(회색)와 공기(색)로 겹쳤습니다. 오른쪽에 지표와 PyroSim 반응 시작값을 적었습니다.
- N₂: T_peak 317 °C, r_max 0.70 %/°C, 자료 판정 종점 의존. 공기: T_peak 525 °C, r_max 0.75 %/°C, 자료 판정 신뢰.
- PyroSim 반응 1(N₂ 열분해): REFERENCE_TEMPERATURE 315 °C, REFERENCE_RATE 0.0009 1/s (두 반복 0.000908 / 0.000893), HEATING_RATE 5 K/min.
- 반응 2(공기 탄화층 산화): 524 °C, 0.000875 1/s. N_O2 = 1로 넣으면 A = 87700000 1/s, E = 151 kJ/mol을 직접 입력(공기 가정).
[질문 대비]
- 질량 잔류 0 %는 '790 °C까지 감소량 기준'의 끝이라는 뜻이고 실제 잔류율이 아닙니다. 잔류물 수율(NU_MATL)은 초기 질량 기록이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PIR(PUR) 준불연의 TGA(질량 잔류 · DTG)와 DSC를 N₂(회색)와 공기(색)로 겹쳤습니다. 오른쪽에 지표와 PyroSim 반응 시작값을 적었습니다.
- N₂: T_peak 328 °C, r_max 0.53 %/°C, 자료 판정 종점 의존. 공기: T_peak 532 °C, r_max 0.58 %/°C, 자료 판정 조건부.
- PyroSim 반응 1(N₂ 열분해): REFERENCE_TEMPERATURE 332 °C, REFERENCE_RATE 0.000705 1/s (두 반복 0.000693 / 0.000729), HEATING_RATE 5 K/min.
- 반응 2(공기 탄화층 산화): 534 °C, 0.000757 1/s. N_O2 = 1로 넣으면 A = 4410000 1/s, E = 134 kJ/mol을 직접 입력(공기 가정).
[질문 대비]
- 질량 잔류 0 %는 '790 °C까지 감소량 기준'의 끝이라는 뜻이고 실제 잔류율이 아닙니다. 잔류물 수율(NU_MATL)은 초기 질량 기록이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PF 준불연 외부용의 TGA(질량 잔류 · DTG)와 DSC를 N₂(회색)와 공기(색)로 겹쳤습니다. 오른쪽에 지표와 PyroSim 반응 시작값을 적었습니다.
- N₂: T_peak 745 °C, r_max 0.27 %/°C, 자료 판정 종점 의존. 공기: T_peak 490 °C, r_max 0.41 %/°C, 자료 판정 신뢰.
- PyroSim 반응 1(N₂ 열분해): REFERENCE_TEMPERATURE 302 °C, REFERENCE_RATE 0.000428 1/s (두 반복 0.000454 / 0.000433), HEATING_RATE 5 K/min.
- 반응 2(공기 탄화층 산화): 488 °C, 0.000374 1/s. N_O2 = 1로 넣으면 A = 52.1 1/s, E = 59 kJ/mol을 직접 입력(공기 가정).
[질문 대비]
- 질량 잔류 0 %는 '790 °C까지 감소량 기준'의 끝이라는 뜻이고 실제 잔류율이 아닙니다. 잔류물 수율(NU_MATL)은 초기 질량 기록이 있어야 합니다.
- N₂ 2단계는 790 °C에서 끝나지 않아 반응 입력에서 뺐습니다. 800 °C 등온 유지 측정 뒤 보완합니다.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PF 준불연 내부용의 TGA(질량 잔류 · DTG)와 DSC를 N₂(회색)와 공기(색)로 겹쳤습니다. 오른쪽에 지표와 PyroSim 반응 시작값을 적었습니다.
- N₂: T_peak 611 °C, r_max 0.25 %/°C, 자료 판정 종점 의존. 공기: T_peak 472 °C, r_max 1.17 %/°C, 자료 판정 신뢰.
- PyroSim 반응 1(N₂ 열분해): REFERENCE_TEMPERATURE 300 °C, REFERENCE_RATE 0.000506 1/s (두 반복 0.000526 / 0.00051), HEATING_RATE 5 K/min.
- 반응 2(공기 탄화층 산화): 472 °C, 0.00109 1/s. N_O2 = 1로 넣으면 A = 4500000000 1/s, E = 164 kJ/mol을 직접 입력(공기 가정).
[질문 대비]
- 질량 잔류 0 %는 '790 °C까지 감소량 기준'의 끝이라는 뜻이고 실제 잔류율이 아닙니다. 잔류물 수율(NU_MATL)은 초기 질량 기록이 있어야 합니다.
- N₂ 2단계는 790 °C에서 끝나지 않아 반응 입력에서 뺐습니다. 800 °C 등온 유지 측정 뒤 보완합니다.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재료마다 반응 1은 N₂ TGA의 열분해 피크, 반응 2는 공기 TGA의 탄화층 산화 피크에서 구했습니다. EPS는 한 단계라 반응 1만 있습니다.
- 괄호 안이 두 반복 값입니다. 기준온도는 반복 간 차이가 대부분 몇 °C로 작습니다. 기준속도는 단계를 나누는 위치에 따라 달라지는 근사값입니다.
- E와 A는 FDS가 내부에서 계산할 값을 미리 보여 드린 것입니다. EPS 가연성 274 kJ/mol은 폴리스티렌 열분해로 알려진 범위(대략 200–300 kJ/mol)에 들어갑니다(참고).
[질문 대비]
- PF 반응 1(N₂ 300 °C)의 E가 38–45 kJ/mol로 작은 이유: 피크가 넓고 낮아(0.13–0.19 %/°C) 1차 반응 한 개로 맞추면 넓은 반응이 됩니다. PF의 N₂ 분해는 790 °C에서도 끝나지 않아 반응식 자체를 보완해야 합니다.
- 엑셀 '반응 파라미터' 시트에서 기준온도나 속도를 바꾸면 E · A가 같은 식으로 다시 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PyroSim의 재료 편집창은 FDS의 MATL 줄을 만듭니다. 열물성 탭에 밀도 · 비열 · 열전도율 · 방사율을, 열분해 탭에서 반응을 추가해 기준온도 · 기준속도 · 승온속도를 넣습니다.
- PIR(PUR)과 PF는 재료를 둘로 나눕니다. 원재료는 반응 1로 탄화층과 연료 기체를 만들고, 탄화층 재료가 반응 2(산화)를 합니다. FDS는 '한 재료 성분당 한 반응'으로 기준온도 방식을 쓰기 때문입니다.
- 탄화층 산화는 산소가 있어야 진행되므로 산소 차수(N_O2)를 1로 둡니다. 이때 FDS 반응속도에 산소 몰분율이 곱해지므로, 공기 중 TGA에서 구한 A를 0.209로 나눠 A · E를 직접 넣습니다.
[질문 대비]
- 연료 기체(SPEC_ID): 중공층 모델에서 쓰는 연소 반응(REAC)의 연료와 맞춥니다. 재료별 연소열은 MCC나 콘칼로리미터 값이 있어야 합니다.
- 반응 1의 잔류물 수율이 없으면: 초기 질량 기록 확인이 가장 빠릅니다. 기록이 없으면 같은 조건 TGA 한 번(초기 질량 기록)으로 구할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밀도는 TGA와 관계없이 보드에서 잽니다. KS M ISO 845 방식으로 시편 3개 이상의 치수와 질량을 재서 평균을 냅니다. 면재가 붙은 제품이면 심재와 전체를 따로 기록해 두면 PyroSim에서 층을 나눌 때 씁니다.
- 비열은 같은 STA 장비로 잴 수 있습니다. 빈 도가니, 사파이어 기준시료, 시료를 같은 조건으로 차례로 측정해 식으로 계산합니다(ASTM E1269). 시료 질량을 반드시 기록하고, 분해가 시작되기 전 온도 범위에서만 구합니다.
- 지금 기록으로 안 되는 이유: 시료가 1–3 mg이면 현열 신호가 0.1–0.35 mW인데, 기준선이 100 → 700 °C 사이 111–180 mW 움직입니다. 블랭크와 교정이 없어 이 차이를 걷어낼 수 없습니다.
[질문 대비]
- 시료 질량 1–3 mg의 근거: EPS처럼 잔류물이 거의 없는 재료의 총 질량감소가 0.16–2.5 mg이었으므로, 시료 질량은 대략 이 정도입니다(추정).
- 탄화층의 비열: N₂ TGA를 800 °C까지 돌린 잔류물로 같은 방식으로 잴 수 있습니다(선택).
- 열전도율은 TGA–DSC로도, 중공층 중앙 온도로도 구할 수 없다는 것을 기존 연계 분석에서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가장 큰 함정은 착화 시점입니다. 기존 연계 분석에서 카탈로그 물성의 맨 단열재는 버너 점화 후 16–51 s면 분해온도에 도달했는데, 준불연 재료가 실제로 열을 보태기 시작한 것은 188–288 s였습니다. 시스템(면재, 난연 처리, 마감)의 저항이 큽니다.
- 그래서 PyroSim 모델은 단열재만이 아니라 면재 · 마감층까지 층으로 넣고, 중공층 시험의 착화 시점과 3000 mm t₆₀₀으로 맞춰야 합니다.
- 반응 입력은 FDS의 TGA_ANALYSIS 기능으로 확인합니다. 시뮬레이션 없이 몇 초 만에 가상 TGA 곡선을 만들어 주므로, 엑셀의 측정 곡선과 비교해 피크 온도 · 높이를 맞춥니다.
[질문 대비]
- TGA_ANALYSIS 결과의 질량은 초기 질량 기준(Y)이라, α = (1 − Y)/(1 − Y(790 °C))로 바꿔 비교합니다(엑셀 '측정 곡선' 시트 설명).
- EPS 용융: FDS 고체 모델에는 녹아 흘러내리는 현상이 없어서, EPS 계열은 시험보다 오래 버티거나 다르게 타는 결과가 나올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원자료(data/N, data/O)를 넣고 위 순서대로 실행하면 이 PPT, 엑셀, 그림이 모두 다시 만들어집니다.
- 반응 입력 식은 FDS 설명서와 소스 코드(read.f90)에서 확인한 것을 그대로 썼습니다. 소스에는 잔류물 보정이 없어서, 기준속도는 '반응하는 성분'의 전환 속도입니다.
[질문 대비]
- 원자료는 공개 저장소에 올리지 않습니다. 결과 CSV와 덱 자료(JSON)만 저장소에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KICT 중공층 외단열 · TGA·DSC 재료 특성과 PyroSim 입력값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11247120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622024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chart" Target="/ppt/charts/chart12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chart" Target="/ppt/charts/chart15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chart" Target="/ppt/charts/chart18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chart" Target="/ppt/charts/chart2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chart" Target="/ppt/charts/chart2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dirty="0">
                <a:solidFill>
                  <a:schemeClr val="bg2"/>
                </a:solidFill>
              </a:rPr>
              <a:t>PyroSim 입력 자료 · 2026-10-21</a:t>
            </a:r>
            <a:endParaRPr lang="ko-KR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TGA·DSC 재료 특성 그래프와</a:t>
            </a:r>
            <a:endParaRPr lang="ko-KR" sz="3600" dirty="0"/>
          </a:p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PyroSim 입력값 정리</a:t>
            </a:r>
            <a:endParaRPr lang="ko-KR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600" dirty="0">
                <a:solidFill>
                  <a:schemeClr val="bg2"/>
                </a:solidFill>
              </a:rPr>
              <a:t>단열재 6종 — 밀도·비열은 어디서 오고, TGA–DSC는 PyroSim의 어디에 쓰는가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실측 필요</a:t>
            </a:r>
            <a:endParaRPr lang="ko-KR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밀도 · 비열 · 열전도율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TGA–DSC로는 구할 수 없음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10개</a:t>
            </a:r>
            <a:endParaRPr lang="ko-KR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TGA 반응 입력값</a:t>
            </a:r>
            <a:endParaRPr lang="ko-K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열분해 6 + 탄화층 산화 4</a:t>
            </a:r>
            <a:endParaRPr lang="ko-KR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TGA_ANALYSIS</a:t>
            </a:r>
            <a:endParaRPr lang="ko-KR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FDS로 반응 입력 검증</a:t>
            </a:r>
            <a:endParaRPr lang="ko-KR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측정 곡선을 엑셀에 수록</a:t>
            </a:r>
            <a:endParaRPr lang="ko-K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함께 드리는 파일: PyroSim_입력값_정리.xlsx (입력값 · 반응 파라미터 · 밀도/비열 측정 기록표 · 측정 곡선), figures/material_*.png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결론 — PyroSim에 무엇을 어떻게 쓰나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밀도·비열은 이 TGA–DSC로 구할 수 없음 — TGA는 PyroSim ‘열분해 반응’ 입력에 쓰고,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밀도·비열·열전도율은 보드 실측이나 제품 시험성적서 값을 씀</a:t>
            </a:r>
            <a:endParaRPr lang="ko-KR" sz="2000" dirty="0"/>
          </a:p>
        </p:txBody>
      </p:sp>
      <p:sp>
        <p:nvSpPr>
          <p:cNvPr id="4" name="card TGA → 그대로 사용"/>
          <p:cNvSpPr/>
          <p:nvPr/>
        </p:nvSpPr>
        <p:spPr>
          <a:xfrm>
            <a:off x="457200" y="1645920"/>
            <a:ext cx="3606698" cy="3840480"/>
          </a:xfrm>
          <a:prstGeom prst="roundRect">
            <a:avLst>
              <a:gd name="adj" fmla="val 2028"/>
            </a:avLst>
          </a:prstGeom>
          <a:solidFill>
            <a:srgbClr val="E2F3E2"/>
          </a:solidFill>
          <a:ln w="6350">
            <a:solidFill>
              <a:srgbClr val="E2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92808"/>
            <a:ext cx="201168" cy="201168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801368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TGA → 그대로 사용</a:t>
            </a:r>
            <a:endParaRPr lang="ko-KR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37744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REFERENCE_TEMPERATURE</a:t>
            </a:r>
            <a:endParaRPr lang="ko-KR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64261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DTG 피크 온도</a:t>
            </a:r>
            <a:endParaRPr lang="ko-KR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01752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REFERENCE_RATE</a:t>
            </a:r>
            <a:endParaRPr lang="ko-KR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328269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5 K/min × 피크 속도 ÷ 단계 몫</a:t>
            </a:r>
            <a:endParaRPr lang="ko-KR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365760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N_REACTIONS</a:t>
            </a:r>
            <a:endParaRPr lang="ko-KR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392277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EPS 1 · PIR(PUR) · PF 2</a:t>
            </a:r>
            <a:endParaRPr lang="ko-KR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429768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HEATING_RATE</a:t>
            </a:r>
            <a:endParaRPr lang="ko-KR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456285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5 K/min</a:t>
            </a:r>
            <a:endParaRPr lang="ko-KR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4937760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전환율 기준이라 초기 질량 없이 계산됨</a:t>
            </a:r>
            <a:endParaRPr lang="ko-KR" sz="1050" dirty="0"/>
          </a:p>
        </p:txBody>
      </p:sp>
      <p:sp>
        <p:nvSpPr>
          <p:cNvPr id="16" name="card 부호 · 조건만 확인"/>
          <p:cNvSpPr/>
          <p:nvPr/>
        </p:nvSpPr>
        <p:spPr>
          <a:xfrm>
            <a:off x="4292498" y="1645920"/>
            <a:ext cx="3606698" cy="3840480"/>
          </a:xfrm>
          <a:prstGeom prst="roundRect">
            <a:avLst>
              <a:gd name="adj" fmla="val 2028"/>
            </a:avLst>
          </a:prstGeom>
          <a:solidFill>
            <a:srgbClr val="FEF2D3"/>
          </a:solidFill>
          <a:ln w="6350">
            <a:solidFill>
              <a:srgbClr val="FEF2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3666" y="1892808"/>
            <a:ext cx="201168" cy="201168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86274" y="1801368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부호 · 조건만 확인</a:t>
            </a:r>
            <a:endParaRPr lang="ko-KR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11954" y="237744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HEAT_OF_REACTION</a:t>
            </a:r>
            <a:endParaRPr lang="ko-KR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11954" y="264261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부호만: EPS 398 °C 흡열, PF 내부용 474 °C 발열</a:t>
            </a:r>
            <a:endParaRPr lang="ko-KR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11954" y="301752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NU_MATL (잔류물)</a:t>
            </a:r>
            <a:endParaRPr lang="ko-KR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11954" y="328269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초기 질량 기록이 있으면 계산</a:t>
            </a:r>
            <a:endParaRPr lang="ko-KR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11954" y="365760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산화 A · E</a:t>
            </a:r>
            <a:endParaRPr lang="ko-KR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11954" y="392277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O 가스가 공기인지 확인 후 A ÷ 0.209</a:t>
            </a:r>
            <a:endParaRPr lang="ko-KR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11954" y="4937760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기록 확인 · 교정 DSC가 있으면 값이 됨</a:t>
            </a:r>
            <a:endParaRPr lang="ko-KR" sz="1050" dirty="0"/>
          </a:p>
        </p:txBody>
      </p:sp>
      <p:sp>
        <p:nvSpPr>
          <p:cNvPr id="26" name="card 이 시험으로 불가 → 실측"/>
          <p:cNvSpPr/>
          <p:nvPr/>
        </p:nvSpPr>
        <p:spPr>
          <a:xfrm>
            <a:off x="8127797" y="1645920"/>
            <a:ext cx="3606698" cy="3840480"/>
          </a:xfrm>
          <a:prstGeom prst="roundRect">
            <a:avLst>
              <a:gd name="adj" fmla="val 2028"/>
            </a:avLst>
          </a:prstGeom>
          <a:solidFill>
            <a:srgbClr val="F8DEDE"/>
          </a:solidFill>
          <a:ln w="6350">
            <a:solidFill>
              <a:srgbClr val="F8DE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8965" y="1892808"/>
            <a:ext cx="201168" cy="201168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21573" y="1801368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이 시험으로 불가 → 실측</a:t>
            </a:r>
            <a:endParaRPr lang="ko-KR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347253" y="237744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DENSITY 밀도</a:t>
            </a:r>
            <a:endParaRPr lang="ko-KR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347253" y="264261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보드 실측 (KS M ISO 845)</a:t>
            </a:r>
            <a:endParaRPr lang="ko-KR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347253" y="301752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SPECIFIC_HEAT 비열</a:t>
            </a:r>
            <a:endParaRPr lang="ko-KR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347253" y="328269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사파이어법 DSC (ASTM E1269)</a:t>
            </a:r>
            <a:endParaRPr lang="ko-KR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47253" y="365760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CONDUCTIVITY 열전도율</a:t>
            </a:r>
            <a:endParaRPr lang="ko-KR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47253" y="392277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시험성적서 (KS L 9016)</a:t>
            </a:r>
            <a:endParaRPr lang="ko-KR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347253" y="429768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HEAT_OF_COMBUSTION</a:t>
            </a:r>
            <a:endParaRPr lang="ko-KR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347253" y="456285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MCC · 콘칼로리미터</a:t>
            </a:r>
            <a:endParaRPr lang="ko-KR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347253" y="4937760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임시값: ρ 15–60 kg/m³, c 1.3–1.5 kJ/(kg·K), k 0.018–0.040 W/(m·K)</a:t>
            </a:r>
            <a:endParaRPr lang="ko-KR" sz="1050" dirty="0"/>
          </a:p>
        </p:txBody>
      </p:sp>
      <p:sp>
        <p:nvSpPr>
          <p:cNvPr id="38" name="guide"/>
          <p:cNvSpPr/>
          <p:nvPr/>
        </p:nvSpPr>
        <p:spPr>
          <a:xfrm>
            <a:off x="457200" y="5669280"/>
            <a:ext cx="11277295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56692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bg1"/>
                </a:solidFill>
              </a:rPr>
              <a:t>주의  </a:t>
            </a:r>
            <a:r>
              <a:rPr lang="ko-KR" altLang="en-US" sz="1200" dirty="0">
                <a:solidFill>
                  <a:schemeClr val="bg1"/>
                </a:solidFill>
              </a:rPr>
              <a:t>카탈로그 물성만 넣은 맨 단열재는 시험보다 훨씬 빨리 착화함(모델 16–51 s, 준불연 시험 188–288 s) → 면재 · 마감층을 넣고 중공층 시험으로 검증 (16쪽)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PyroSim 재료(MATL) 입력 항목별 출처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PyroSim 재료 입력 12개 항목 중 TGA로 바로 채우는 것은 반응 4개 항목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나머지는 실측 · 시험성적서 · 기록 확인으로 채움</a:t>
            </a:r>
            <a:endParaRPr lang="ko-KR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40280"/>
                <a:gridCol w="960120"/>
                <a:gridCol w="1005840"/>
                <a:gridCol w="5699455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PyroSim 항목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FDS 키워드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단위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이 자료로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값을 얻는 방법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밀도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DENSITY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kg/m³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보드 실측 (KS M ISO 845) 또는 시험성적서 — 임시 15–60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비열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SPECIFIC_HEAT (_RAMP)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kJ/(kg·K)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사파이어법 DSC (ASTM E1269 / ISO 11357-4) — 임시 1.3–1.5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열전도율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CONDUCTIVITY (_RAMP)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W/(m·K)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시험성적서 (KS L 9016 / ISO 8301) — 임시 0.018–0.040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방사율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EMISSIVITY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FDS 기본값 0.9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반응 수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N_REACTIONS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DTG 단계: EPS 1, PIR(PUR) · PF 2 (열분해 + 탄화층 산화)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기준온도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REFERENCE_TEMPERATURE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°C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DTG 피크 온도 (반응 1 = 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, 반응 2 = 공기)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기준속도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REFERENCE_RATE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1/s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5 K/min × 피크 속도 ÷ 단계 몫 f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승온속도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HEATING_RATE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K/min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5 (TGA 조건)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잔류물 수율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NU_MATL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kg/kg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기록 필요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790 °C 잔류 질량 ÷ 초기 질량 — 초기 질량 24개 기록 필요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반응열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HEAT_OF_REACTION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kJ/kg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부호만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교정 DSC (블랭크 + 열류 교정 + 초기 질량) 또는 문헌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산소 의존 산화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N_O2, A, E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가정 필요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공기 TGA 산화 피크 → A ÷ 0.209 (O 가스가 공기일 때)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연소열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HEAT_OF_COMBUSTION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kJ/kg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MCC (ASTM D7309) 또는 콘칼로리미터 (ISO 5660-1)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14476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임시값 = 기존 분석에서 쓴 단열 보드 카탈로그 범위 (실측 전 시험 계산용). FDS 키워드는 PyroSim 재료 편집창의 같은 이름 항목에 대응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TGA 그래프 ① — 6종 질량 잔류 (두 반복 평균)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EPS는 한 단계로 거의 다 사라지고, PIR(PUR) · PF는 탄화층이 남아 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에서 천천히 줄어듦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탄화층이 산화돼 PIR(PUR) · PF 외부용은 600 °C 전후, PF 내부용은 480 °C에 끝남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(a) </a:t>
            </a:r>
            <a:r>
              <a:rPr lang="ko-KR" altLang="en-US" sz="1250" b="1" dirty="0">
                <a:solidFill>
                  <a:schemeClr val="tx1"/>
                </a:solidFill>
              </a:rPr>
              <a:t>N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 — 열분해</a:t>
            </a:r>
            <a:endParaRPr lang="ko-KR" sz="1250" dirty="0"/>
          </a:p>
        </p:txBody>
      </p:sp>
      <p:graphicFrame>
        <p:nvGraphicFramePr>
          <p:cNvPr id="5" name="rem overview N₂" descr=""/>
          <p:cNvGraphicFramePr/>
          <p:nvPr/>
        </p:nvGraphicFramePr>
        <p:xfrm>
          <a:off x="457200" y="2240280"/>
          <a:ext cx="5559552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13155" y="5986577"/>
            <a:ext cx="4781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온도 (°C)</a:t>
            </a:r>
            <a:endParaRPr lang="ko-KR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(b) 공기(O) — 산화</a:t>
            </a:r>
            <a:endParaRPr lang="ko-KR" sz="1250" dirty="0"/>
          </a:p>
        </p:txBody>
      </p:sp>
      <p:graphicFrame>
        <p:nvGraphicFramePr>
          <p:cNvPr id="8" name="rem overview 공기(O)" descr=""/>
          <p:cNvGraphicFramePr/>
          <p:nvPr/>
        </p:nvGraphicFramePr>
        <p:xfrm>
          <a:off x="6172200" y="2240280"/>
          <a:ext cx="5559552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728155" y="5986577"/>
            <a:ext cx="4781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온도 (°C)</a:t>
            </a:r>
            <a:endParaRPr lang="ko-KR" sz="1050" dirty="0"/>
          </a:p>
        </p:txBody>
      </p:sp>
      <p:sp>
        <p:nvSpPr>
          <p:cNvPr id="10" name="Text 6"/>
          <p:cNvSpPr txBox="1"/>
          <p:nvPr/>
        </p:nvSpPr>
        <p:spPr>
          <a:xfrm rot="16200000">
            <a:off x="-1371600" y="388848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잔류 질량 100·(1−α) (%)</a:t>
            </a:r>
            <a:endParaRPr lang="ko-KR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1773936"/>
            <a:ext cx="329184" cy="0"/>
          </a:xfrm>
          <a:prstGeom prst="line">
            <a:avLst/>
          </a:prstGeom>
          <a:noFill/>
          <a:ln w="25400">
            <a:solidFill>
              <a:srgbClr val="EDA1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" y="1645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EPS 가연성</a:t>
            </a:r>
            <a:endParaRPr lang="ko-KR" sz="1100" dirty="0"/>
          </a:p>
        </p:txBody>
      </p:sp>
      <p:sp>
        <p:nvSpPr>
          <p:cNvPr id="13" name="Shape 9"/>
          <p:cNvSpPr/>
          <p:nvPr/>
        </p:nvSpPr>
        <p:spPr>
          <a:xfrm>
            <a:off x="1938528" y="1773936"/>
            <a:ext cx="329184" cy="0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340864" y="1645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EPS 준불연</a:t>
            </a:r>
            <a:endParaRPr lang="ko-KR" sz="1100" dirty="0"/>
          </a:p>
        </p:txBody>
      </p:sp>
      <p:sp>
        <p:nvSpPr>
          <p:cNvPr id="15" name="Shape 11"/>
          <p:cNvSpPr/>
          <p:nvPr/>
        </p:nvSpPr>
        <p:spPr>
          <a:xfrm>
            <a:off x="3419856" y="1773936"/>
            <a:ext cx="329184" cy="0"/>
          </a:xfrm>
          <a:prstGeom prst="line">
            <a:avLst/>
          </a:prstGeom>
          <a:noFill/>
          <a:ln w="25400">
            <a:solidFill>
              <a:srgbClr val="6250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822192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PIR(PUR) 가연성</a:t>
            </a:r>
            <a:endParaRPr lang="ko-KR" sz="1100" dirty="0"/>
          </a:p>
        </p:txBody>
      </p:sp>
      <p:sp>
        <p:nvSpPr>
          <p:cNvPr id="17" name="Shape 13"/>
          <p:cNvSpPr/>
          <p:nvPr/>
        </p:nvSpPr>
        <p:spPr>
          <a:xfrm>
            <a:off x="5193792" y="1773936"/>
            <a:ext cx="329184" cy="0"/>
          </a:xfrm>
          <a:prstGeom prst="line">
            <a:avLst/>
          </a:prstGeom>
          <a:noFill/>
          <a:ln w="25400">
            <a:solidFill>
              <a:srgbClr val="0083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596128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PIR(PUR) 준불연</a:t>
            </a:r>
            <a:endParaRPr lang="ko-KR" sz="1100" dirty="0"/>
          </a:p>
        </p:txBody>
      </p:sp>
      <p:sp>
        <p:nvSpPr>
          <p:cNvPr id="19" name="Shape 15"/>
          <p:cNvSpPr/>
          <p:nvPr/>
        </p:nvSpPr>
        <p:spPr>
          <a:xfrm>
            <a:off x="6967728" y="1773936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70064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준불연 외부용</a:t>
            </a:r>
            <a:endParaRPr lang="ko-KR" sz="1100" dirty="0"/>
          </a:p>
        </p:txBody>
      </p:sp>
      <p:sp>
        <p:nvSpPr>
          <p:cNvPr id="21" name="Shape 17"/>
          <p:cNvSpPr/>
          <p:nvPr/>
        </p:nvSpPr>
        <p:spPr>
          <a:xfrm>
            <a:off x="8741664" y="1773936"/>
            <a:ext cx="329184" cy="0"/>
          </a:xfrm>
          <a:prstGeom prst="line">
            <a:avLst/>
          </a:prstGeom>
          <a:noFill/>
          <a:ln w="25400">
            <a:solidFill>
              <a:srgbClr val="E3494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4400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준불연 내부용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TGA 그래프 ② — 6종 질량감소속도 DTG (두 반복 평균)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열분해 피크: EPS 397 · 426 °C, PIR(PUR) 315 · 332 °C (PF는 뚜렷한 피크 없음)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 산화 피크: PF 내부용 472 °C(1.17 %/°C)가 가장 빠르고 PF 외부용 488 °C는 넓고 낮음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(a) </a:t>
            </a:r>
            <a:r>
              <a:rPr lang="ko-KR" altLang="en-US" sz="1250" b="1" dirty="0">
                <a:solidFill>
                  <a:schemeClr val="tx1"/>
                </a:solidFill>
              </a:rPr>
              <a:t>N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 — 열분해</a:t>
            </a:r>
            <a:endParaRPr lang="ko-KR" sz="1250" dirty="0"/>
          </a:p>
        </p:txBody>
      </p:sp>
      <p:graphicFrame>
        <p:nvGraphicFramePr>
          <p:cNvPr id="5" name="dtg overview N₂" descr=""/>
          <p:cNvGraphicFramePr/>
          <p:nvPr/>
        </p:nvGraphicFramePr>
        <p:xfrm>
          <a:off x="457200" y="2240280"/>
          <a:ext cx="5559552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13155" y="5986577"/>
            <a:ext cx="4781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온도 (°C)</a:t>
            </a:r>
            <a:endParaRPr lang="ko-KR" sz="1050" dirty="0"/>
          </a:p>
        </p:txBody>
      </p:sp>
      <p:sp>
        <p:nvSpPr>
          <p:cNvPr id="7" name="Shape 4"/>
          <p:cNvSpPr/>
          <p:nvPr/>
        </p:nvSpPr>
        <p:spPr>
          <a:xfrm>
            <a:off x="3340113" y="2693560"/>
            <a:ext cx="91440" cy="91440"/>
          </a:xfrm>
          <a:prstGeom prst="ellipse">
            <a:avLst/>
          </a:prstGeom>
          <a:solidFill>
            <a:srgbClr val="EDA1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68613" y="2464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397 °C · 2.65</a:t>
            </a:r>
            <a:endParaRPr lang="ko-KR" sz="1000" dirty="0"/>
          </a:p>
        </p:txBody>
      </p:sp>
      <p:sp>
        <p:nvSpPr>
          <p:cNvPr id="9" name="Shape 6"/>
          <p:cNvSpPr/>
          <p:nvPr/>
        </p:nvSpPr>
        <p:spPr>
          <a:xfrm>
            <a:off x="3513432" y="4123274"/>
            <a:ext cx="91440" cy="91440"/>
          </a:xfrm>
          <a:prstGeom prst="ellipse">
            <a:avLst/>
          </a:prstGeom>
          <a:solidFill>
            <a:srgbClr val="E87BA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41932" y="389467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426 °C · 1.15</a:t>
            </a:r>
            <a:endParaRPr lang="ko-KR" sz="1000" dirty="0"/>
          </a:p>
        </p:txBody>
      </p:sp>
      <p:sp>
        <p:nvSpPr>
          <p:cNvPr id="11" name="Shape 8"/>
          <p:cNvSpPr/>
          <p:nvPr/>
        </p:nvSpPr>
        <p:spPr>
          <a:xfrm>
            <a:off x="2850038" y="4546343"/>
            <a:ext cx="91440" cy="91440"/>
          </a:xfrm>
          <a:prstGeom prst="ellipse">
            <a:avLst/>
          </a:prstGeom>
          <a:solidFill>
            <a:srgbClr val="6250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9633" y="4262031"/>
            <a:ext cx="986126" cy="330031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46209" y="4152303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315 °C · 0.70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2951639" y="4719710"/>
            <a:ext cx="91440" cy="91440"/>
          </a:xfrm>
          <a:prstGeom prst="ellipse">
            <a:avLst/>
          </a:prstGeom>
          <a:solidFill>
            <a:srgbClr val="0083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09633" y="4500363"/>
            <a:ext cx="1087726" cy="265067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946209" y="4390635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332 °C · 0.52</a:t>
            </a:r>
            <a:endParaRPr lang="ko-KR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(b) 공기(O) — 산화</a:t>
            </a:r>
            <a:endParaRPr lang="ko-KR" sz="1250" dirty="0"/>
          </a:p>
        </p:txBody>
      </p:sp>
      <p:graphicFrame>
        <p:nvGraphicFramePr>
          <p:cNvPr id="18" name="dtg overview 공기(O)" descr=""/>
          <p:cNvGraphicFramePr/>
          <p:nvPr/>
        </p:nvGraphicFramePr>
        <p:xfrm>
          <a:off x="6172200" y="2240280"/>
          <a:ext cx="5559552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728155" y="5986577"/>
            <a:ext cx="4781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온도 (°C)</a:t>
            </a:r>
            <a:endParaRPr lang="ko-KR" sz="1050" dirty="0"/>
          </a:p>
        </p:txBody>
      </p:sp>
      <p:sp>
        <p:nvSpPr>
          <p:cNvPr id="20" name="Shape 16"/>
          <p:cNvSpPr/>
          <p:nvPr/>
        </p:nvSpPr>
        <p:spPr>
          <a:xfrm>
            <a:off x="8439532" y="2933843"/>
            <a:ext cx="91440" cy="91440"/>
          </a:xfrm>
          <a:prstGeom prst="ellipse">
            <a:avLst/>
          </a:prstGeom>
          <a:solidFill>
            <a:srgbClr val="EDA1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868032" y="2705243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294 °C · 2.40</a:t>
            </a:r>
            <a:endParaRPr lang="ko-KR" sz="1000" dirty="0"/>
          </a:p>
        </p:txBody>
      </p:sp>
      <p:sp>
        <p:nvSpPr>
          <p:cNvPr id="22" name="Shape 18"/>
          <p:cNvSpPr/>
          <p:nvPr/>
        </p:nvSpPr>
        <p:spPr>
          <a:xfrm>
            <a:off x="8726404" y="4247170"/>
            <a:ext cx="91440" cy="91440"/>
          </a:xfrm>
          <a:prstGeom prst="ellipse">
            <a:avLst/>
          </a:prstGeom>
          <a:solidFill>
            <a:srgbClr val="E87BA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154904" y="401857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342 °C · 1.02</a:t>
            </a:r>
            <a:endParaRPr lang="ko-KR" sz="1000" dirty="0"/>
          </a:p>
        </p:txBody>
      </p:sp>
      <p:sp>
        <p:nvSpPr>
          <p:cNvPr id="24" name="Shape 20"/>
          <p:cNvSpPr/>
          <p:nvPr/>
        </p:nvSpPr>
        <p:spPr>
          <a:xfrm>
            <a:off x="9814131" y="4505136"/>
            <a:ext cx="91440" cy="91440"/>
          </a:xfrm>
          <a:prstGeom prst="ellipse">
            <a:avLst/>
          </a:prstGeom>
          <a:solidFill>
            <a:srgbClr val="6250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 flipH="1">
            <a:off x="9859851" y="4071366"/>
            <a:ext cx="454215" cy="47949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350642" y="396163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524 °C · 0.75</a:t>
            </a:r>
            <a:endParaRPr lang="ko-KR" sz="1000" dirty="0"/>
          </a:p>
        </p:txBody>
      </p:sp>
      <p:sp>
        <p:nvSpPr>
          <p:cNvPr id="27" name="Shape 23"/>
          <p:cNvSpPr/>
          <p:nvPr/>
        </p:nvSpPr>
        <p:spPr>
          <a:xfrm>
            <a:off x="9873896" y="4674237"/>
            <a:ext cx="91440" cy="91440"/>
          </a:xfrm>
          <a:prstGeom prst="ellipse">
            <a:avLst/>
          </a:prstGeom>
          <a:solidFill>
            <a:srgbClr val="0083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 flipH="1">
            <a:off x="9919616" y="4309698"/>
            <a:ext cx="394450" cy="41026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350642" y="419997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534 °C · 0.57</a:t>
            </a:r>
            <a:endParaRPr lang="ko-KR" sz="1000" dirty="0"/>
          </a:p>
        </p:txBody>
      </p:sp>
      <p:sp>
        <p:nvSpPr>
          <p:cNvPr id="30" name="Shape 26"/>
          <p:cNvSpPr/>
          <p:nvPr/>
        </p:nvSpPr>
        <p:spPr>
          <a:xfrm>
            <a:off x="9598976" y="4831705"/>
            <a:ext cx="91440" cy="91440"/>
          </a:xfrm>
          <a:prstGeom prst="ellipse">
            <a:avLst/>
          </a:prstGeom>
          <a:solidFill>
            <a:srgbClr val="2A78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flipH="1">
            <a:off x="9644696" y="4548030"/>
            <a:ext cx="669370" cy="329396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350642" y="443830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488 °C · 0.40</a:t>
            </a:r>
            <a:endParaRPr lang="ko-KR" sz="1000" dirty="0"/>
          </a:p>
        </p:txBody>
      </p:sp>
      <p:sp>
        <p:nvSpPr>
          <p:cNvPr id="33" name="Shape 29"/>
          <p:cNvSpPr/>
          <p:nvPr/>
        </p:nvSpPr>
        <p:spPr>
          <a:xfrm>
            <a:off x="9503352" y="4098695"/>
            <a:ext cx="91440" cy="91440"/>
          </a:xfrm>
          <a:prstGeom prst="ellipse">
            <a:avLst/>
          </a:prstGeom>
          <a:solidFill>
            <a:srgbClr val="E3494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931852" y="3870095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472 °C · 1.17</a:t>
            </a:r>
            <a:endParaRPr lang="ko-KR" sz="1000" dirty="0"/>
          </a:p>
        </p:txBody>
      </p:sp>
      <p:sp>
        <p:nvSpPr>
          <p:cNvPr id="35" name="Text 31"/>
          <p:cNvSpPr txBox="1"/>
          <p:nvPr/>
        </p:nvSpPr>
        <p:spPr>
          <a:xfrm rot="16200000">
            <a:off x="-1371600" y="388848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dα/dT (%/°C)</a:t>
            </a:r>
            <a:endParaRPr lang="ko-KR" sz="1100" dirty="0"/>
          </a:p>
        </p:txBody>
      </p:sp>
      <p:sp>
        <p:nvSpPr>
          <p:cNvPr id="36" name="Shape 32"/>
          <p:cNvSpPr/>
          <p:nvPr/>
        </p:nvSpPr>
        <p:spPr>
          <a:xfrm>
            <a:off x="457200" y="1773936"/>
            <a:ext cx="329184" cy="0"/>
          </a:xfrm>
          <a:prstGeom prst="line">
            <a:avLst/>
          </a:prstGeom>
          <a:noFill/>
          <a:ln w="25400">
            <a:solidFill>
              <a:srgbClr val="EDA10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59536" y="1645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EPS 가연성</a:t>
            </a:r>
            <a:endParaRPr lang="ko-KR" sz="1100" dirty="0"/>
          </a:p>
        </p:txBody>
      </p:sp>
      <p:sp>
        <p:nvSpPr>
          <p:cNvPr id="38" name="Shape 34"/>
          <p:cNvSpPr/>
          <p:nvPr/>
        </p:nvSpPr>
        <p:spPr>
          <a:xfrm>
            <a:off x="1938528" y="1773936"/>
            <a:ext cx="329184" cy="0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340864" y="1645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EPS 준불연</a:t>
            </a:r>
            <a:endParaRPr lang="ko-KR" sz="1100" dirty="0"/>
          </a:p>
        </p:txBody>
      </p:sp>
      <p:sp>
        <p:nvSpPr>
          <p:cNvPr id="40" name="Shape 36"/>
          <p:cNvSpPr/>
          <p:nvPr/>
        </p:nvSpPr>
        <p:spPr>
          <a:xfrm>
            <a:off x="3419856" y="1773936"/>
            <a:ext cx="329184" cy="0"/>
          </a:xfrm>
          <a:prstGeom prst="line">
            <a:avLst/>
          </a:prstGeom>
          <a:noFill/>
          <a:ln w="25400">
            <a:solidFill>
              <a:srgbClr val="6250D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822192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PIR(PUR) 가연성</a:t>
            </a:r>
            <a:endParaRPr lang="ko-KR" sz="1100" dirty="0"/>
          </a:p>
        </p:txBody>
      </p:sp>
      <p:sp>
        <p:nvSpPr>
          <p:cNvPr id="42" name="Shape 38"/>
          <p:cNvSpPr/>
          <p:nvPr/>
        </p:nvSpPr>
        <p:spPr>
          <a:xfrm>
            <a:off x="5193792" y="1773936"/>
            <a:ext cx="329184" cy="0"/>
          </a:xfrm>
          <a:prstGeom prst="line">
            <a:avLst/>
          </a:prstGeom>
          <a:noFill/>
          <a:ln w="25400">
            <a:solidFill>
              <a:srgbClr val="00830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596128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PIR(PUR) 준불연</a:t>
            </a:r>
            <a:endParaRPr lang="ko-KR" sz="1100" dirty="0"/>
          </a:p>
        </p:txBody>
      </p:sp>
      <p:sp>
        <p:nvSpPr>
          <p:cNvPr id="44" name="Shape 40"/>
          <p:cNvSpPr/>
          <p:nvPr/>
        </p:nvSpPr>
        <p:spPr>
          <a:xfrm>
            <a:off x="6967728" y="1773936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370064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준불연 외부용</a:t>
            </a:r>
            <a:endParaRPr lang="ko-KR" sz="1100" dirty="0"/>
          </a:p>
        </p:txBody>
      </p:sp>
      <p:sp>
        <p:nvSpPr>
          <p:cNvPr id="46" name="Shape 42"/>
          <p:cNvSpPr/>
          <p:nvPr/>
        </p:nvSpPr>
        <p:spPr>
          <a:xfrm>
            <a:off x="8741664" y="1773936"/>
            <a:ext cx="329184" cy="0"/>
          </a:xfrm>
          <a:prstGeom prst="line">
            <a:avLst/>
          </a:prstGeom>
          <a:noFill/>
          <a:ln w="25400">
            <a:solidFill>
              <a:srgbClr val="E34948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14400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준불연 내부용</a:t>
            </a:r>
            <a:endParaRPr lang="ko-KR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457200" y="6254496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점 = 주 피크 (온도 · 최대속도 %/°C). PF 2종은 </a:t>
            </a:r>
            <a:r>
              <a:rPr lang="ko-KR" altLang="en-US" sz="950" dirty="0">
                <a:solidFill>
                  <a:schemeClr val="tx2"/>
                </a:solidFill>
              </a:rPr>
              <a:t>N</a:t>
            </a:r>
            <a:r>
              <a:rPr lang="ko-KR" altLang="en-US" sz="950" baseline="-40000" dirty="0">
                <a:solidFill>
                  <a:schemeClr val="tx2"/>
                </a:solidFill>
              </a:rPr>
              <a:t>2</a:t>
            </a:r>
            <a:r>
              <a:rPr lang="ko-KR" altLang="en-US" sz="950" dirty="0">
                <a:solidFill>
                  <a:schemeClr val="tx2"/>
                </a:solidFill>
              </a:rPr>
              <a:t>에서 뚜렷한 주 피크가 없어 표시하지 않음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DSC 그래프 — 6종 국소 열류 (정성, 두 반복)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DSC에서 두 반복이 같게 나온 특성은 EPS 가연성 398 °C 흡열과 PF 내부용 474 °C 발열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나머지 재료의 신호는 반복마다 크기 · 온도가 달라 판정에 쓰지 않음 (보정 없는 정성 자료)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(a) </a:t>
            </a:r>
            <a:r>
              <a:rPr lang="ko-KR" altLang="en-US" sz="1250" b="1" dirty="0">
                <a:solidFill>
                  <a:schemeClr val="tx1"/>
                </a:solidFill>
              </a:rPr>
              <a:t>N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 — 열분해 · 흡열 ↑ 발열 ↓</a:t>
            </a:r>
            <a:endParaRPr lang="ko-KR" sz="1250" dirty="0"/>
          </a:p>
        </p:txBody>
      </p:sp>
      <p:graphicFrame>
        <p:nvGraphicFramePr>
          <p:cNvPr id="5" name="dsc overview N2" descr=""/>
          <p:cNvGraphicFramePr/>
          <p:nvPr/>
        </p:nvGraphicFramePr>
        <p:xfrm>
          <a:off x="457200" y="2011680"/>
          <a:ext cx="5559552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9707" y="2064563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EPS 가연성</a:t>
            </a:r>
            <a:endParaRPr lang="ko-KR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69707" y="2642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EPS 준불연</a:t>
            </a:r>
            <a:endParaRPr lang="ko-KR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69707" y="32195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PIR(PUR) 가연성</a:t>
            </a:r>
            <a:endParaRPr lang="ko-KR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69707" y="3797065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PIR(PUR) 준불연</a:t>
            </a:r>
            <a:endParaRPr lang="ko-KR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9707" y="437456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PF 준불연 외부용</a:t>
            </a:r>
            <a:endParaRPr lang="ko-KR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69707" y="4952067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PF 준불연 내부용</a:t>
            </a:r>
            <a:endParaRPr lang="ko-KR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3987" y="6083503"/>
            <a:ext cx="522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온도 (°C)</a:t>
            </a:r>
            <a:endParaRPr lang="ko-KR" sz="1050" dirty="0"/>
          </a:p>
        </p:txBody>
      </p:sp>
      <p:sp>
        <p:nvSpPr>
          <p:cNvPr id="13" name="Shape 10"/>
          <p:cNvSpPr/>
          <p:nvPr/>
        </p:nvSpPr>
        <p:spPr>
          <a:xfrm>
            <a:off x="5712440" y="5528615"/>
            <a:ext cx="0" cy="256667"/>
          </a:xfrm>
          <a:prstGeom prst="line">
            <a:avLst/>
          </a:prstGeom>
          <a:noFill/>
          <a:ln w="22225">
            <a:solidFill>
              <a:srgbClr val="2330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6640" y="555668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 mW</a:t>
            </a:r>
            <a:endParaRPr lang="ko-KR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007766" y="214381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398 °C 흡열 (해중합) — 두 반복 재현</a:t>
            </a:r>
            <a:endParaRPr lang="ko-KR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(b) 공기(O) — 산화 · 흡열 ↑ 발열 ↓</a:t>
            </a:r>
            <a:endParaRPr lang="ko-KR" sz="1250" dirty="0"/>
          </a:p>
        </p:txBody>
      </p:sp>
      <p:graphicFrame>
        <p:nvGraphicFramePr>
          <p:cNvPr id="17" name="dsc overview O" descr=""/>
          <p:cNvGraphicFramePr/>
          <p:nvPr/>
        </p:nvGraphicFramePr>
        <p:xfrm>
          <a:off x="6172200" y="2011680"/>
          <a:ext cx="5559552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384707" y="2064563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EPS 가연성</a:t>
            </a:r>
            <a:endParaRPr lang="ko-KR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384707" y="2642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EPS 준불연</a:t>
            </a:r>
            <a:endParaRPr lang="ko-KR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384707" y="32195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PIR(PUR) 가연성</a:t>
            </a:r>
            <a:endParaRPr lang="ko-KR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384707" y="3797065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PIR(PUR) 준불연</a:t>
            </a:r>
            <a:endParaRPr lang="ko-KR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384707" y="437456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PF 준불연 외부용</a:t>
            </a:r>
            <a:endParaRPr lang="ko-KR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384707" y="4952067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PF 준불연 내부용 (×1/5)</a:t>
            </a:r>
            <a:endParaRPr lang="ko-KR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6338987" y="6083503"/>
            <a:ext cx="522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온도 (°C)</a:t>
            </a:r>
            <a:endParaRPr lang="ko-KR" sz="1050" dirty="0"/>
          </a:p>
        </p:txBody>
      </p:sp>
      <p:sp>
        <p:nvSpPr>
          <p:cNvPr id="25" name="Shape 21"/>
          <p:cNvSpPr/>
          <p:nvPr/>
        </p:nvSpPr>
        <p:spPr>
          <a:xfrm>
            <a:off x="11427440" y="5528615"/>
            <a:ext cx="0" cy="256667"/>
          </a:xfrm>
          <a:prstGeom prst="line">
            <a:avLst/>
          </a:prstGeom>
          <a:noFill/>
          <a:ln w="22225">
            <a:solidFill>
              <a:srgbClr val="23303D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741640" y="555668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 mW</a:t>
            </a:r>
            <a:endParaRPr lang="ko-KR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306544" y="5644115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474 °C 발열 — 두 반복 재현</a:t>
            </a:r>
            <a:endParaRPr lang="ko-KR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236208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실선 #1 · 점선 #2. 국소 열류 = 미보정 열류에서 100 °C 창 추세를 뺀 값(정성) — 큰 발열 양옆의 + 곁봉우리는 필터 효과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재료별 특성 1/6 — EPS 가연성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 가연성 — 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397 °C에서 한 단계로 급격히 분해(2.65 %/°C)하고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296 °C로 약 100 °C 앞당겨짐 · DSC 398 °C 흡열(해중합)이 두 반복에서 재현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6276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(열분해)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1755648"/>
            <a:ext cx="329184" cy="0"/>
          </a:xfrm>
          <a:prstGeom prst="line">
            <a:avLst/>
          </a:prstGeom>
          <a:noFill/>
          <a:ln w="25400">
            <a:solidFill>
              <a:srgbClr val="EDA1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(산화)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133088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2회차 (흡열 +)</a:t>
            </a:r>
            <a:endParaRPr lang="ko-KR" sz="1100" dirty="0"/>
          </a:p>
        </p:txBody>
      </p:sp>
      <p:graphicFrame>
        <p:nvGraphicFramePr>
          <p:cNvPr id="10" name="mass EPS_C" descr=""/>
          <p:cNvGraphicFramePr/>
          <p:nvPr/>
        </p:nvGraphicFramePr>
        <p:xfrm>
          <a:off x="457200" y="1938528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dtg EPS_C" descr=""/>
          <p:cNvGraphicFramePr/>
          <p:nvPr/>
        </p:nvGraphicFramePr>
        <p:xfrm>
          <a:off x="457200" y="3392424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4411162" y="3540290"/>
            <a:ext cx="91440" cy="91440"/>
          </a:xfrm>
          <a:prstGeom prst="ellipse">
            <a:avLst/>
          </a:prstGeom>
          <a:solidFill>
            <a:srgbClr val="4B556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624778" y="331169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397 °C</a:t>
            </a:r>
            <a:endParaRPr lang="ko-KR" sz="1000" dirty="0"/>
          </a:p>
        </p:txBody>
      </p:sp>
      <p:sp>
        <p:nvSpPr>
          <p:cNvPr id="14" name="Shape 10"/>
          <p:cNvSpPr/>
          <p:nvPr/>
        </p:nvSpPr>
        <p:spPr>
          <a:xfrm>
            <a:off x="3566809" y="3617860"/>
            <a:ext cx="91440" cy="91440"/>
          </a:xfrm>
          <a:prstGeom prst="ellipse">
            <a:avLst/>
          </a:prstGeom>
          <a:solidFill>
            <a:srgbClr val="EDA1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67393" y="33892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294 °C</a:t>
            </a:r>
            <a:endParaRPr lang="ko-KR" sz="1000" dirty="0"/>
          </a:p>
        </p:txBody>
      </p:sp>
      <p:graphicFrame>
        <p:nvGraphicFramePr>
          <p:cNvPr id="16" name="dsc EPS_C" descr=""/>
          <p:cNvGraphicFramePr/>
          <p:nvPr/>
        </p:nvGraphicFramePr>
        <p:xfrm>
          <a:off x="457200" y="4846320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4645426" y="5101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398 °C 흡열 — 재현</a:t>
            </a:r>
            <a:endParaRPr lang="ko-KR" sz="1000" dirty="0"/>
          </a:p>
        </p:txBody>
      </p:sp>
      <p:sp>
        <p:nvSpPr>
          <p:cNvPr id="18" name="Text 13"/>
          <p:cNvSpPr txBox="1"/>
          <p:nvPr/>
        </p:nvSpPr>
        <p:spPr>
          <a:xfrm rot="16200000">
            <a:off x="10058" y="2379269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질량 잔류 (%)</a:t>
            </a:r>
            <a:endParaRPr lang="ko-KR" sz="1100" dirty="0"/>
          </a:p>
        </p:txBody>
      </p:sp>
      <p:sp>
        <p:nvSpPr>
          <p:cNvPr id="19" name="Text 14"/>
          <p:cNvSpPr txBox="1"/>
          <p:nvPr/>
        </p:nvSpPr>
        <p:spPr>
          <a:xfrm rot="16200000">
            <a:off x="10058" y="3833165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DTG (%/°C)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 rot="16200000">
            <a:off x="10058" y="5287061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(mW)</a:t>
            </a:r>
            <a:endParaRPr lang="ko-KR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202436" y="6237122"/>
            <a:ext cx="65580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온도 (°C)</a:t>
            </a:r>
            <a:endParaRPr lang="ko-KR" sz="1000" dirty="0"/>
          </a:p>
        </p:txBody>
      </p:sp>
      <p:sp>
        <p:nvSpPr>
          <p:cNvPr id="22" name="numbers EPS_C"/>
          <p:cNvSpPr/>
          <p:nvPr/>
        </p:nvSpPr>
        <p:spPr>
          <a:xfrm>
            <a:off x="8183880" y="1645920"/>
            <a:ext cx="3547872" cy="4681728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366760" y="178308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열분해 (</a:t>
            </a:r>
            <a:r>
              <a:rPr lang="ko-KR" altLang="en-US" sz="1100" b="1" dirty="0">
                <a:solidFill>
                  <a:schemeClr val="tx1"/>
                </a:solidFill>
              </a:rPr>
              <a:t>N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) · </a:t>
            </a:r>
            <a:r>
              <a:rPr lang="ko-KR" altLang="en-US" sz="1100" b="1" dirty="0">
                <a:solidFill>
                  <a:schemeClr val="tx1"/>
                </a:solidFill>
              </a:rPr>
              <a:t>조건부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373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397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2.65 %/°C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0.28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산화 (공기) · </a:t>
            </a:r>
            <a:r>
              <a:rPr lang="ko-KR" altLang="en-US" sz="1100" b="1" dirty="0">
                <a:solidFill>
                  <a:schemeClr val="tx1"/>
                </a:solidFill>
              </a:rPr>
              <a:t>재측정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275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296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2.44 %/°C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0.03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DSC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398 °C 흡열 (해중합) — 재현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PyroSim 반응 시작값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1 (</a:t>
            </a: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): 397 °C, 2.25E-3 1/s</a:t>
            </a:r>
            <a:endParaRPr lang="ko-KR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366760" y="583387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밀도 · 비열 · 열전도율은 이 시험에서 나오지 않음 → 15쪽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재료별 특성 2/6 — EPS 준불연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 준불연 — 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426 °C로 가연성보다 27 °C 늦고 최대속도는 절반 이하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342 °C에서 주분해한 뒤 잔류물 산화가 790 °C까지 이어짐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6276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(열분해)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1755648"/>
            <a:ext cx="329184" cy="0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(산화)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133088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2회차 (흡열 +)</a:t>
            </a:r>
            <a:endParaRPr lang="ko-KR" sz="1100" dirty="0"/>
          </a:p>
        </p:txBody>
      </p:sp>
      <p:graphicFrame>
        <p:nvGraphicFramePr>
          <p:cNvPr id="10" name="mass EPS_SC" descr=""/>
          <p:cNvGraphicFramePr/>
          <p:nvPr/>
        </p:nvGraphicFramePr>
        <p:xfrm>
          <a:off x="457200" y="1938528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dtg EPS_SC" descr=""/>
          <p:cNvGraphicFramePr/>
          <p:nvPr/>
        </p:nvGraphicFramePr>
        <p:xfrm>
          <a:off x="457200" y="3392424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4648892" y="3601671"/>
            <a:ext cx="91440" cy="91440"/>
          </a:xfrm>
          <a:prstGeom prst="ellipse">
            <a:avLst/>
          </a:prstGeom>
          <a:solidFill>
            <a:srgbClr val="4B556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862508" y="3373071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426 °C</a:t>
            </a:r>
            <a:endParaRPr lang="ko-KR" sz="1000" dirty="0"/>
          </a:p>
        </p:txBody>
      </p:sp>
      <p:sp>
        <p:nvSpPr>
          <p:cNvPr id="14" name="Shape 10"/>
          <p:cNvSpPr/>
          <p:nvPr/>
        </p:nvSpPr>
        <p:spPr>
          <a:xfrm>
            <a:off x="3960294" y="3689164"/>
            <a:ext cx="91440" cy="91440"/>
          </a:xfrm>
          <a:prstGeom prst="ellipse">
            <a:avLst/>
          </a:prstGeom>
          <a:solidFill>
            <a:srgbClr val="E87BA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060878" y="34605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342 °C</a:t>
            </a:r>
            <a:endParaRPr lang="ko-KR" sz="1000" dirty="0"/>
          </a:p>
        </p:txBody>
      </p:sp>
      <p:graphicFrame>
        <p:nvGraphicFramePr>
          <p:cNvPr id="16" name="dsc EPS_SC" descr=""/>
          <p:cNvGraphicFramePr/>
          <p:nvPr/>
        </p:nvGraphicFramePr>
        <p:xfrm>
          <a:off x="457200" y="4846320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 txBox="1"/>
          <p:nvPr/>
        </p:nvSpPr>
        <p:spPr>
          <a:xfrm rot="16200000">
            <a:off x="10058" y="2379269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질량 잔류 (%)</a:t>
            </a:r>
            <a:endParaRPr lang="ko-KR" sz="1100" dirty="0"/>
          </a:p>
        </p:txBody>
      </p:sp>
      <p:sp>
        <p:nvSpPr>
          <p:cNvPr id="18" name="Text 13"/>
          <p:cNvSpPr txBox="1"/>
          <p:nvPr/>
        </p:nvSpPr>
        <p:spPr>
          <a:xfrm rot="16200000">
            <a:off x="10058" y="3833165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DTG (%/°C)</a:t>
            </a:r>
            <a:endParaRPr lang="ko-KR" sz="1100" dirty="0"/>
          </a:p>
        </p:txBody>
      </p:sp>
      <p:sp>
        <p:nvSpPr>
          <p:cNvPr id="19" name="Text 14"/>
          <p:cNvSpPr txBox="1"/>
          <p:nvPr/>
        </p:nvSpPr>
        <p:spPr>
          <a:xfrm rot="16200000">
            <a:off x="10058" y="5287061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(mW)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202436" y="6237122"/>
            <a:ext cx="65580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온도 (°C)</a:t>
            </a:r>
            <a:endParaRPr lang="ko-KR" sz="1000" dirty="0"/>
          </a:p>
        </p:txBody>
      </p:sp>
      <p:sp>
        <p:nvSpPr>
          <p:cNvPr id="21" name="numbers EPS_SC"/>
          <p:cNvSpPr/>
          <p:nvPr/>
        </p:nvSpPr>
        <p:spPr>
          <a:xfrm>
            <a:off x="8183880" y="1645920"/>
            <a:ext cx="3547872" cy="4681728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366760" y="178308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열분해 (</a:t>
            </a:r>
            <a:r>
              <a:rPr lang="ko-KR" altLang="en-US" sz="1100" b="1" dirty="0">
                <a:solidFill>
                  <a:schemeClr val="tx1"/>
                </a:solidFill>
              </a:rPr>
              <a:t>N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) · </a:t>
            </a:r>
            <a:r>
              <a:rPr lang="ko-KR" altLang="en-US" sz="1100" b="1" dirty="0">
                <a:solidFill>
                  <a:schemeClr val="tx1"/>
                </a:solidFill>
              </a:rPr>
              <a:t>조건부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362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425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1.15 %/°C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0.54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산화 (공기) · </a:t>
            </a:r>
            <a:r>
              <a:rPr lang="ko-KR" altLang="en-US" sz="1100" b="1" dirty="0">
                <a:solidFill>
                  <a:schemeClr val="tx1"/>
                </a:solidFill>
              </a:rPr>
              <a:t>종점 의존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301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343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1.02 %/°C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0.33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DSC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두 반복에서 재현된 사건 없음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PyroSim 반응 시작값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1 (</a:t>
            </a: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): 426 °C, 9.66E-4 1/s</a:t>
            </a:r>
            <a:endParaRPr lang="ko-KR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583387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밀도 · 비열 · 열전도율은 이 시험에서 나오지 않음 → 15쪽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재료별 특성 3/6 — PIR(PUR) 가연성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PIR(PUR) 가연성 — 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315 °C 1단계 뒤 탄화층이 천천히 분해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302 °C 분해와 524 °C 탄화층 산화로 600 °C 전에 다 탐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6276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(열분해)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1755648"/>
            <a:ext cx="329184" cy="0"/>
          </a:xfrm>
          <a:prstGeom prst="line">
            <a:avLst/>
          </a:prstGeom>
          <a:noFill/>
          <a:ln w="25400">
            <a:solidFill>
              <a:srgbClr val="6250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(산화)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133088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2회차 (흡열 +)</a:t>
            </a:r>
            <a:endParaRPr lang="ko-KR" sz="1100" dirty="0"/>
          </a:p>
        </p:txBody>
      </p:sp>
      <p:graphicFrame>
        <p:nvGraphicFramePr>
          <p:cNvPr id="10" name="mass PIR_C" descr=""/>
          <p:cNvGraphicFramePr/>
          <p:nvPr/>
        </p:nvGraphicFramePr>
        <p:xfrm>
          <a:off x="457200" y="1938528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dtg PIR_C" descr=""/>
          <p:cNvGraphicFramePr/>
          <p:nvPr/>
        </p:nvGraphicFramePr>
        <p:xfrm>
          <a:off x="457200" y="3392424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738959" y="3697613"/>
            <a:ext cx="91440" cy="91440"/>
          </a:xfrm>
          <a:prstGeom prst="ellipse">
            <a:avLst/>
          </a:prstGeom>
          <a:solidFill>
            <a:srgbClr val="4B556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52575" y="3469013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315 °C</a:t>
            </a:r>
            <a:endParaRPr lang="ko-KR" sz="1000" dirty="0"/>
          </a:p>
        </p:txBody>
      </p:sp>
      <p:sp>
        <p:nvSpPr>
          <p:cNvPr id="14" name="Shape 10"/>
          <p:cNvSpPr/>
          <p:nvPr/>
        </p:nvSpPr>
        <p:spPr>
          <a:xfrm>
            <a:off x="3632390" y="3995261"/>
            <a:ext cx="91440" cy="91440"/>
          </a:xfrm>
          <a:prstGeom prst="ellipse">
            <a:avLst/>
          </a:prstGeom>
          <a:solidFill>
            <a:srgbClr val="6250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732974" y="3766661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302 °C</a:t>
            </a:r>
            <a:endParaRPr lang="ko-KR" sz="1000" dirty="0"/>
          </a:p>
        </p:txBody>
      </p:sp>
      <p:sp>
        <p:nvSpPr>
          <p:cNvPr id="16" name="Shape 12"/>
          <p:cNvSpPr/>
          <p:nvPr/>
        </p:nvSpPr>
        <p:spPr>
          <a:xfrm>
            <a:off x="5452256" y="3658814"/>
            <a:ext cx="91440" cy="91440"/>
          </a:xfrm>
          <a:prstGeom prst="ellipse">
            <a:avLst/>
          </a:prstGeom>
          <a:solidFill>
            <a:srgbClr val="6250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552840" y="343021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524 °C</a:t>
            </a:r>
            <a:endParaRPr lang="ko-KR" sz="1000" dirty="0"/>
          </a:p>
        </p:txBody>
      </p:sp>
      <p:graphicFrame>
        <p:nvGraphicFramePr>
          <p:cNvPr id="18" name="dsc PIR_C" descr=""/>
          <p:cNvGraphicFramePr/>
          <p:nvPr/>
        </p:nvGraphicFramePr>
        <p:xfrm>
          <a:off x="457200" y="4846320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4"/>
          <p:cNvSpPr txBox="1"/>
          <p:nvPr/>
        </p:nvSpPr>
        <p:spPr>
          <a:xfrm rot="16200000">
            <a:off x="10058" y="2379269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질량 잔류 (%)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 rot="16200000">
            <a:off x="10058" y="3833165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DTG (%/°C)</a:t>
            </a:r>
            <a:endParaRPr lang="ko-KR" sz="1100" dirty="0"/>
          </a:p>
        </p:txBody>
      </p:sp>
      <p:sp>
        <p:nvSpPr>
          <p:cNvPr id="21" name="Text 16"/>
          <p:cNvSpPr txBox="1"/>
          <p:nvPr/>
        </p:nvSpPr>
        <p:spPr>
          <a:xfrm rot="16200000">
            <a:off x="10058" y="5287061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(mW)</a:t>
            </a:r>
            <a:endParaRPr lang="ko-KR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202436" y="6237122"/>
            <a:ext cx="65580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온도 (°C)</a:t>
            </a:r>
            <a:endParaRPr lang="ko-KR" sz="1000" dirty="0"/>
          </a:p>
        </p:txBody>
      </p:sp>
      <p:sp>
        <p:nvSpPr>
          <p:cNvPr id="23" name="numbers PIR_C"/>
          <p:cNvSpPr/>
          <p:nvPr/>
        </p:nvSpPr>
        <p:spPr>
          <a:xfrm>
            <a:off x="8183880" y="1645920"/>
            <a:ext cx="3547872" cy="4681728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66760" y="178308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열분해 (</a:t>
            </a:r>
            <a:r>
              <a:rPr lang="ko-KR" altLang="en-US" sz="1100" b="1" dirty="0">
                <a:solidFill>
                  <a:schemeClr val="tx1"/>
                </a:solidFill>
              </a:rPr>
              <a:t>N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) · </a:t>
            </a:r>
            <a:r>
              <a:rPr lang="ko-KR" altLang="en-US" sz="1100" b="1" dirty="0">
                <a:solidFill>
                  <a:schemeClr val="tx1"/>
                </a:solidFill>
              </a:rPr>
              <a:t>종점 의존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276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317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0.70 %/°C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0.46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산화 (공기) · </a:t>
            </a:r>
            <a:r>
              <a:rPr lang="ko-KR" altLang="en-US" sz="1100" b="1" dirty="0">
                <a:solidFill>
                  <a:schemeClr val="tx1"/>
                </a:solidFill>
              </a:rPr>
              <a:t>신뢰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463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525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0.75 %/°C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0.67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DSC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두 반복에서 재현된 사건 없음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PyroSim 반응 시작값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1 (</a:t>
            </a: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): 315 °C, 9.00E-4 1/s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2 (공기, N_O2 = 1): 524 °C, 8.75E-4 1/s</a:t>
            </a:r>
            <a:endParaRPr lang="ko-KR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366760" y="583387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밀도 · 비열 · 열전도율은 이 시험에서 나오지 않음 → 15쪽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재료별 특성 4/6 — PIR(PUR) 준불연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PIR(PUR) 준불연 — 가연성과 같은 2단계(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332 °C, 공기 310 · 534 °C)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속도는 가연성의 0.7–0.8배이고, 공기 중에는 탄화층 산화가 주 단계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6276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(열분해)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1755648"/>
            <a:ext cx="329184" cy="0"/>
          </a:xfrm>
          <a:prstGeom prst="line">
            <a:avLst/>
          </a:prstGeom>
          <a:noFill/>
          <a:ln w="25400">
            <a:solidFill>
              <a:srgbClr val="0083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(산화)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133088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2회차 (흡열 +)</a:t>
            </a:r>
            <a:endParaRPr lang="ko-KR" sz="1100" dirty="0"/>
          </a:p>
        </p:txBody>
      </p:sp>
      <p:graphicFrame>
        <p:nvGraphicFramePr>
          <p:cNvPr id="10" name="mass PIR_SC" descr=""/>
          <p:cNvGraphicFramePr/>
          <p:nvPr/>
        </p:nvGraphicFramePr>
        <p:xfrm>
          <a:off x="457200" y="1938528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dtg PIR_SC" descr=""/>
          <p:cNvGraphicFramePr/>
          <p:nvPr/>
        </p:nvGraphicFramePr>
        <p:xfrm>
          <a:off x="457200" y="3392424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878318" y="3671471"/>
            <a:ext cx="91440" cy="91440"/>
          </a:xfrm>
          <a:prstGeom prst="ellipse">
            <a:avLst/>
          </a:prstGeom>
          <a:solidFill>
            <a:srgbClr val="4B556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091934" y="3442871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332 °C</a:t>
            </a:r>
            <a:endParaRPr lang="ko-KR" sz="1000" dirty="0"/>
          </a:p>
        </p:txBody>
      </p:sp>
      <p:sp>
        <p:nvSpPr>
          <p:cNvPr id="14" name="Shape 10"/>
          <p:cNvSpPr/>
          <p:nvPr/>
        </p:nvSpPr>
        <p:spPr>
          <a:xfrm>
            <a:off x="3697971" y="3978748"/>
            <a:ext cx="91440" cy="91440"/>
          </a:xfrm>
          <a:prstGeom prst="ellipse">
            <a:avLst/>
          </a:prstGeom>
          <a:solidFill>
            <a:srgbClr val="0083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798555" y="37501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310 °C</a:t>
            </a:r>
            <a:endParaRPr lang="ko-KR" sz="1000" dirty="0"/>
          </a:p>
        </p:txBody>
      </p:sp>
      <p:sp>
        <p:nvSpPr>
          <p:cNvPr id="16" name="Shape 12"/>
          <p:cNvSpPr/>
          <p:nvPr/>
        </p:nvSpPr>
        <p:spPr>
          <a:xfrm>
            <a:off x="5534232" y="3607247"/>
            <a:ext cx="91440" cy="91440"/>
          </a:xfrm>
          <a:prstGeom prst="ellipse">
            <a:avLst/>
          </a:prstGeom>
          <a:solidFill>
            <a:srgbClr val="0083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34816" y="3378647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534 °C</a:t>
            </a:r>
            <a:endParaRPr lang="ko-KR" sz="1000" dirty="0"/>
          </a:p>
        </p:txBody>
      </p:sp>
      <p:graphicFrame>
        <p:nvGraphicFramePr>
          <p:cNvPr id="18" name="dsc PIR_SC" descr=""/>
          <p:cNvGraphicFramePr/>
          <p:nvPr/>
        </p:nvGraphicFramePr>
        <p:xfrm>
          <a:off x="457200" y="4846320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4"/>
          <p:cNvSpPr txBox="1"/>
          <p:nvPr/>
        </p:nvSpPr>
        <p:spPr>
          <a:xfrm rot="16200000">
            <a:off x="10058" y="2379269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질량 잔류 (%)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 rot="16200000">
            <a:off x="10058" y="3833165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DTG (%/°C)</a:t>
            </a:r>
            <a:endParaRPr lang="ko-KR" sz="1100" dirty="0"/>
          </a:p>
        </p:txBody>
      </p:sp>
      <p:sp>
        <p:nvSpPr>
          <p:cNvPr id="21" name="Text 16"/>
          <p:cNvSpPr txBox="1"/>
          <p:nvPr/>
        </p:nvSpPr>
        <p:spPr>
          <a:xfrm rot="16200000">
            <a:off x="10058" y="5287061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(mW)</a:t>
            </a:r>
            <a:endParaRPr lang="ko-KR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202436" y="6237122"/>
            <a:ext cx="65580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온도 (°C)</a:t>
            </a:r>
            <a:endParaRPr lang="ko-KR" sz="1000" dirty="0"/>
          </a:p>
        </p:txBody>
      </p:sp>
      <p:sp>
        <p:nvSpPr>
          <p:cNvPr id="23" name="numbers PIR_SC"/>
          <p:cNvSpPr/>
          <p:nvPr/>
        </p:nvSpPr>
        <p:spPr>
          <a:xfrm>
            <a:off x="8183880" y="1645920"/>
            <a:ext cx="3547872" cy="4681728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66760" y="178308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열분해 (</a:t>
            </a:r>
            <a:r>
              <a:rPr lang="ko-KR" altLang="en-US" sz="1100" b="1" dirty="0">
                <a:solidFill>
                  <a:schemeClr val="tx1"/>
                </a:solidFill>
              </a:rPr>
              <a:t>N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) · </a:t>
            </a:r>
            <a:r>
              <a:rPr lang="ko-KR" altLang="en-US" sz="1100" b="1" dirty="0">
                <a:solidFill>
                  <a:schemeClr val="tx1"/>
                </a:solidFill>
              </a:rPr>
              <a:t>종점 의존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266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328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0.53 %/°C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0.43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산화 (공기) · </a:t>
            </a:r>
            <a:r>
              <a:rPr lang="ko-KR" altLang="en-US" sz="1100" b="1" dirty="0">
                <a:solidFill>
                  <a:schemeClr val="tx1"/>
                </a:solidFill>
              </a:rPr>
              <a:t>조건부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403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532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0.58 %/°C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0.63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DSC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두 반복에서 재현된 사건 없음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PyroSim 반응 시작값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1 (</a:t>
            </a: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): 332 °C, 7.05E-4 1/s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2 (공기, N_O2 = 1): 534 °C, 7.57E-4 1/s</a:t>
            </a:r>
            <a:endParaRPr lang="ko-KR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366760" y="583387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밀도 · 비열 · 열전도율은 이 시험에서 나오지 않음 → 15쪽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재료별 특성 5/6 — PF 준불연 외부용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PF 준불연 외부용 — 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에서는 완만한 탄화가 790 °C에서도 진행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488 °C의 넓고 낮은 산화 피크(0.40 %/°C)로 천천히 소실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6276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(열분해)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1755648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(산화)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133088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2회차 (흡열 +)</a:t>
            </a:r>
            <a:endParaRPr lang="ko-KR" sz="1100" dirty="0"/>
          </a:p>
        </p:txBody>
      </p:sp>
      <p:graphicFrame>
        <p:nvGraphicFramePr>
          <p:cNvPr id="10" name="mass PF_out" descr=""/>
          <p:cNvGraphicFramePr/>
          <p:nvPr/>
        </p:nvGraphicFramePr>
        <p:xfrm>
          <a:off x="457200" y="1938528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dtg PF_out" descr=""/>
          <p:cNvGraphicFramePr/>
          <p:nvPr/>
        </p:nvGraphicFramePr>
        <p:xfrm>
          <a:off x="457200" y="3392424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632390" y="4092660"/>
            <a:ext cx="91440" cy="91440"/>
          </a:xfrm>
          <a:prstGeom prst="ellipse">
            <a:avLst/>
          </a:prstGeom>
          <a:solidFill>
            <a:srgbClr val="4B556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46006" y="38640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302 °C</a:t>
            </a:r>
            <a:endParaRPr lang="ko-KR" sz="1000" dirty="0"/>
          </a:p>
        </p:txBody>
      </p:sp>
      <p:sp>
        <p:nvSpPr>
          <p:cNvPr id="14" name="Shape 10"/>
          <p:cNvSpPr/>
          <p:nvPr/>
        </p:nvSpPr>
        <p:spPr>
          <a:xfrm>
            <a:off x="5157143" y="3637529"/>
            <a:ext cx="91440" cy="91440"/>
          </a:xfrm>
          <a:prstGeom prst="ellipse">
            <a:avLst/>
          </a:prstGeom>
          <a:solidFill>
            <a:srgbClr val="2A78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57727" y="3408929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488 °C</a:t>
            </a:r>
            <a:endParaRPr lang="ko-KR" sz="1000" dirty="0"/>
          </a:p>
        </p:txBody>
      </p:sp>
      <p:graphicFrame>
        <p:nvGraphicFramePr>
          <p:cNvPr id="16" name="dsc PF_out" descr=""/>
          <p:cNvGraphicFramePr/>
          <p:nvPr/>
        </p:nvGraphicFramePr>
        <p:xfrm>
          <a:off x="457200" y="4846320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 txBox="1"/>
          <p:nvPr/>
        </p:nvSpPr>
        <p:spPr>
          <a:xfrm rot="16200000">
            <a:off x="10058" y="2379269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질량 잔류 (%)</a:t>
            </a:r>
            <a:endParaRPr lang="ko-KR" sz="1100" dirty="0"/>
          </a:p>
        </p:txBody>
      </p:sp>
      <p:sp>
        <p:nvSpPr>
          <p:cNvPr id="18" name="Text 13"/>
          <p:cNvSpPr txBox="1"/>
          <p:nvPr/>
        </p:nvSpPr>
        <p:spPr>
          <a:xfrm rot="16200000">
            <a:off x="10058" y="3833165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DTG (%/°C)</a:t>
            </a:r>
            <a:endParaRPr lang="ko-KR" sz="1100" dirty="0"/>
          </a:p>
        </p:txBody>
      </p:sp>
      <p:sp>
        <p:nvSpPr>
          <p:cNvPr id="19" name="Text 14"/>
          <p:cNvSpPr txBox="1"/>
          <p:nvPr/>
        </p:nvSpPr>
        <p:spPr>
          <a:xfrm rot="16200000">
            <a:off x="10058" y="5287061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(mW)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202436" y="6237122"/>
            <a:ext cx="65580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온도 (°C)</a:t>
            </a:r>
            <a:endParaRPr lang="ko-KR" sz="1000" dirty="0"/>
          </a:p>
        </p:txBody>
      </p:sp>
      <p:sp>
        <p:nvSpPr>
          <p:cNvPr id="21" name="numbers PF_out"/>
          <p:cNvSpPr/>
          <p:nvPr/>
        </p:nvSpPr>
        <p:spPr>
          <a:xfrm>
            <a:off x="8183880" y="1645920"/>
            <a:ext cx="3547872" cy="4681728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366760" y="178308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열분해 (</a:t>
            </a:r>
            <a:r>
              <a:rPr lang="ko-KR" altLang="en-US" sz="1100" b="1" dirty="0">
                <a:solidFill>
                  <a:schemeClr val="tx1"/>
                </a:solidFill>
              </a:rPr>
              <a:t>N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) · </a:t>
            </a:r>
            <a:r>
              <a:rPr lang="ko-KR" altLang="en-US" sz="1100" b="1" dirty="0">
                <a:solidFill>
                  <a:schemeClr val="tx1"/>
                </a:solidFill>
              </a:rPr>
              <a:t>종점 의존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421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745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0.27 %/°C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0.64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산화 (공기) · </a:t>
            </a:r>
            <a:r>
              <a:rPr lang="ko-KR" altLang="en-US" sz="1100" b="1" dirty="0">
                <a:solidFill>
                  <a:schemeClr val="tx1"/>
                </a:solidFill>
              </a:rPr>
              <a:t>신뢰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340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490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0.41 %/°C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0.70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DSC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두 반복에서 재현된 사건 없음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PyroSim 반응 시작값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1 (</a:t>
            </a: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): 302 °C, 4.28E-4 1/s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2 (공기, N_O2 = 1): 488 °C, 3.74E-4 1/s</a:t>
            </a:r>
            <a:endParaRPr lang="ko-KR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583387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밀도 · 비열 · 열전도율은 이 시험에서 나오지 않음 → 15쪽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재료별 특성 6/6 — PF 준불연 내부용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PF 준불연 내부용 — 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열분해는 외부용과 비슷하지만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472 °C 좁은 피크(1.17 %/°C)로 급속 전소 · 같은 온도에 DSC 큰 발열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6276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(열분해)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1755648"/>
            <a:ext cx="329184" cy="0"/>
          </a:xfrm>
          <a:prstGeom prst="line">
            <a:avLst/>
          </a:prstGeom>
          <a:noFill/>
          <a:ln w="25400">
            <a:solidFill>
              <a:srgbClr val="E349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(산화)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1755648"/>
            <a:ext cx="329184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133088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2회차 (흡열 +)</a:t>
            </a:r>
            <a:endParaRPr lang="ko-KR" sz="1100" dirty="0"/>
          </a:p>
        </p:txBody>
      </p:sp>
      <p:graphicFrame>
        <p:nvGraphicFramePr>
          <p:cNvPr id="10" name="mass PF_in" descr=""/>
          <p:cNvGraphicFramePr/>
          <p:nvPr/>
        </p:nvGraphicFramePr>
        <p:xfrm>
          <a:off x="457200" y="1938528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dtg PF_in" descr=""/>
          <p:cNvGraphicFramePr/>
          <p:nvPr/>
        </p:nvGraphicFramePr>
        <p:xfrm>
          <a:off x="457200" y="3392424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615995" y="4406937"/>
            <a:ext cx="91440" cy="91440"/>
          </a:xfrm>
          <a:prstGeom prst="ellipse">
            <a:avLst/>
          </a:prstGeom>
          <a:solidFill>
            <a:srgbClr val="4B556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29611" y="4178337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300 °C</a:t>
            </a:r>
            <a:endParaRPr lang="ko-KR" sz="1000" dirty="0"/>
          </a:p>
        </p:txBody>
      </p:sp>
      <p:sp>
        <p:nvSpPr>
          <p:cNvPr id="14" name="Shape 10"/>
          <p:cNvSpPr/>
          <p:nvPr/>
        </p:nvSpPr>
        <p:spPr>
          <a:xfrm>
            <a:off x="5025981" y="3606109"/>
            <a:ext cx="91440" cy="91440"/>
          </a:xfrm>
          <a:prstGeom prst="ellipse">
            <a:avLst/>
          </a:prstGeom>
          <a:solidFill>
            <a:srgbClr val="E3494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6565" y="3377509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472 °C</a:t>
            </a:r>
            <a:endParaRPr lang="ko-KR" sz="1000" dirty="0"/>
          </a:p>
        </p:txBody>
      </p:sp>
      <p:graphicFrame>
        <p:nvGraphicFramePr>
          <p:cNvPr id="16" name="dsc PF_in" descr=""/>
          <p:cNvGraphicFramePr/>
          <p:nvPr/>
        </p:nvGraphicFramePr>
        <p:xfrm>
          <a:off x="457200" y="4846320"/>
          <a:ext cx="7452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5219258" y="5764149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474 °C 발열 — 재현</a:t>
            </a:r>
            <a:endParaRPr lang="ko-KR" sz="1000" dirty="0"/>
          </a:p>
        </p:txBody>
      </p:sp>
      <p:sp>
        <p:nvSpPr>
          <p:cNvPr id="18" name="Text 13"/>
          <p:cNvSpPr txBox="1"/>
          <p:nvPr/>
        </p:nvSpPr>
        <p:spPr>
          <a:xfrm rot="16200000">
            <a:off x="10058" y="2379269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질량 잔류 (%)</a:t>
            </a:r>
            <a:endParaRPr lang="ko-KR" sz="1100" dirty="0"/>
          </a:p>
        </p:txBody>
      </p:sp>
      <p:sp>
        <p:nvSpPr>
          <p:cNvPr id="19" name="Text 14"/>
          <p:cNvSpPr txBox="1"/>
          <p:nvPr/>
        </p:nvSpPr>
        <p:spPr>
          <a:xfrm rot="16200000">
            <a:off x="10058" y="3833165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DTG (%/°C)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 rot="16200000">
            <a:off x="10058" y="5287061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DSC (mW)</a:t>
            </a:r>
            <a:endParaRPr lang="ko-KR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202436" y="6237122"/>
            <a:ext cx="65580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온도 (°C)</a:t>
            </a:r>
            <a:endParaRPr lang="ko-KR" sz="1000" dirty="0"/>
          </a:p>
        </p:txBody>
      </p:sp>
      <p:sp>
        <p:nvSpPr>
          <p:cNvPr id="22" name="numbers PF_in"/>
          <p:cNvSpPr/>
          <p:nvPr/>
        </p:nvSpPr>
        <p:spPr>
          <a:xfrm>
            <a:off x="8183880" y="1645920"/>
            <a:ext cx="3547872" cy="4681728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366760" y="178308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열분해 (</a:t>
            </a:r>
            <a:r>
              <a:rPr lang="ko-KR" altLang="en-US" sz="1100" b="1" dirty="0">
                <a:solidFill>
                  <a:schemeClr val="tx1"/>
                </a:solidFill>
              </a:rPr>
              <a:t>N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) · </a:t>
            </a:r>
            <a:r>
              <a:rPr lang="ko-KR" altLang="en-US" sz="1100" b="1" dirty="0">
                <a:solidFill>
                  <a:schemeClr val="tx1"/>
                </a:solidFill>
              </a:rPr>
              <a:t>종점 의존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355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611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0.25 %/°C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0.72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산화 (공기) · </a:t>
            </a:r>
            <a:r>
              <a:rPr lang="ko-KR" altLang="en-US" sz="1100" b="1" dirty="0">
                <a:solidFill>
                  <a:schemeClr val="tx1"/>
                </a:solidFill>
              </a:rPr>
              <a:t>신뢰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00" dirty="0">
                <a:solidFill>
                  <a:schemeClr val="tx2"/>
                </a:solidFill>
              </a:rPr>
              <a:t> 398 ·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00" dirty="0">
                <a:solidFill>
                  <a:schemeClr val="tx2"/>
                </a:solidFill>
              </a:rPr>
              <a:t> 472 °C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1.17 %/°C · </a:t>
            </a:r>
            <a:r>
              <a:rPr lang="ko-KR" altLang="en-US" sz="1100" dirty="0">
                <a:solidFill>
                  <a:schemeClr val="tx2"/>
                </a:solidFill>
              </a:rPr>
              <a:t>f</a:t>
            </a:r>
            <a:r>
              <a:rPr lang="ko-KR" altLang="en-US" sz="110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00" dirty="0">
                <a:solidFill>
                  <a:schemeClr val="tx2"/>
                </a:solidFill>
              </a:rPr>
              <a:t> 0.65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DSC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 474 °C 발열 (탄화층 산화) — 재현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PyroSim 반응 시작값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1 (</a:t>
            </a: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): 300 °C, 5.06E-4 1/s</a:t>
            </a:r>
            <a:endParaRPr lang="ko-KR" sz="11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반응 2 (공기, N_O2 = 1): 472 °C, 1.09E-3 1/s</a:t>
            </a:r>
            <a:endParaRPr lang="ko-KR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366760" y="583387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밀도 · 비열 · 열전도율은 이 시험에서 나오지 않음 → 15쪽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PyroSim 반응 입력 시작값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반응 1(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열분해) 6종 · 반응 2(공기 탄화층 산화) 4종 — 기준온도는 두 반복이 거의 같음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기준속도는 근사값이므로 FDS TGA_ANALYSIS로 측정 곡선과 맞춰 확인</a:t>
            </a:r>
            <a:endParaRPr lang="ko-KR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00200"/>
                <a:gridCol w="1325880"/>
                <a:gridCol w="2331720"/>
                <a:gridCol w="1325880"/>
                <a:gridCol w="1005840"/>
                <a:gridCol w="231617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재료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반응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REFERENCE_TEMPERATURE</a:t>
                      </a:r>
                      <a:endParaRPr lang="ko-KR" sz="10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(°C, 두 반복)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REFERENCE_RATE</a:t>
                      </a:r>
                      <a:endParaRPr lang="ko-KR" sz="10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(1/s, 두 반복)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FDS가 계산하는</a:t>
                      </a:r>
                      <a:endParaRPr lang="ko-KR" sz="10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E (kJ/mol) · A (1/s)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N_O2 = 1일 때 A</a:t>
                      </a:r>
                      <a:endParaRPr lang="ko-KR" sz="10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(공기 가정)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자료 판정 · 비고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EPS 가연성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1: 열분해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05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397  (397 · 397)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2.25E-3  (2.11E-3 · 2.38E-3)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274 · 1.29E19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조건부 · 잔류물 거의 없을 것(확인)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EPS 준불연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1: 열분해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05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426  (423 · 426)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9.66E-4  (9.61E-4 · 9.76E-4)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128 · 9.62E6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조건부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PIR(PUR) 가연성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1: 열분해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05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315  (318 · 315)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9.00E-4  (9.08E-4 · 8.93E-4)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84 · 7.65E4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종점 의존 · 탄화층 분해 미완료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PIR(PUR) 가연성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2: 탄화층 산화 (공기)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524  (524 · 530)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8.75E-4  (8.79E-4 · 8.78E-4)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151 · 1.83E7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8.77E7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신뢰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PIR(PUR) 준불연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1: 열분해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05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332  (332 · 324)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7.05E-4  (6.93E-4 · 7.29E-4)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70 · 2.11E3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종점 의존 · 탄화층 분해 미완료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PIR(PUR) 준불연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2: 탄화층 산화 (공기)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534  (530 · 534)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7.57E-4  (6.98E-4 · 8.29E-4)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134 · 9.21E5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4.41E6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조건부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PF 준불연 외부용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1: 열분해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05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302  (289 · 302)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4.28E-4  (4.54E-4 · 4.33E-4)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38 · 3.57E0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종점 의존 · 피크 넓음 · 2단계 미완료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PF 준불연 외부용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2: 탄화층 산화 (공기)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488  (488 · 491)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3.74E-4  (3.79E-4 · 3.73E-4)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59 · 1.09E1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5.21E1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신뢰 · 열분해와 겹친 값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PF 준불연 내부용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1: 열분해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05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300  (306 · 299)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5.06E-4  (5.26E-4 · 5.10E-4)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45 · 1.75E1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종점 의존 · 피크 넓음 · 2단계 미완료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PF 준불연 내부용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2: 탄화층 산화 (공기)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472  (472 · 472)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1.09E-3  (1.10E-3 · 1.08E-3)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164 · 9.42E8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4.50E9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신뢰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614416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chemeClr val="tx2"/>
                </a:solidFill>
              </a:rPr>
              <a:t>REFERENCE_RATE = 5 K/min × DTG 피크 속도 ÷ 단계 몫 f — 790 °C까지 감소량 기준 전환율로 구해 초기 질량이 필요 없음</a:t>
            </a:r>
            <a:endParaRPr lang="ko-KR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chemeClr val="tx2"/>
                </a:solidFill>
              </a:rPr>
              <a:t>E · A는 FDS가 기준온도 · 기준속도 · 승온속도로 스스로 계산하는 값(1차 반응): REFERENCE_TEMPERATURE를 쓰면 A · E는 비워 둠</a:t>
            </a:r>
            <a:endParaRPr lang="ko-KR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chemeClr val="tx2"/>
                </a:solidFill>
              </a:rPr>
              <a:t>탄화층 산화를 N_O2 = 1로 넣을 때만 A(공기 가정) · E를 직접 입력 — O 가스가 순수 산소였다면 A를 나누지 않음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입력 방법 — PyroSim 재료 편집창과 FDS 입력 예시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PIR(PUR) · PF는 ‘원재료 → 탄화층(반응 1)’과 ‘탄화층 산화(반응 2)’를 두 재료로 나눠 입력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EPS는 원재료 한 개, 반응 한 개</a:t>
            </a:r>
            <a:endParaRPr lang="ko-KR" sz="2000" dirty="0"/>
          </a:p>
        </p:txBody>
      </p:sp>
      <p:sp>
        <p:nvSpPr>
          <p:cNvPr id="4" name="panel 1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6733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PyroSim에서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4892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재료 편집 → 열물성: </a:t>
            </a:r>
            <a:r>
              <a:rPr lang="ko-KR" altLang="en-US" sz="1200" dirty="0">
                <a:solidFill>
                  <a:schemeClr val="tx1"/>
                </a:solidFill>
              </a:rPr>
              <a:t>밀도 · 비열(온도별 표 가능) · 열전도율 · 방사율 — 실측값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재료 편집 → 열분해 → 반응 추가: </a:t>
            </a:r>
            <a:r>
              <a:rPr lang="ko-KR" altLang="en-US" sz="1200" dirty="0">
                <a:solidFill>
                  <a:schemeClr val="tx1"/>
                </a:solidFill>
              </a:rPr>
              <a:t>반응 속도를 '기준온도 · 기준속도 · 승온속도'로 지정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생성물: </a:t>
            </a:r>
            <a:r>
              <a:rPr lang="ko-KR" altLang="en-US" sz="1200" dirty="0">
                <a:solidFill>
                  <a:schemeClr val="tx1"/>
                </a:solidFill>
              </a:rPr>
              <a:t>잔류물(탄화층 재료)과 수율, 기체(연료) 수율 = 1 − 잔류물 수율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반응열: </a:t>
            </a:r>
            <a:r>
              <a:rPr lang="ko-KR" altLang="en-US" sz="1200" dirty="0">
                <a:solidFill>
                  <a:schemeClr val="tx1"/>
                </a:solidFill>
              </a:rPr>
              <a:t>흡열 +, 발열 − (현재는 부호만 확인)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탄화층 산화: </a:t>
            </a:r>
            <a:r>
              <a:rPr lang="ko-KR" altLang="en-US" sz="1200" dirty="0">
                <a:solidFill>
                  <a:schemeClr val="tx1"/>
                </a:solidFill>
              </a:rPr>
              <a:t>탄화층 재료에 반응 추가, 산소 차수 1, A · E 직접 입력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표면(SURF): </a:t>
            </a:r>
            <a:r>
              <a:rPr lang="ko-KR" altLang="en-US" sz="1200" dirty="0">
                <a:solidFill>
                  <a:schemeClr val="tx1"/>
                </a:solidFill>
              </a:rPr>
              <a:t>면재 · 마감층 + 단열재 100 mm 층 구성 (16쪽)</a:t>
            </a:r>
            <a:endParaRPr lang="ko-KR" sz="1200" dirty="0"/>
          </a:p>
        </p:txBody>
      </p:sp>
      <p:sp>
        <p:nvSpPr>
          <p:cNvPr id="8" name="panel 2"/>
          <p:cNvSpPr/>
          <p:nvPr/>
        </p:nvSpPr>
        <p:spPr>
          <a:xfrm>
            <a:off x="557784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61888" y="16733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FDS 입력 예시 — PIR(PUR) 준불연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103120"/>
            <a:ext cx="6153912" cy="3566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" tIns="1778" rIns="1778" bIns="1270" rtlCol="0" anchor="t"/>
          <a:lstStyle/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&amp;MATL ID='PIR_SC'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DENSITY=___, SPECIFIC_HEAT=___, CONDUCTIVITY=___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EMISSIVITY=0.9, N_REACTIONS=1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REFERENCE_TEMPERATURE(1)=332.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REFERENCE_RATE(1)=7.05E-4, HEATING_RATE(1)=5.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MATL_ID(1,1)='PIR_SC_CHAR', NU_MATL(1,1)=___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SPEC_ID(1,1)='___', NU_SPEC(1,1)=___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HEAT_OF_REACTION(1)=___ /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&amp;MATL ID='PIR_SC_CHAR'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DENSITY=___, SPECIFIC_HEAT=___, CONDUCTIVITY=___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N_REACTIONS=1, N_O2(1)=1.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A(1)=4.41E+6, E(1)=134000.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SPEC_ID(1,1)='___', NU_SPEC(1,1)=1.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HEAT_OF_REACTION(1)=___ /     ! 발열 = 음수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5760720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___ = 실측 · 기록 확인 · 문헌으로 채울 값. A · E는 탄화층 산화(N_O2 = 1)에만 직접 입력하고, 반응 1은 기준온도 · 기준속도로 둠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밀도 · 비열 · 열전도율을 구하는 방법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밀도는 보드를 재고(KS M ISO 845), 비열은 같은 STA로 사파이어법 측정(ASTM E1269)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지금 DSC 기록은 시료 신호 0.1–0.35 mW가 기준선 이동 111–180 mW에 묻혀 계산 불가</a:t>
            </a:r>
            <a:endParaRPr lang="ko-KR" sz="2000" dirty="0"/>
          </a:p>
        </p:txBody>
      </p:sp>
      <p:sp>
        <p:nvSpPr>
          <p:cNvPr id="4" name="panel 1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673352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밀도 (DENSITY)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360669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KS M ISO 845 (겉보기 밀도)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시편 3개 이상, 부피 100 cm³ 이상 (예: 100 × 100 × 50 mm)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23 °C · 50 %RH 상태 조절 → 치수 · 질량 측정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ρ = m / V (kg/m³)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면재가 붙은 제품은 심재와 전체를 따로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엑셀 '밀도 측정' 시트에 입력 → 평균이 입력값으로</a:t>
            </a:r>
            <a:endParaRPr lang="ko-KR" sz="1150" dirty="0"/>
          </a:p>
        </p:txBody>
      </p:sp>
      <p:sp>
        <p:nvSpPr>
          <p:cNvPr id="8" name="panel 2"/>
          <p:cNvSpPr/>
          <p:nvPr/>
        </p:nvSpPr>
        <p:spPr>
          <a:xfrm>
            <a:off x="4292498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249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76546" y="1673352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비열 (SPECIFIC_HEAT)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2103120"/>
            <a:ext cx="360669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ASTM E1269 / ISO 11357-4 (사파이어법)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같은 장비 · 도가니 · 가스 · 승온(10–20 °C/min)으로 빈 도가니 → 사파이어 → 시료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범위: 분해 시작 전(약 30–150 °C), 시료 질량 기록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p</a:t>
            </a:r>
            <a:r>
              <a:rPr lang="ko-KR" altLang="en-US" sz="1150" dirty="0">
                <a:solidFill>
                  <a:schemeClr val="tx1"/>
                </a:solidFill>
              </a:rPr>
              <a:t> = </a:t>
            </a: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p</a:t>
            </a:r>
            <a:r>
              <a:rPr lang="ko-KR" altLang="en-US" sz="1150" dirty="0">
                <a:solidFill>
                  <a:schemeClr val="tx1"/>
                </a:solidFill>
              </a:rPr>
              <a:t>,사파이어 × (m_사파이어 / m_시료) × (HF_시료 − HF_빈) / (HF_사파이어 − HF_빈)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2–3회 반복, 온도별 값은 SPECIFIC_HEAT_RAMP로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엑셀 '비열 측정' 시트에 입력</a:t>
            </a:r>
            <a:endParaRPr lang="ko-KR" sz="1150" dirty="0"/>
          </a:p>
        </p:txBody>
      </p:sp>
      <p:sp>
        <p:nvSpPr>
          <p:cNvPr id="12" name="panel 3"/>
          <p:cNvSpPr/>
          <p:nvPr/>
        </p:nvSpPr>
        <p:spPr>
          <a:xfrm>
            <a:off x="8127797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27797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11845" y="1673352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열전도율 (CONDUCTIVITY)</a:t>
            </a:r>
            <a:endParaRPr lang="ko-K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27797" y="2103120"/>
            <a:ext cx="360669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제품 시험성적서의 열전도율 (KS L 9016 / ISO 8301)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고온 값은 CONDUCTIVITY_RAMP — 문헌 또는 추가 시험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TGA–DSC와 중공층 온도로는 계산 불가 (기존 연계 분석)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카탈로그 범위 0.018–0.040 W/(m·K)</a:t>
            </a:r>
            <a:endParaRPr lang="ko-KR" sz="1150" dirty="0"/>
          </a:p>
        </p:txBody>
      </p:sp>
      <p:sp>
        <p:nvSpPr>
          <p:cNvPr id="16" name="why not"/>
          <p:cNvSpPr/>
          <p:nvPr/>
        </p:nvSpPr>
        <p:spPr>
          <a:xfrm>
            <a:off x="457200" y="4892040"/>
            <a:ext cx="1127729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지금 DSC 기록으로 비열을 못 구하는 이유</a:t>
            </a:r>
            <a:endParaRPr lang="ko-KR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0.1–0.35 mW</a:t>
            </a:r>
            <a:endParaRPr lang="ko-KR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669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시료 현열 신호 = </a:t>
            </a:r>
            <a:r>
              <a:rPr lang="ko-KR" altLang="en-US" sz="1000" dirty="0">
                <a:solidFill>
                  <a:schemeClr val="tx2"/>
                </a:solidFill>
              </a:rPr>
              <a:t>c</a:t>
            </a:r>
            <a:r>
              <a:rPr lang="ko-KR" altLang="en-US" sz="1000" baseline="-40000" dirty="0">
                <a:solidFill>
                  <a:schemeClr val="tx2"/>
                </a:solidFill>
              </a:rPr>
              <a:t>p</a:t>
            </a:r>
            <a:r>
              <a:rPr lang="ko-KR" altLang="en-US" sz="1000" dirty="0">
                <a:solidFill>
                  <a:schemeClr val="tx2"/>
                </a:solidFill>
              </a:rPr>
              <a:t> × 승온속도 × 질량</a:t>
            </a:r>
            <a:endParaRPr lang="ko-KR" sz="1000" dirty="0"/>
          </a:p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≈ 1.4 J/(g·K) × 0.083 K/s × 1–3 mg (추정)</a:t>
            </a:r>
            <a:endParaRPr lang="ko-KR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111–180 mW</a:t>
            </a:r>
            <a:endParaRPr lang="ko-KR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5669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열류 기준선 이동 (100 → 700 °C)</a:t>
            </a:r>
            <a:endParaRPr lang="ko-KR" sz="1000" dirty="0"/>
          </a:p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블랭크 없이 보정 불가</a:t>
            </a:r>
            <a:endParaRPr lang="ko-KR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계수 1 · 기준선 0</a:t>
            </a:r>
            <a:endParaRPr lang="ko-KR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5669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열류 교정 · 기준선 열이 비어 있음</a:t>
            </a:r>
            <a:endParaRPr lang="ko-KR" sz="1000" dirty="0"/>
          </a:p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초기 질량도 기록 없음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PyroSim 적용 시 주의와 검증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맨 단열재 카탈로그 물성으로는 시험보다 훨씬 빨리 착화함 (16–51 s vs 188–288 s)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면재 · 마감층을 넣고 중공층 시험(착화 시점 · 3000 mm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)으로 맞춰야 함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15084"/>
            <a:ext cx="118872" cy="118872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중요</a:t>
            </a:r>
            <a:endParaRPr lang="ko-K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착화가 너무 빠름</a:t>
            </a:r>
            <a:endParaRPr lang="ko-KR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691640"/>
            <a:ext cx="7939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기존 역산: 카탈로그 k · ρ · c로는 단열재 표면이 16–51 s에 분해온도 도달, 실제 준불연 재료 착화는 188–288 s → 면재 · 난연 처리 · 마감층을 모델에 넣고 시험으로 검증</a:t>
            </a:r>
            <a:endParaRPr lang="ko-KR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11196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334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확인</a:t>
            </a:r>
            <a:endParaRPr lang="ko-KR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5877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반응 입력 검증</a:t>
            </a:r>
            <a:endParaRPr lang="ko-KR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587752"/>
            <a:ext cx="7939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SURF에 TGA_ANALYSIS=T, TGA_HEATING_RATE=5 → CHID_tga.csv의 질량을 α로 바꿔 엑셀 '측정 곡선'과 비교, 피크가 맞을 때까지 REFERENCE_RATE 조정</a:t>
            </a:r>
            <a:endParaRPr lang="ko-KR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07308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295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확인</a:t>
            </a:r>
            <a:endParaRPr lang="ko-K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838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EPS 용융</a:t>
            </a:r>
            <a:endParaRPr lang="ko-KR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483864"/>
            <a:ext cx="7939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EPS는 분해 전에 녹아 수축 · 흘러내림 — FDS 고체 모델은 용융 흐름을 다루지 않음 → EPS 결과는 시험과 비교해 해석</a:t>
            </a:r>
            <a:endParaRPr lang="ko-KR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25696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03420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2569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확인</a:t>
            </a:r>
            <a:endParaRPr lang="ko-KR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799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PF 반응식</a:t>
            </a:r>
            <a:endParaRPr lang="ko-KR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4379976"/>
            <a:ext cx="7939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N</a:t>
            </a:r>
            <a:r>
              <a:rPr lang="ko-KR" altLang="en-US" sz="1200" baseline="-400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 2단계가 790 °C에서 끝나지 않음, 공기 산화 속도는 열분해와 겹친 값 → 800 °C 등온 유지 측정 후 보완</a:t>
            </a:r>
            <a:endParaRPr lang="ko-KR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2180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99532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32180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확인</a:t>
            </a:r>
            <a:endParaRPr lang="ko-KR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276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채울 값</a:t>
            </a:r>
            <a:endParaRPr lang="ko-KR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5276088"/>
            <a:ext cx="7939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잔류물 수율 · 반응열 · 산화 A(가스 종류) · 밀도 · 비열 — 앞 자료의 필수 추가 실험 · 기록 확인과 같은 항목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부록 — 재현 방법과 파일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모든 숫자 · 그래프는 원자료 24개에서 스크립트로 다시 만들어지며,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FDS 설명서의 기준온도 방식 식을 그대로 씀</a:t>
            </a:r>
            <a:endParaRPr lang="ko-KR" sz="2000" dirty="0"/>
          </a:p>
        </p:txBody>
      </p:sp>
      <p:sp>
        <p:nvSpPr>
          <p:cNvPr id="4" name="panel 1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6733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재현 (tga_dsc 폴더에서)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5760720" cy="21031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" tIns="1778" rIns="1778" bIns="1270" rtlCol="0" anchor="t"/>
          <a:lstStyle/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analysis.py              # 요약표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qa_reliability.py        # 자료 판정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pyrosim_inputs.py        # 반응 파라미터 · 측정 곡선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material_figures.py      # 그림 8장 (figures/material_*.png)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report/deck_data.py      # 덱 자료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report/build_pyrosim_xlsx.py  # 엑셀 입력표</a:t>
            </a:r>
            <a:endParaRPr lang="en-US" sz="1050" dirty="0"/>
          </a:p>
          <a:p>
            <a:pPr indent="0" marL="0">
              <a:buNone/>
            </a:pPr>
            <a:r>
              <a:rPr lang="en-US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report/build_pyrosim_deck.js    # 이 PPT</a:t>
            </a:r>
            <a:endParaRPr lang="en-US" sz="1050" dirty="0"/>
          </a:p>
        </p:txBody>
      </p:sp>
      <p:sp>
        <p:nvSpPr>
          <p:cNvPr id="8" name="panel 2"/>
          <p:cNvSpPr/>
          <p:nvPr/>
        </p:nvSpPr>
        <p:spPr>
          <a:xfrm>
            <a:off x="653796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22008" y="1673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근거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03120"/>
            <a:ext cx="5193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FDS User's Guide — Estimating Kinetic Parameters: REFERENCE_TEMPERATURE · REFERENCE_RATE · HEATING_RATE, PYROLYSIS_RANGE</a:t>
            </a:r>
            <a:endParaRPr lang="ko-KR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FDS Source read.f90 — E = e · r_p · R · T_p² / β, A = e · r_p · exp(E / R T_p) (잔류물 보정 없음 → 반응 성분 기준 속도)</a:t>
            </a:r>
            <a:endParaRPr lang="ko-KR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FDS User's Guide — Thermal Properties (DENSITY, SPECIFIC_HEAT(_RAMP), CONDUCTIVITY(_RAMP)), TGA_ANALYSIS</a:t>
            </a:r>
            <a:endParaRPr lang="ko-KR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이 저장소 — coupled_analysis(착화 역산 16–51 s vs 188–288 s, 카탈로그 범위), qa_reliability(자료 판정)</a:t>
            </a:r>
            <a:endParaRPr lang="ko-KR" sz="1100" dirty="0"/>
          </a:p>
        </p:txBody>
      </p:sp>
      <p:sp>
        <p:nvSpPr>
          <p:cNvPr id="12" name="panel 3"/>
          <p:cNvSpPr/>
          <p:nvPr/>
        </p:nvSpPr>
        <p:spPr>
          <a:xfrm>
            <a:off x="457200" y="452628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5079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파일</a:t>
            </a:r>
            <a:endParaRPr lang="ko-K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93776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report/PyroSim_입력값_정리.xlsx — MATL 입력값 · 반응 파라미터(수식) · 밀도/비열 측정 기록표 · 측정 곡선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results/pyrosim_reactions.csv · pyrosim_tga_curves.csv — 단계별 값, 비교용 곡선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figures/material_tga.png · material_dsc.png · material_&lt;재료&gt;.png — 재료 특성 그림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CT TGA-DSC">
  <a:themeElements>
    <a:clrScheme name="KICT TGA-DSC">
      <a:dk1>
        <a:srgbClr val="23303D"/>
      </a:dk1>
      <a:lt1>
        <a:srgbClr val="FFFFFF"/>
      </a:lt1>
      <a:dk2>
        <a:srgbClr val="4B5563"/>
      </a:dk2>
      <a:lt2>
        <a:srgbClr val="F3F4F6"/>
      </a:lt2>
      <a:accent1>
        <a:srgbClr val="EB6834"/>
      </a:accent1>
      <a:accent2>
        <a:srgbClr val="2A78D6"/>
      </a:accent2>
      <a:accent3>
        <a:srgbClr val="0CA30C"/>
      </a:accent3>
      <a:accent4>
        <a:srgbClr val="FAB219"/>
      </a:accent4>
      <a:accent5>
        <a:srgbClr val="EC835A"/>
      </a:accent5>
      <a:accent6>
        <a:srgbClr val="D03B3B"/>
      </a:accent6>
      <a:hlink>
        <a:srgbClr val="2A78D6"/>
      </a:hlink>
      <a:folHlink>
        <a:srgbClr val="4B5563"/>
      </a:folHlink>
    </a:clrScheme>
    <a:fontScheme name="KICT TGA-DSC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TGA·DSC 재료 특성 그래프와 PyroSim 입력값</dc:title>
  <dc:subject>단열재 6종 TGA–DSC: 재료 특성 그래프, PyroSim(FDS) 재료 입력값과 밀도·비열을 구하는 방법</dc:subject>
  <dc:creator>KICT 중공층 외단열 화재 분석</dc:creator>
  <cp:lastModifiedBy>KICT 중공층 외단열 화재 분석</cp:lastModifiedBy>
  <cp:revision>1</cp:revision>
  <dcterms:created xsi:type="dcterms:W3CDTF">2026-10-21T00:29:29Z</dcterms:created>
  <dcterms:modified xsi:type="dcterms:W3CDTF">2026-10-21T00:29:29Z</dcterms:modified>
</cp:coreProperties>
</file>